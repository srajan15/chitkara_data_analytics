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authors.xml" ContentType="application/vnd.ms-powerpoint.author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2" r:id="rId4"/>
    <p:sldMasterId id="2147483892" r:id="rId5"/>
    <p:sldMasterId id="2147484174" r:id="rId6"/>
  </p:sldMasterIdLst>
  <p:notesMasterIdLst>
    <p:notesMasterId r:id="rId34"/>
  </p:notesMasterIdLst>
  <p:handoutMasterIdLst>
    <p:handoutMasterId r:id="rId35"/>
  </p:handoutMasterIdLst>
  <p:sldIdLst>
    <p:sldId id="794" r:id="rId7"/>
    <p:sldId id="795" r:id="rId8"/>
    <p:sldId id="796" r:id="rId9"/>
    <p:sldId id="797" r:id="rId10"/>
    <p:sldId id="798" r:id="rId11"/>
    <p:sldId id="799" r:id="rId12"/>
    <p:sldId id="2147375279" r:id="rId13"/>
    <p:sldId id="2147375282" r:id="rId14"/>
    <p:sldId id="2147375283" r:id="rId15"/>
    <p:sldId id="2147375301" r:id="rId16"/>
    <p:sldId id="2147375303" r:id="rId17"/>
    <p:sldId id="2147375304" r:id="rId18"/>
    <p:sldId id="2147375305" r:id="rId19"/>
    <p:sldId id="2147375306" r:id="rId20"/>
    <p:sldId id="2147375307" r:id="rId21"/>
    <p:sldId id="2147375278" r:id="rId22"/>
    <p:sldId id="800" r:id="rId23"/>
    <p:sldId id="801" r:id="rId24"/>
    <p:sldId id="802" r:id="rId25"/>
    <p:sldId id="803" r:id="rId26"/>
    <p:sldId id="804" r:id="rId27"/>
    <p:sldId id="2147375288" r:id="rId28"/>
    <p:sldId id="2147375290" r:id="rId29"/>
    <p:sldId id="2147375292" r:id="rId30"/>
    <p:sldId id="2147375293" r:id="rId31"/>
    <p:sldId id="2147375294" r:id="rId32"/>
    <p:sldId id="2147375295" r:id="rId33"/>
  </p:sldIdLst>
  <p:sldSz cx="1219835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4" orient="horz" pos="173" userDrawn="1">
          <p15:clr>
            <a:srgbClr val="A4A3A4"/>
          </p15:clr>
        </p15:guide>
        <p15:guide id="9" orient="horz" pos="4201" userDrawn="1">
          <p15:clr>
            <a:srgbClr val="A4A3A4"/>
          </p15:clr>
        </p15:guide>
        <p15:guide id="10" orient="horz" pos="3840" userDrawn="1">
          <p15:clr>
            <a:srgbClr val="A4A3A4"/>
          </p15:clr>
        </p15:guide>
        <p15:guide id="11" orient="horz" pos="4008" userDrawn="1">
          <p15:clr>
            <a:srgbClr val="A4A3A4"/>
          </p15:clr>
        </p15:guide>
        <p15:guide id="12" pos="3842">
          <p15:clr>
            <a:srgbClr val="A4A3A4"/>
          </p15:clr>
        </p15:guide>
        <p15:guide id="13" orient="horz" pos="1056" userDrawn="1">
          <p15:clr>
            <a:srgbClr val="A4A3A4"/>
          </p15:clr>
        </p15:guide>
        <p15:guide id="14" orient="horz" pos="1536" userDrawn="1">
          <p15:clr>
            <a:srgbClr val="A4A3A4"/>
          </p15:clr>
        </p15:guide>
        <p15:guide id="15" orient="horz" pos="3912" userDrawn="1">
          <p15:clr>
            <a:srgbClr val="A4A3A4"/>
          </p15:clr>
        </p15:guide>
        <p15:guide id="16" orient="horz" pos="2232" userDrawn="1">
          <p15:clr>
            <a:srgbClr val="A4A3A4"/>
          </p15:clr>
        </p15:guide>
        <p15:guide id="17" pos="4080" userDrawn="1">
          <p15:clr>
            <a:srgbClr val="A4A3A4"/>
          </p15:clr>
        </p15:guide>
        <p15:guide id="18" pos="386" userDrawn="1">
          <p15:clr>
            <a:srgbClr val="A4A3A4"/>
          </p15:clr>
        </p15:guide>
      </p15:sldGuideLst>
    </p:ext>
    <p:ext uri="{2D200454-40CA-4A62-9FC3-DE9A4176ACB9}">
      <p15:notesGuideLst xmlns="" xmlns:p15="http://schemas.microsoft.com/office/powerpoint/2012/main">
        <p15:guide id="1" orient="horz" pos="2909">
          <p15:clr>
            <a:srgbClr val="A4A3A4"/>
          </p15:clr>
        </p15:guide>
        <p15:guide id="2" pos="218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066"/>
    <a:srgbClr val="2E2E38"/>
    <a:srgbClr val="D2D2D2"/>
    <a:srgbClr val="F2DB00"/>
    <a:srgbClr val="FAE200"/>
    <a:srgbClr val="EAD400"/>
    <a:srgbClr val="FFE600"/>
    <a:srgbClr val="FFC000"/>
    <a:srgbClr val="7C7C7C"/>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7AF3A6-A78A-49D1-AFA9-73F9C15335B9}" v="4" dt="2026-01-22T08:56:59.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969" autoAdjust="0"/>
  </p:normalViewPr>
  <p:slideViewPr>
    <p:cSldViewPr snapToGrid="0" snapToObjects="1" showGuides="1">
      <p:cViewPr varScale="1">
        <p:scale>
          <a:sx n="64" d="100"/>
          <a:sy n="64" d="100"/>
        </p:scale>
        <p:origin x="-748" y="-72"/>
      </p:cViewPr>
      <p:guideLst>
        <p:guide orient="horz" pos="173"/>
        <p:guide orient="horz" pos="4201"/>
        <p:guide orient="horz" pos="3840"/>
        <p:guide orient="horz" pos="4008"/>
        <p:guide orient="horz" pos="1056"/>
        <p:guide orient="horz" pos="1536"/>
        <p:guide orient="horz" pos="3912"/>
        <p:guide orient="horz" pos="2232"/>
        <p:guide pos="3842"/>
        <p:guide pos="4080"/>
        <p:guide pos="386"/>
      </p:guideLst>
    </p:cSldViewPr>
  </p:slideViewPr>
  <p:outlineViewPr>
    <p:cViewPr>
      <p:scale>
        <a:sx n="33" d="100"/>
        <a:sy n="33" d="100"/>
      </p:scale>
      <p:origin x="0" y="-7090"/>
    </p:cViewPr>
  </p:outlineViewPr>
  <p:notesTextViewPr>
    <p:cViewPr>
      <p:scale>
        <a:sx n="50" d="100"/>
        <a:sy n="50" d="100"/>
      </p:scale>
      <p:origin x="0" y="0"/>
    </p:cViewPr>
  </p:notesTextViewPr>
  <p:sorterViewPr>
    <p:cViewPr>
      <p:scale>
        <a:sx n="50" d="100"/>
        <a:sy n="50" d="100"/>
      </p:scale>
      <p:origin x="0" y="-246"/>
    </p:cViewPr>
  </p:sorterViewPr>
  <p:notesViewPr>
    <p:cSldViewPr snapToGrid="0" snapToObjects="1" showGuides="1">
      <p:cViewPr varScale="1">
        <p:scale>
          <a:sx n="67" d="100"/>
          <a:sy n="67" d="100"/>
        </p:scale>
        <p:origin x="3210" y="66"/>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155"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15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156"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Rana" userId="eda71cd5-e118-4f54-b40c-e33ddaf272ff" providerId="ADAL" clId="{C396FB69-CFAF-41CB-AA0C-08FDA58EC8D0}"/>
    <pc:docChg chg="custSel modSld">
      <pc:chgData name="Ashish Rana" userId="eda71cd5-e118-4f54-b40c-e33ddaf272ff" providerId="ADAL" clId="{C396FB69-CFAF-41CB-AA0C-08FDA58EC8D0}" dt="2026-01-22T08:57:34.297" v="77" actId="20577"/>
      <pc:docMkLst>
        <pc:docMk/>
      </pc:docMkLst>
      <pc:sldChg chg="addSp modSp mod">
        <pc:chgData name="Ashish Rana" userId="eda71cd5-e118-4f54-b40c-e33ddaf272ff" providerId="ADAL" clId="{C396FB69-CFAF-41CB-AA0C-08FDA58EC8D0}" dt="2026-01-22T08:57:34.297" v="77" actId="20577"/>
        <pc:sldMkLst>
          <pc:docMk/>
          <pc:sldMk cId="1242318111" sldId="277"/>
        </pc:sldMkLst>
        <pc:spChg chg="mod">
          <ac:chgData name="Ashish Rana" userId="eda71cd5-e118-4f54-b40c-e33ddaf272ff" providerId="ADAL" clId="{C396FB69-CFAF-41CB-AA0C-08FDA58EC8D0}" dt="2026-01-22T08:57:34.297" v="77" actId="20577"/>
          <ac:spMkLst>
            <pc:docMk/>
            <pc:sldMk cId="1242318111" sldId="277"/>
            <ac:spMk id="10" creationId="{C8310639-C9AF-2994-9C99-DC449E8168D0}"/>
          </ac:spMkLst>
        </pc:spChg>
        <pc:graphicFrameChg chg="add mod">
          <ac:chgData name="Ashish Rana" userId="eda71cd5-e118-4f54-b40c-e33ddaf272ff" providerId="ADAL" clId="{C396FB69-CFAF-41CB-AA0C-08FDA58EC8D0}" dt="2026-01-22T08:56:49.800" v="12"/>
          <ac:graphicFrameMkLst>
            <pc:docMk/>
            <pc:sldMk cId="1242318111" sldId="277"/>
            <ac:graphicFrameMk id="2" creationId="{1D18D08E-D74A-AE43-E5CB-E7633F27B040}"/>
          </ac:graphicFrameMkLst>
        </pc:graphicFrameChg>
        <pc:graphicFrameChg chg="add mod">
          <ac:chgData name="Ashish Rana" userId="eda71cd5-e118-4f54-b40c-e33ddaf272ff" providerId="ADAL" clId="{C396FB69-CFAF-41CB-AA0C-08FDA58EC8D0}" dt="2026-01-22T08:56:57.465" v="13"/>
          <ac:graphicFrameMkLst>
            <pc:docMk/>
            <pc:sldMk cId="1242318111" sldId="277"/>
            <ac:graphicFrameMk id="3" creationId="{F2CBA213-F92D-5088-84E7-EFA4C666DBED}"/>
          </ac:graphicFrameMkLst>
        </pc:graphicFrameChg>
      </pc:sldChg>
      <pc:sldChg chg="modSp mod">
        <pc:chgData name="Ashish Rana" userId="eda71cd5-e118-4f54-b40c-e33ddaf272ff" providerId="ADAL" clId="{C396FB69-CFAF-41CB-AA0C-08FDA58EC8D0}" dt="2026-01-21T10:26:52.452" v="11" actId="27636"/>
        <pc:sldMkLst>
          <pc:docMk/>
          <pc:sldMk cId="1612590469" sldId="629"/>
        </pc:sldMkLst>
        <pc:spChg chg="mod">
          <ac:chgData name="Ashish Rana" userId="eda71cd5-e118-4f54-b40c-e33ddaf272ff" providerId="ADAL" clId="{C396FB69-CFAF-41CB-AA0C-08FDA58EC8D0}" dt="2026-01-21T10:26:52.452" v="11" actId="27636"/>
          <ac:spMkLst>
            <pc:docMk/>
            <pc:sldMk cId="1612590469" sldId="629"/>
            <ac:spMk id="7" creationId="{53C1C1F5-158B-4A12-A04C-DB65C7B29450}"/>
          </ac:spMkLst>
        </pc:spChg>
      </pc:sldChg>
      <pc:sldChg chg="modSp mod">
        <pc:chgData name="Ashish Rana" userId="eda71cd5-e118-4f54-b40c-e33ddaf272ff" providerId="ADAL" clId="{C396FB69-CFAF-41CB-AA0C-08FDA58EC8D0}" dt="2026-01-21T10:26:52.246" v="0" actId="27636"/>
        <pc:sldMkLst>
          <pc:docMk/>
          <pc:sldMk cId="3933183839" sldId="633"/>
        </pc:sldMkLst>
        <pc:spChg chg="mod">
          <ac:chgData name="Ashish Rana" userId="eda71cd5-e118-4f54-b40c-e33ddaf272ff" providerId="ADAL" clId="{C396FB69-CFAF-41CB-AA0C-08FDA58EC8D0}" dt="2026-01-21T10:26:52.246" v="0" actId="27636"/>
          <ac:spMkLst>
            <pc:docMk/>
            <pc:sldMk cId="3933183839" sldId="633"/>
            <ac:spMk id="5" creationId="{DCB8A452-6D81-4AEE-8D2B-B450C874D303}"/>
          </ac:spMkLst>
        </pc:spChg>
      </pc:sldChg>
      <pc:sldChg chg="modSp mod">
        <pc:chgData name="Ashish Rana" userId="eda71cd5-e118-4f54-b40c-e33ddaf272ff" providerId="ADAL" clId="{C396FB69-CFAF-41CB-AA0C-08FDA58EC8D0}" dt="2026-01-21T10:26:52.339" v="3" actId="27636"/>
        <pc:sldMkLst>
          <pc:docMk/>
          <pc:sldMk cId="213490848" sldId="644"/>
        </pc:sldMkLst>
        <pc:spChg chg="mod">
          <ac:chgData name="Ashish Rana" userId="eda71cd5-e118-4f54-b40c-e33ddaf272ff" providerId="ADAL" clId="{C396FB69-CFAF-41CB-AA0C-08FDA58EC8D0}" dt="2026-01-21T10:26:52.339" v="3" actId="27636"/>
          <ac:spMkLst>
            <pc:docMk/>
            <pc:sldMk cId="213490848" sldId="644"/>
            <ac:spMk id="8" creationId="{1C40003C-294B-4BE8-AA9C-9B7BC9E2003C}"/>
          </ac:spMkLst>
        </pc:spChg>
      </pc:sldChg>
      <pc:sldChg chg="modSp mod">
        <pc:chgData name="Ashish Rana" userId="eda71cd5-e118-4f54-b40c-e33ddaf272ff" providerId="ADAL" clId="{C396FB69-CFAF-41CB-AA0C-08FDA58EC8D0}" dt="2026-01-21T10:26:52.294" v="1" actId="27636"/>
        <pc:sldMkLst>
          <pc:docMk/>
          <pc:sldMk cId="4142984687" sldId="670"/>
        </pc:sldMkLst>
        <pc:spChg chg="mod">
          <ac:chgData name="Ashish Rana" userId="eda71cd5-e118-4f54-b40c-e33ddaf272ff" providerId="ADAL" clId="{C396FB69-CFAF-41CB-AA0C-08FDA58EC8D0}" dt="2026-01-21T10:26:52.294" v="1" actId="27636"/>
          <ac:spMkLst>
            <pc:docMk/>
            <pc:sldMk cId="4142984687" sldId="670"/>
            <ac:spMk id="30" creationId="{5D2E4C43-B78A-4A7D-AFD9-BFEDF2031FD5}"/>
          </ac:spMkLst>
        </pc:spChg>
      </pc:sldChg>
      <pc:sldChg chg="modSp mod">
        <pc:chgData name="Ashish Rana" userId="eda71cd5-e118-4f54-b40c-e33ddaf272ff" providerId="ADAL" clId="{C396FB69-CFAF-41CB-AA0C-08FDA58EC8D0}" dt="2026-01-21T10:26:52.307" v="2" actId="27636"/>
        <pc:sldMkLst>
          <pc:docMk/>
          <pc:sldMk cId="3485878776" sldId="671"/>
        </pc:sldMkLst>
        <pc:spChg chg="mod">
          <ac:chgData name="Ashish Rana" userId="eda71cd5-e118-4f54-b40c-e33ddaf272ff" providerId="ADAL" clId="{C396FB69-CFAF-41CB-AA0C-08FDA58EC8D0}" dt="2026-01-21T10:26:52.307" v="2" actId="27636"/>
          <ac:spMkLst>
            <pc:docMk/>
            <pc:sldMk cId="3485878776" sldId="671"/>
            <ac:spMk id="8" creationId="{CA1211D5-1F23-47AD-8F3B-90D1655805C7}"/>
          </ac:spMkLst>
        </pc:spChg>
      </pc:sldChg>
      <pc:sldChg chg="modSp mod">
        <pc:chgData name="Ashish Rana" userId="eda71cd5-e118-4f54-b40c-e33ddaf272ff" providerId="ADAL" clId="{C396FB69-CFAF-41CB-AA0C-08FDA58EC8D0}" dt="2026-01-21T10:26:52.418" v="10" actId="27636"/>
        <pc:sldMkLst>
          <pc:docMk/>
          <pc:sldMk cId="2252392927" sldId="771"/>
        </pc:sldMkLst>
        <pc:spChg chg="mod">
          <ac:chgData name="Ashish Rana" userId="eda71cd5-e118-4f54-b40c-e33ddaf272ff" providerId="ADAL" clId="{C396FB69-CFAF-41CB-AA0C-08FDA58EC8D0}" dt="2026-01-21T10:26:52.418" v="10" actId="27636"/>
          <ac:spMkLst>
            <pc:docMk/>
            <pc:sldMk cId="2252392927" sldId="771"/>
            <ac:spMk id="17" creationId="{09F5CEDA-A808-4107-B51B-40599B3C95A9}"/>
          </ac:spMkLst>
        </pc:spChg>
      </pc:sldChg>
      <pc:sldChg chg="modSp mod">
        <pc:chgData name="Ashish Rana" userId="eda71cd5-e118-4f54-b40c-e33ddaf272ff" providerId="ADAL" clId="{C396FB69-CFAF-41CB-AA0C-08FDA58EC8D0}" dt="2026-01-21T10:26:52.344" v="4" actId="27636"/>
        <pc:sldMkLst>
          <pc:docMk/>
          <pc:sldMk cId="3813953592" sldId="775"/>
        </pc:sldMkLst>
        <pc:spChg chg="mod">
          <ac:chgData name="Ashish Rana" userId="eda71cd5-e118-4f54-b40c-e33ddaf272ff" providerId="ADAL" clId="{C396FB69-CFAF-41CB-AA0C-08FDA58EC8D0}" dt="2026-01-21T10:26:52.344" v="4" actId="27636"/>
          <ac:spMkLst>
            <pc:docMk/>
            <pc:sldMk cId="3813953592" sldId="775"/>
            <ac:spMk id="6" creationId="{9DFF527A-87F0-452E-AD36-6BE281B76E90}"/>
          </ac:spMkLst>
        </pc:spChg>
      </pc:sldChg>
      <pc:sldChg chg="modSp mod">
        <pc:chgData name="Ashish Rana" userId="eda71cd5-e118-4f54-b40c-e33ddaf272ff" providerId="ADAL" clId="{C396FB69-CFAF-41CB-AA0C-08FDA58EC8D0}" dt="2026-01-21T10:26:52.382" v="5" actId="27636"/>
        <pc:sldMkLst>
          <pc:docMk/>
          <pc:sldMk cId="527329972" sldId="779"/>
        </pc:sldMkLst>
        <pc:spChg chg="mod">
          <ac:chgData name="Ashish Rana" userId="eda71cd5-e118-4f54-b40c-e33ddaf272ff" providerId="ADAL" clId="{C396FB69-CFAF-41CB-AA0C-08FDA58EC8D0}" dt="2026-01-21T10:26:52.382" v="5" actId="27636"/>
          <ac:spMkLst>
            <pc:docMk/>
            <pc:sldMk cId="527329972" sldId="779"/>
            <ac:spMk id="30" creationId="{5D2E4C43-B78A-4A7D-AFD9-BFEDF2031FD5}"/>
          </ac:spMkLst>
        </pc:spChg>
      </pc:sldChg>
      <pc:sldChg chg="modSp mod">
        <pc:chgData name="Ashish Rana" userId="eda71cd5-e118-4f54-b40c-e33ddaf272ff" providerId="ADAL" clId="{C396FB69-CFAF-41CB-AA0C-08FDA58EC8D0}" dt="2026-01-21T10:26:52.386" v="7" actId="27636"/>
        <pc:sldMkLst>
          <pc:docMk/>
          <pc:sldMk cId="842379532" sldId="781"/>
        </pc:sldMkLst>
        <pc:spChg chg="mod">
          <ac:chgData name="Ashish Rana" userId="eda71cd5-e118-4f54-b40c-e33ddaf272ff" providerId="ADAL" clId="{C396FB69-CFAF-41CB-AA0C-08FDA58EC8D0}" dt="2026-01-21T10:26:52.386" v="7" actId="27636"/>
          <ac:spMkLst>
            <pc:docMk/>
            <pc:sldMk cId="842379532" sldId="781"/>
            <ac:spMk id="6" creationId="{9DFF527A-87F0-452E-AD36-6BE281B76E90}"/>
          </ac:spMkLst>
        </pc:spChg>
        <pc:spChg chg="mod">
          <ac:chgData name="Ashish Rana" userId="eda71cd5-e118-4f54-b40c-e33ddaf272ff" providerId="ADAL" clId="{C396FB69-CFAF-41CB-AA0C-08FDA58EC8D0}" dt="2026-01-21T10:26:52.386" v="6" actId="27636"/>
          <ac:spMkLst>
            <pc:docMk/>
            <pc:sldMk cId="842379532" sldId="781"/>
            <ac:spMk id="8" creationId="{CA1211D5-1F23-47AD-8F3B-90D1655805C7}"/>
          </ac:spMkLst>
        </pc:spChg>
      </pc:sldChg>
      <pc:sldChg chg="modSp mod">
        <pc:chgData name="Ashish Rana" userId="eda71cd5-e118-4f54-b40c-e33ddaf272ff" providerId="ADAL" clId="{C396FB69-CFAF-41CB-AA0C-08FDA58EC8D0}" dt="2026-01-21T10:26:52.386" v="8" actId="27636"/>
        <pc:sldMkLst>
          <pc:docMk/>
          <pc:sldMk cId="4123412219" sldId="788"/>
        </pc:sldMkLst>
        <pc:spChg chg="mod">
          <ac:chgData name="Ashish Rana" userId="eda71cd5-e118-4f54-b40c-e33ddaf272ff" providerId="ADAL" clId="{C396FB69-CFAF-41CB-AA0C-08FDA58EC8D0}" dt="2026-01-21T10:26:52.386" v="8" actId="27636"/>
          <ac:spMkLst>
            <pc:docMk/>
            <pc:sldMk cId="4123412219" sldId="788"/>
            <ac:spMk id="6" creationId="{9DFF527A-87F0-452E-AD36-6BE281B76E90}"/>
          </ac:spMkLst>
        </pc:spChg>
      </pc:sldChg>
      <pc:sldChg chg="modSp mod">
        <pc:chgData name="Ashish Rana" userId="eda71cd5-e118-4f54-b40c-e33ddaf272ff" providerId="ADAL" clId="{C396FB69-CFAF-41CB-AA0C-08FDA58EC8D0}" dt="2026-01-21T10:26:52.406" v="9" actId="27636"/>
        <pc:sldMkLst>
          <pc:docMk/>
          <pc:sldMk cId="1321686332" sldId="794"/>
        </pc:sldMkLst>
        <pc:spChg chg="mod">
          <ac:chgData name="Ashish Rana" userId="eda71cd5-e118-4f54-b40c-e33ddaf272ff" providerId="ADAL" clId="{C396FB69-CFAF-41CB-AA0C-08FDA58EC8D0}" dt="2026-01-21T10:26:52.406" v="9" actId="27636"/>
          <ac:spMkLst>
            <pc:docMk/>
            <pc:sldMk cId="1321686332" sldId="794"/>
            <ac:spMk id="6" creationId="{9DFF527A-87F0-452E-AD36-6BE281B76E9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75A85089-C692-4DEA-AC49-04CF34D4FE14}" type="datetimeFigureOut">
              <a:rPr lang="en-GB" smtClean="0">
                <a:latin typeface="Arial" pitchFamily="34" charset="0"/>
              </a:rPr>
              <a:pPr/>
              <a:t>10/03/2026</a:t>
            </a:fld>
            <a:endParaRPr lang="en-GB" dirty="0">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8045EBA9-A28D-4849-BFEA-AA04F6A21B63}" type="datetimeFigureOut">
              <a:rPr lang="en-GB" smtClean="0"/>
              <a:pPr/>
              <a:t>10/03/2026</a:t>
            </a:fld>
            <a:endParaRPr lang="en-GB" dirty="0"/>
          </a:p>
        </p:txBody>
      </p:sp>
      <p:sp>
        <p:nvSpPr>
          <p:cNvPr id="4" name="Slide Image Placeholder 3"/>
          <p:cNvSpPr>
            <a:spLocks noGrp="1" noRot="1" noChangeAspect="1"/>
          </p:cNvSpPr>
          <p:nvPr>
            <p:ph type="sldImg" idx="2"/>
          </p:nvPr>
        </p:nvSpPr>
        <p:spPr>
          <a:xfrm>
            <a:off x="393700" y="692150"/>
            <a:ext cx="6162675" cy="3463925"/>
          </a:xfrm>
          <a:prstGeom prst="rect">
            <a:avLst/>
          </a:prstGeom>
          <a:noFill/>
          <a:ln w="12700">
            <a:solidFill>
              <a:prstClr val="black"/>
            </a:solidFill>
          </a:ln>
        </p:spPr>
        <p:txBody>
          <a:bodyPr vert="horz" lIns="92492" tIns="46246" rIns="92492" bIns="46246" rtlCol="0" anchor="ctr"/>
          <a:lstStyle/>
          <a:p>
            <a:endParaRPr lang="en-GB"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12.jpeg"/><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1.emf"/><Relationship Id="rId5" Type="http://schemas.openxmlformats.org/officeDocument/2006/relationships/oleObject" Target="../embeddings/oleObject1.bin"/><Relationship Id="rId4"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Cover">
    <p:spTree>
      <p:nvGrpSpPr>
        <p:cNvPr id="1" name=""/>
        <p:cNvGrpSpPr/>
        <p:nvPr/>
      </p:nvGrpSpPr>
      <p:grpSpPr>
        <a:xfrm>
          <a:off x="0" y="0"/>
          <a:ext cx="0" cy="0"/>
          <a:chOff x="0" y="0"/>
          <a:chExt cx="0" cy="0"/>
        </a:xfrm>
      </p:grpSpPr>
      <p:sp>
        <p:nvSpPr>
          <p:cNvPr id="16" name="Freeform 56">
            <a:extLst>
              <a:ext uri="{FF2B5EF4-FFF2-40B4-BE49-F238E27FC236}">
                <a16:creationId xmlns="" xmlns:a16="http://schemas.microsoft.com/office/drawing/2014/main" id="{13A7AC18-CF42-4EC5-8D40-441EAE30A06C}"/>
              </a:ext>
            </a:extLst>
          </p:cNvPr>
          <p:cNvSpPr/>
          <p:nvPr userDrawn="1"/>
        </p:nvSpPr>
        <p:spPr>
          <a:xfrm>
            <a:off x="498115" y="795662"/>
            <a:ext cx="4930412"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ctrTitle"/>
          </p:nvPr>
        </p:nvSpPr>
        <p:spPr>
          <a:xfrm>
            <a:off x="775504" y="1954221"/>
            <a:ext cx="4328932" cy="979702"/>
          </a:xfrm>
        </p:spPr>
        <p:txBody>
          <a:bodyPr/>
          <a:lstStyle>
            <a:lvl1pPr>
              <a:defRPr sz="3000" b="0">
                <a:solidFill>
                  <a:schemeClr val="tx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775504" y="3046158"/>
            <a:ext cx="4328932" cy="1046323"/>
          </a:xfrm>
        </p:spPr>
        <p:txBody>
          <a:bodyPr/>
          <a:lstStyle>
            <a:lvl1pPr marL="0" indent="0" algn="l">
              <a:spcAft>
                <a:spcPts val="1200"/>
              </a:spcAft>
              <a:buNone/>
              <a:defRPr sz="2000">
                <a:solidFill>
                  <a:schemeClr val="tx1"/>
                </a:solidFill>
                <a:latin typeface="EYInterstate" panose="02000503020000020004" pitchFamily="2" charset="0"/>
                <a:cs typeface="Arial" pitchFamily="34" charset="0"/>
              </a:defRPr>
            </a:lvl1pPr>
            <a:lvl2pPr marL="0" indent="0" algn="l">
              <a:buNone/>
              <a:defRPr sz="1600" b="1">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cxnSp>
        <p:nvCxnSpPr>
          <p:cNvPr id="7" name="Straight Connector 6">
            <a:extLst>
              <a:ext uri="{FF2B5EF4-FFF2-40B4-BE49-F238E27FC236}">
                <a16:creationId xmlns="" xmlns:a16="http://schemas.microsoft.com/office/drawing/2014/main" id="{F93BD223-2224-476C-AB5C-300C248C1618}"/>
              </a:ext>
            </a:extLst>
          </p:cNvPr>
          <p:cNvCxnSpPr>
            <a:cxnSpLocks/>
          </p:cNvCxnSpPr>
          <p:nvPr userDrawn="1"/>
        </p:nvCxnSpPr>
        <p:spPr>
          <a:xfrm>
            <a:off x="1333184" y="5709060"/>
            <a:ext cx="8122101"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651B4C43-E5F8-400E-A971-58A3766B1BF0}"/>
              </a:ext>
            </a:extLst>
          </p:cNvPr>
          <p:cNvSpPr txBox="1"/>
          <p:nvPr userDrawn="1"/>
        </p:nvSpPr>
        <p:spPr>
          <a:xfrm>
            <a:off x="461984" y="5605200"/>
            <a:ext cx="1045073" cy="197581"/>
          </a:xfrm>
          <a:prstGeom prst="rect">
            <a:avLst/>
          </a:prstGeom>
          <a:noFill/>
        </p:spPr>
        <p:txBody>
          <a:bodyPr wrap="square" lIns="0" tIns="0" rIns="0" bIns="0" rtlCol="0" anchor="ctr" anchorCtr="0">
            <a:noAutofit/>
          </a:bodyPr>
          <a:lstStyle/>
          <a:p>
            <a:r>
              <a:rPr lang="en-GB" sz="1200" dirty="0">
                <a:solidFill>
                  <a:srgbClr val="828290"/>
                </a:solidFill>
                <a:latin typeface="EYInterstate Light" panose="02000506000000020004" pitchFamily="2" charset="0"/>
              </a:rPr>
              <a:t>Written by</a:t>
            </a:r>
          </a:p>
        </p:txBody>
      </p:sp>
      <p:sp>
        <p:nvSpPr>
          <p:cNvPr id="10" name="Text Placeholder 16">
            <a:extLst>
              <a:ext uri="{FF2B5EF4-FFF2-40B4-BE49-F238E27FC236}">
                <a16:creationId xmlns="" xmlns:a16="http://schemas.microsoft.com/office/drawing/2014/main" id="{A9465B6B-DFD4-4E0C-9ACE-E88CA2220464}"/>
              </a:ext>
            </a:extLst>
          </p:cNvPr>
          <p:cNvSpPr>
            <a:spLocks noGrp="1"/>
          </p:cNvSpPr>
          <p:nvPr>
            <p:ph type="body" sz="quarter" idx="14" hasCustomPrompt="1"/>
          </p:nvPr>
        </p:nvSpPr>
        <p:spPr>
          <a:xfrm>
            <a:off x="1333184" y="6019189"/>
            <a:ext cx="3089275" cy="180000"/>
          </a:xfrm>
        </p:spPr>
        <p:txBody>
          <a:bodyPr/>
          <a:lstStyle>
            <a:lvl1pPr marL="0" indent="0">
              <a:buNone/>
              <a:defRPr sz="1200">
                <a:solidFill>
                  <a:schemeClr val="tx2"/>
                </a:solidFill>
              </a:defRPr>
            </a:lvl1pPr>
          </a:lstStyle>
          <a:p>
            <a:pPr lvl="0"/>
            <a:r>
              <a:rPr lang="en-US" dirty="0"/>
              <a:t>Name Surname</a:t>
            </a:r>
            <a:endParaRPr lang="en-GB" dirty="0"/>
          </a:p>
        </p:txBody>
      </p:sp>
      <p:sp>
        <p:nvSpPr>
          <p:cNvPr id="13" name="Text Placeholder 16">
            <a:extLst>
              <a:ext uri="{FF2B5EF4-FFF2-40B4-BE49-F238E27FC236}">
                <a16:creationId xmlns="" xmlns:a16="http://schemas.microsoft.com/office/drawing/2014/main" id="{A1F2ED22-5637-4AB8-ABD8-3693A6EA55FD}"/>
              </a:ext>
            </a:extLst>
          </p:cNvPr>
          <p:cNvSpPr>
            <a:spLocks noGrp="1"/>
          </p:cNvSpPr>
          <p:nvPr>
            <p:ph type="body" sz="quarter" idx="15" hasCustomPrompt="1"/>
          </p:nvPr>
        </p:nvSpPr>
        <p:spPr>
          <a:xfrm>
            <a:off x="1333184" y="6216807"/>
            <a:ext cx="3089275" cy="180000"/>
          </a:xfrm>
        </p:spPr>
        <p:txBody>
          <a:bodyPr/>
          <a:lstStyle>
            <a:lvl1pPr marL="0" indent="0">
              <a:buNone/>
              <a:defRPr sz="1200">
                <a:solidFill>
                  <a:schemeClr val="bg1"/>
                </a:solidFill>
              </a:defRPr>
            </a:lvl1pPr>
          </a:lstStyle>
          <a:p>
            <a:pPr lvl="0"/>
            <a:r>
              <a:rPr lang="en-US" dirty="0"/>
              <a:t>Job Title</a:t>
            </a:r>
            <a:endParaRPr lang="en-GB" dirty="0"/>
          </a:p>
        </p:txBody>
      </p:sp>
      <p:sp>
        <p:nvSpPr>
          <p:cNvPr id="14" name="Picture Placeholder 19">
            <a:extLst>
              <a:ext uri="{FF2B5EF4-FFF2-40B4-BE49-F238E27FC236}">
                <a16:creationId xmlns="" xmlns:a16="http://schemas.microsoft.com/office/drawing/2014/main" id="{29A5E1BC-8F6B-43EF-9FF6-8242E7708BDA}"/>
              </a:ext>
            </a:extLst>
          </p:cNvPr>
          <p:cNvSpPr>
            <a:spLocks noGrp="1"/>
          </p:cNvSpPr>
          <p:nvPr>
            <p:ph type="pic" sz="quarter" idx="16"/>
          </p:nvPr>
        </p:nvSpPr>
        <p:spPr>
          <a:xfrm>
            <a:off x="461983" y="5914642"/>
            <a:ext cx="576000" cy="576000"/>
          </a:xfrm>
          <a:prstGeom prst="ellipse">
            <a:avLst/>
          </a:prstGeom>
        </p:spPr>
        <p:txBody>
          <a:bodyPr anchor="ctr"/>
          <a:lstStyle>
            <a:lvl1pPr marL="0" indent="0" algn="ctr">
              <a:buNone/>
              <a:defRPr sz="900">
                <a:solidFill>
                  <a:schemeClr val="bg1"/>
                </a:solidFill>
              </a:defRPr>
            </a:lvl1pPr>
          </a:lstStyle>
          <a:p>
            <a:endParaRPr lang="en-GB" dirty="0"/>
          </a:p>
        </p:txBody>
      </p:sp>
      <p:pic>
        <p:nvPicPr>
          <p:cNvPr id="2" name="Picture 1" descr="A black and white sign with white text&#10;&#10;Description automatically generated">
            <a:extLst>
              <a:ext uri="{FF2B5EF4-FFF2-40B4-BE49-F238E27FC236}">
                <a16:creationId xmlns="" xmlns:a16="http://schemas.microsoft.com/office/drawing/2014/main" id="{44DEF4B5-69E3-8B3D-995B-CE2D67D5B1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218" y="4905997"/>
            <a:ext cx="1415666" cy="1492500"/>
          </a:xfrm>
          <a:prstGeom prst="rect">
            <a:avLst/>
          </a:prstGeom>
        </p:spPr>
      </p:pic>
    </p:spTree>
    <p:extLst>
      <p:ext uri="{BB962C8B-B14F-4D97-AF65-F5344CB8AC3E}">
        <p14:creationId xmlns:p14="http://schemas.microsoft.com/office/powerpoint/2010/main" val="2738769847"/>
      </p:ext>
    </p:extLst>
  </p:cSld>
  <p:clrMapOvr>
    <a:masterClrMapping/>
  </p:clrMapOvr>
  <p:extLst>
    <p:ext uri="{DCECCB84-F9BA-43D5-87BE-67443E8EF086}">
      <p15:sldGuideLst xmlns="" xmlns:p15="http://schemas.microsoft.com/office/powerpoint/2012/main">
        <p15:guide id="1" orient="horz" pos="2160" userDrawn="1">
          <p15:clr>
            <a:srgbClr val="FBAE40"/>
          </p15:clr>
        </p15:guide>
        <p15:guide id="2" pos="384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over alternate">
    <p:spTree>
      <p:nvGrpSpPr>
        <p:cNvPr id="1" name=""/>
        <p:cNvGrpSpPr/>
        <p:nvPr/>
      </p:nvGrpSpPr>
      <p:grpSpPr>
        <a:xfrm>
          <a:off x="0" y="0"/>
          <a:ext cx="0" cy="0"/>
          <a:chOff x="0" y="0"/>
          <a:chExt cx="0" cy="0"/>
        </a:xfrm>
      </p:grpSpPr>
      <p:pic>
        <p:nvPicPr>
          <p:cNvPr id="10" name="Picture 9">
            <a:extLst>
              <a:ext uri="{FF2B5EF4-FFF2-40B4-BE49-F238E27FC236}">
                <a16:creationId xmlns="" xmlns:a16="http://schemas.microsoft.com/office/drawing/2014/main" id="{6B1894A3-BFA8-4097-A83B-C0972D51FE2D}"/>
              </a:ext>
            </a:extLst>
          </p:cNvPr>
          <p:cNvPicPr>
            <a:picLocks noChangeAspect="1"/>
          </p:cNvPicPr>
          <p:nvPr userDrawn="1"/>
        </p:nvPicPr>
        <p:blipFill rotWithShape="1">
          <a:blip r:embed="rId2"/>
          <a:srcRect t="25039"/>
          <a:stretch/>
        </p:blipFill>
        <p:spPr>
          <a:xfrm>
            <a:off x="0" y="0"/>
            <a:ext cx="12198350" cy="6857999"/>
          </a:xfrm>
          <a:prstGeom prst="rect">
            <a:avLst/>
          </a:prstGeom>
        </p:spPr>
      </p:pic>
      <p:sp>
        <p:nvSpPr>
          <p:cNvPr id="16" name="Freeform 56">
            <a:extLst>
              <a:ext uri="{FF2B5EF4-FFF2-40B4-BE49-F238E27FC236}">
                <a16:creationId xmlns="" xmlns:a16="http://schemas.microsoft.com/office/drawing/2014/main" id="{13A7AC18-CF42-4EC5-8D40-441EAE30A06C}"/>
              </a:ext>
            </a:extLst>
          </p:cNvPr>
          <p:cNvSpPr/>
          <p:nvPr userDrawn="1"/>
        </p:nvSpPr>
        <p:spPr>
          <a:xfrm>
            <a:off x="498115" y="795662"/>
            <a:ext cx="4930412"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ctrTitle"/>
          </p:nvPr>
        </p:nvSpPr>
        <p:spPr>
          <a:xfrm>
            <a:off x="775504" y="1954221"/>
            <a:ext cx="4328932" cy="979702"/>
          </a:xfrm>
        </p:spPr>
        <p:txBody>
          <a:bodyPr/>
          <a:lstStyle>
            <a:lvl1pPr>
              <a:defRPr sz="3000" b="0">
                <a:solidFill>
                  <a:schemeClr val="tx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775504" y="3046158"/>
            <a:ext cx="4328932" cy="1046323"/>
          </a:xfrm>
        </p:spPr>
        <p:txBody>
          <a:bodyPr/>
          <a:lstStyle>
            <a:lvl1pPr marL="0" indent="0" algn="l">
              <a:spcAft>
                <a:spcPts val="1200"/>
              </a:spcAft>
              <a:buNone/>
              <a:defRPr sz="2000">
                <a:solidFill>
                  <a:schemeClr val="tx1"/>
                </a:solidFill>
                <a:latin typeface="EYInterstate" panose="02000503020000020004" pitchFamily="2" charset="0"/>
                <a:cs typeface="Arial" pitchFamily="34" charset="0"/>
              </a:defRPr>
            </a:lvl1pPr>
            <a:lvl2pPr marL="0" indent="0" algn="l">
              <a:buNone/>
              <a:defRPr sz="1600" b="1">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2" name="Picture 1" descr="A black and white sign with white text&#10;&#10;Description automatically generated">
            <a:extLst>
              <a:ext uri="{FF2B5EF4-FFF2-40B4-BE49-F238E27FC236}">
                <a16:creationId xmlns="" xmlns:a16="http://schemas.microsoft.com/office/drawing/2014/main" id="{0706AECE-518A-3D3C-C9C5-8D0DAC955C6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218" y="4905997"/>
            <a:ext cx="1415666" cy="1492500"/>
          </a:xfrm>
          <a:prstGeom prst="rect">
            <a:avLst/>
          </a:prstGeom>
        </p:spPr>
      </p:pic>
    </p:spTree>
    <p:extLst>
      <p:ext uri="{BB962C8B-B14F-4D97-AF65-F5344CB8AC3E}">
        <p14:creationId xmlns:p14="http://schemas.microsoft.com/office/powerpoint/2010/main" val="1815037000"/>
      </p:ext>
    </p:extLst>
  </p:cSld>
  <p:clrMapOvr>
    <a:masterClrMapping/>
  </p:clrMapOvr>
  <p:extLst>
    <p:ext uri="{DCECCB84-F9BA-43D5-87BE-67443E8EF086}">
      <p15:sldGuideLst xmlns="" xmlns:p15="http://schemas.microsoft.com/office/powerpoint/2012/main">
        <p15:guide id="1" orient="horz" pos="2160">
          <p15:clr>
            <a:srgbClr val="FBAE40"/>
          </p15:clr>
        </p15:guide>
        <p15:guide id="2" pos="38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pproved question wide">
    <p:spTree>
      <p:nvGrpSpPr>
        <p:cNvPr id="1" name=""/>
        <p:cNvGrpSpPr/>
        <p:nvPr/>
      </p:nvGrpSpPr>
      <p:grpSpPr>
        <a:xfrm>
          <a:off x="0" y="0"/>
          <a:ext cx="0" cy="0"/>
          <a:chOff x="0" y="0"/>
          <a:chExt cx="0" cy="0"/>
        </a:xfrm>
      </p:grpSpPr>
      <p:grpSp>
        <p:nvGrpSpPr>
          <p:cNvPr id="235" name="Group 234">
            <a:extLst>
              <a:ext uri="{FF2B5EF4-FFF2-40B4-BE49-F238E27FC236}">
                <a16:creationId xmlns="" xmlns:a16="http://schemas.microsoft.com/office/drawing/2014/main" id="{5342E118-6F1D-4C46-956E-4CCCBCAA7952}"/>
              </a:ext>
            </a:extLst>
          </p:cNvPr>
          <p:cNvGrpSpPr/>
          <p:nvPr userDrawn="1"/>
        </p:nvGrpSpPr>
        <p:grpSpPr>
          <a:xfrm>
            <a:off x="498115" y="5826612"/>
            <a:ext cx="3878023" cy="570195"/>
            <a:chOff x="498115" y="5951018"/>
            <a:chExt cx="3878023" cy="570195"/>
          </a:xfrm>
        </p:grpSpPr>
        <p:sp>
          <p:nvSpPr>
            <p:cNvPr id="168" name="Rectangle 167">
              <a:extLst>
                <a:ext uri="{FF2B5EF4-FFF2-40B4-BE49-F238E27FC236}">
                  <a16:creationId xmlns=""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9" name="Rectangle 6">
              <a:extLst>
                <a:ext uri="{FF2B5EF4-FFF2-40B4-BE49-F238E27FC236}">
                  <a16:creationId xmlns=""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0" name="Rectangle 7">
              <a:extLst>
                <a:ext uri="{FF2B5EF4-FFF2-40B4-BE49-F238E27FC236}">
                  <a16:creationId xmlns=""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1" name="Freeform 8">
              <a:extLst>
                <a:ext uri="{FF2B5EF4-FFF2-40B4-BE49-F238E27FC236}">
                  <a16:creationId xmlns=""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2" name="Freeform 9">
              <a:extLst>
                <a:ext uri="{FF2B5EF4-FFF2-40B4-BE49-F238E27FC236}">
                  <a16:creationId xmlns=""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3" name="Freeform 10">
              <a:extLst>
                <a:ext uri="{FF2B5EF4-FFF2-40B4-BE49-F238E27FC236}">
                  <a16:creationId xmlns=""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4" name="Freeform 11">
              <a:extLst>
                <a:ext uri="{FF2B5EF4-FFF2-40B4-BE49-F238E27FC236}">
                  <a16:creationId xmlns=""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5" name="Freeform 12">
              <a:extLst>
                <a:ext uri="{FF2B5EF4-FFF2-40B4-BE49-F238E27FC236}">
                  <a16:creationId xmlns=""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6" name="Freeform 13">
              <a:extLst>
                <a:ext uri="{FF2B5EF4-FFF2-40B4-BE49-F238E27FC236}">
                  <a16:creationId xmlns=""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7" name="Freeform 14">
              <a:extLst>
                <a:ext uri="{FF2B5EF4-FFF2-40B4-BE49-F238E27FC236}">
                  <a16:creationId xmlns=""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8" name="Freeform 15">
              <a:extLst>
                <a:ext uri="{FF2B5EF4-FFF2-40B4-BE49-F238E27FC236}">
                  <a16:creationId xmlns=""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9" name="Freeform 16">
              <a:extLst>
                <a:ext uri="{FF2B5EF4-FFF2-40B4-BE49-F238E27FC236}">
                  <a16:creationId xmlns=""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0" name="Freeform 17">
              <a:extLst>
                <a:ext uri="{FF2B5EF4-FFF2-40B4-BE49-F238E27FC236}">
                  <a16:creationId xmlns=""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1" name="Freeform 18">
              <a:extLst>
                <a:ext uri="{FF2B5EF4-FFF2-40B4-BE49-F238E27FC236}">
                  <a16:creationId xmlns=""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2" name="Freeform 19">
              <a:extLst>
                <a:ext uri="{FF2B5EF4-FFF2-40B4-BE49-F238E27FC236}">
                  <a16:creationId xmlns=""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3" name="Freeform 20">
              <a:extLst>
                <a:ext uri="{FF2B5EF4-FFF2-40B4-BE49-F238E27FC236}">
                  <a16:creationId xmlns=""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4" name="Freeform 21">
              <a:extLst>
                <a:ext uri="{FF2B5EF4-FFF2-40B4-BE49-F238E27FC236}">
                  <a16:creationId xmlns=""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5" name="Freeform 22">
              <a:extLst>
                <a:ext uri="{FF2B5EF4-FFF2-40B4-BE49-F238E27FC236}">
                  <a16:creationId xmlns=""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6" name="Freeform 23">
              <a:extLst>
                <a:ext uri="{FF2B5EF4-FFF2-40B4-BE49-F238E27FC236}">
                  <a16:creationId xmlns=""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7" name="Freeform 24">
              <a:extLst>
                <a:ext uri="{FF2B5EF4-FFF2-40B4-BE49-F238E27FC236}">
                  <a16:creationId xmlns=""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8" name="Freeform 25">
              <a:extLst>
                <a:ext uri="{FF2B5EF4-FFF2-40B4-BE49-F238E27FC236}">
                  <a16:creationId xmlns=""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9" name="Freeform 26">
              <a:extLst>
                <a:ext uri="{FF2B5EF4-FFF2-40B4-BE49-F238E27FC236}">
                  <a16:creationId xmlns=""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0" name="Freeform 27">
              <a:extLst>
                <a:ext uri="{FF2B5EF4-FFF2-40B4-BE49-F238E27FC236}">
                  <a16:creationId xmlns=""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1" name="Freeform 28">
              <a:extLst>
                <a:ext uri="{FF2B5EF4-FFF2-40B4-BE49-F238E27FC236}">
                  <a16:creationId xmlns=""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2" name="Freeform 29">
              <a:extLst>
                <a:ext uri="{FF2B5EF4-FFF2-40B4-BE49-F238E27FC236}">
                  <a16:creationId xmlns=""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3" name="Freeform 30">
              <a:extLst>
                <a:ext uri="{FF2B5EF4-FFF2-40B4-BE49-F238E27FC236}">
                  <a16:creationId xmlns=""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4" name="Freeform 31">
              <a:extLst>
                <a:ext uri="{FF2B5EF4-FFF2-40B4-BE49-F238E27FC236}">
                  <a16:creationId xmlns=""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5" name="Freeform 32">
              <a:extLst>
                <a:ext uri="{FF2B5EF4-FFF2-40B4-BE49-F238E27FC236}">
                  <a16:creationId xmlns=""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6" name="Freeform 33">
              <a:extLst>
                <a:ext uri="{FF2B5EF4-FFF2-40B4-BE49-F238E27FC236}">
                  <a16:creationId xmlns=""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7" name="Freeform 34">
              <a:extLst>
                <a:ext uri="{FF2B5EF4-FFF2-40B4-BE49-F238E27FC236}">
                  <a16:creationId xmlns=""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8" name="Freeform 35">
              <a:extLst>
                <a:ext uri="{FF2B5EF4-FFF2-40B4-BE49-F238E27FC236}">
                  <a16:creationId xmlns=""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9" name="Freeform 36">
              <a:extLst>
                <a:ext uri="{FF2B5EF4-FFF2-40B4-BE49-F238E27FC236}">
                  <a16:creationId xmlns=""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0" name="Freeform 37">
              <a:extLst>
                <a:ext uri="{FF2B5EF4-FFF2-40B4-BE49-F238E27FC236}">
                  <a16:creationId xmlns=""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1" name="Freeform 38">
              <a:extLst>
                <a:ext uri="{FF2B5EF4-FFF2-40B4-BE49-F238E27FC236}">
                  <a16:creationId xmlns=""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2" name="Freeform 39">
              <a:extLst>
                <a:ext uri="{FF2B5EF4-FFF2-40B4-BE49-F238E27FC236}">
                  <a16:creationId xmlns=""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3" name="Freeform 40">
              <a:extLst>
                <a:ext uri="{FF2B5EF4-FFF2-40B4-BE49-F238E27FC236}">
                  <a16:creationId xmlns=""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4" name="Freeform 41">
              <a:extLst>
                <a:ext uri="{FF2B5EF4-FFF2-40B4-BE49-F238E27FC236}">
                  <a16:creationId xmlns=""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5" name="Freeform 42">
              <a:extLst>
                <a:ext uri="{FF2B5EF4-FFF2-40B4-BE49-F238E27FC236}">
                  <a16:creationId xmlns=""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6" name="Freeform 43">
              <a:extLst>
                <a:ext uri="{FF2B5EF4-FFF2-40B4-BE49-F238E27FC236}">
                  <a16:creationId xmlns=""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7" name="Freeform 44">
              <a:extLst>
                <a:ext uri="{FF2B5EF4-FFF2-40B4-BE49-F238E27FC236}">
                  <a16:creationId xmlns=""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8" name="Freeform 45">
              <a:extLst>
                <a:ext uri="{FF2B5EF4-FFF2-40B4-BE49-F238E27FC236}">
                  <a16:creationId xmlns=""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9" name="Freeform 46">
              <a:extLst>
                <a:ext uri="{FF2B5EF4-FFF2-40B4-BE49-F238E27FC236}">
                  <a16:creationId xmlns=""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0" name="Freeform 47">
              <a:extLst>
                <a:ext uri="{FF2B5EF4-FFF2-40B4-BE49-F238E27FC236}">
                  <a16:creationId xmlns=""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1" name="Freeform 48">
              <a:extLst>
                <a:ext uri="{FF2B5EF4-FFF2-40B4-BE49-F238E27FC236}">
                  <a16:creationId xmlns=""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2" name="Freeform 49">
              <a:extLst>
                <a:ext uri="{FF2B5EF4-FFF2-40B4-BE49-F238E27FC236}">
                  <a16:creationId xmlns=""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3" name="Freeform 50">
              <a:extLst>
                <a:ext uri="{FF2B5EF4-FFF2-40B4-BE49-F238E27FC236}">
                  <a16:creationId xmlns=""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4" name="Freeform 51">
              <a:extLst>
                <a:ext uri="{FF2B5EF4-FFF2-40B4-BE49-F238E27FC236}">
                  <a16:creationId xmlns=""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5" name="Freeform 52">
              <a:extLst>
                <a:ext uri="{FF2B5EF4-FFF2-40B4-BE49-F238E27FC236}">
                  <a16:creationId xmlns=""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6" name="Freeform 53">
              <a:extLst>
                <a:ext uri="{FF2B5EF4-FFF2-40B4-BE49-F238E27FC236}">
                  <a16:creationId xmlns=""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7" name="Freeform 54">
              <a:extLst>
                <a:ext uri="{FF2B5EF4-FFF2-40B4-BE49-F238E27FC236}">
                  <a16:creationId xmlns=""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8" name="Freeform 55">
              <a:extLst>
                <a:ext uri="{FF2B5EF4-FFF2-40B4-BE49-F238E27FC236}">
                  <a16:creationId xmlns=""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9" name="Freeform 56">
              <a:extLst>
                <a:ext uri="{FF2B5EF4-FFF2-40B4-BE49-F238E27FC236}">
                  <a16:creationId xmlns=""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0" name="Freeform 57">
              <a:extLst>
                <a:ext uri="{FF2B5EF4-FFF2-40B4-BE49-F238E27FC236}">
                  <a16:creationId xmlns=""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1" name="Freeform 58">
              <a:extLst>
                <a:ext uri="{FF2B5EF4-FFF2-40B4-BE49-F238E27FC236}">
                  <a16:creationId xmlns=""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2" name="Freeform 59">
              <a:extLst>
                <a:ext uri="{FF2B5EF4-FFF2-40B4-BE49-F238E27FC236}">
                  <a16:creationId xmlns=""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3" name="Freeform 60">
              <a:extLst>
                <a:ext uri="{FF2B5EF4-FFF2-40B4-BE49-F238E27FC236}">
                  <a16:creationId xmlns=""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4" name="Freeform 61">
              <a:extLst>
                <a:ext uri="{FF2B5EF4-FFF2-40B4-BE49-F238E27FC236}">
                  <a16:creationId xmlns=""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5" name="Freeform 62">
              <a:extLst>
                <a:ext uri="{FF2B5EF4-FFF2-40B4-BE49-F238E27FC236}">
                  <a16:creationId xmlns=""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6" name="Freeform 63">
              <a:extLst>
                <a:ext uri="{FF2B5EF4-FFF2-40B4-BE49-F238E27FC236}">
                  <a16:creationId xmlns=""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7" name="Freeform 64">
              <a:extLst>
                <a:ext uri="{FF2B5EF4-FFF2-40B4-BE49-F238E27FC236}">
                  <a16:creationId xmlns=""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8" name="Freeform 65">
              <a:extLst>
                <a:ext uri="{FF2B5EF4-FFF2-40B4-BE49-F238E27FC236}">
                  <a16:creationId xmlns=""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9" name="Freeform 66">
              <a:extLst>
                <a:ext uri="{FF2B5EF4-FFF2-40B4-BE49-F238E27FC236}">
                  <a16:creationId xmlns=""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0" name="Freeform 67">
              <a:extLst>
                <a:ext uri="{FF2B5EF4-FFF2-40B4-BE49-F238E27FC236}">
                  <a16:creationId xmlns=""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1" name="Freeform 68">
              <a:extLst>
                <a:ext uri="{FF2B5EF4-FFF2-40B4-BE49-F238E27FC236}">
                  <a16:creationId xmlns=""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2" name="Freeform 69">
              <a:extLst>
                <a:ext uri="{FF2B5EF4-FFF2-40B4-BE49-F238E27FC236}">
                  <a16:creationId xmlns=""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3" name="Freeform 70">
              <a:extLst>
                <a:ext uri="{FF2B5EF4-FFF2-40B4-BE49-F238E27FC236}">
                  <a16:creationId xmlns=""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grpSp>
      <p:sp>
        <p:nvSpPr>
          <p:cNvPr id="18" name="Title 1"/>
          <p:cNvSpPr>
            <a:spLocks noGrp="1"/>
          </p:cNvSpPr>
          <p:nvPr userDrawn="1">
            <p:ph type="ctrTitle"/>
          </p:nvPr>
        </p:nvSpPr>
        <p:spPr>
          <a:xfrm>
            <a:off x="944880" y="2158329"/>
            <a:ext cx="4783882"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9" name="Subtitle 2"/>
          <p:cNvSpPr>
            <a:spLocks noGrp="1"/>
          </p:cNvSpPr>
          <p:nvPr userDrawn="1">
            <p:ph type="subTitle" idx="1"/>
          </p:nvPr>
        </p:nvSpPr>
        <p:spPr>
          <a:xfrm>
            <a:off x="945072" y="3200329"/>
            <a:ext cx="4808028" cy="645742"/>
          </a:xfrm>
          <a:prstGeom prst="rect">
            <a:avLst/>
          </a:prstGeom>
        </p:spPr>
        <p:txBody>
          <a:bodyPr/>
          <a:lstStyle>
            <a:lvl1pPr marL="0" indent="0" algn="l">
              <a:buNone/>
              <a:defRPr sz="2000">
                <a:solidFill>
                  <a:schemeClr val="bg1"/>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
        <p:nvSpPr>
          <p:cNvPr id="3" name="Freeform: Shape 2">
            <a:extLst>
              <a:ext uri="{FF2B5EF4-FFF2-40B4-BE49-F238E27FC236}">
                <a16:creationId xmlns="" xmlns:a16="http://schemas.microsoft.com/office/drawing/2014/main" id="{44A731D0-020D-4D8E-955D-2354AF0FE452}"/>
              </a:ext>
            </a:extLst>
          </p:cNvPr>
          <p:cNvSpPr/>
          <p:nvPr userDrawn="1"/>
        </p:nvSpPr>
        <p:spPr>
          <a:xfrm>
            <a:off x="489366" y="723658"/>
            <a:ext cx="5680945"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a:p>
        </p:txBody>
      </p:sp>
      <p:sp>
        <p:nvSpPr>
          <p:cNvPr id="4" name="Freeform: Shape 3">
            <a:extLst>
              <a:ext uri="{FF2B5EF4-FFF2-40B4-BE49-F238E27FC236}">
                <a16:creationId xmlns="" xmlns:a16="http://schemas.microsoft.com/office/drawing/2014/main" id="{15324C54-B75E-4AC0-90C2-FA558C7716F7}"/>
              </a:ext>
            </a:extLst>
          </p:cNvPr>
          <p:cNvSpPr/>
          <p:nvPr/>
        </p:nvSpPr>
        <p:spPr>
          <a:xfrm>
            <a:off x="489366"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sp>
        <p:nvSpPr>
          <p:cNvPr id="5" name="Freeform: Shape 4">
            <a:extLst>
              <a:ext uri="{FF2B5EF4-FFF2-40B4-BE49-F238E27FC236}">
                <a16:creationId xmlns="" xmlns:a16="http://schemas.microsoft.com/office/drawing/2014/main" id="{CAA95478-C099-485F-AD95-A617656C6C7C}"/>
              </a:ext>
            </a:extLst>
          </p:cNvPr>
          <p:cNvSpPr/>
          <p:nvPr/>
        </p:nvSpPr>
        <p:spPr>
          <a:xfrm>
            <a:off x="774697"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sp>
        <p:nvSpPr>
          <p:cNvPr id="6" name="Freeform: Shape 5">
            <a:extLst>
              <a:ext uri="{FF2B5EF4-FFF2-40B4-BE49-F238E27FC236}">
                <a16:creationId xmlns="" xmlns:a16="http://schemas.microsoft.com/office/drawing/2014/main" id="{D65680A1-86D1-44C2-AA38-0DF5735F1F26}"/>
              </a:ext>
            </a:extLst>
          </p:cNvPr>
          <p:cNvSpPr/>
          <p:nvPr/>
        </p:nvSpPr>
        <p:spPr>
          <a:xfrm>
            <a:off x="1059910"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pic>
        <p:nvPicPr>
          <p:cNvPr id="2" name="Picture 1" descr="A black and white sign with white text&#10;&#10;Description automatically generated">
            <a:extLst>
              <a:ext uri="{FF2B5EF4-FFF2-40B4-BE49-F238E27FC236}">
                <a16:creationId xmlns="" xmlns:a16="http://schemas.microsoft.com/office/drawing/2014/main" id="{9494D1F2-ED4E-71AF-5A87-D6FAD95149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218" y="4905997"/>
            <a:ext cx="1415666" cy="1492500"/>
          </a:xfrm>
          <a:prstGeom prst="rect">
            <a:avLst/>
          </a:prstGeom>
        </p:spPr>
      </p:pic>
    </p:spTree>
    <p:extLst>
      <p:ext uri="{BB962C8B-B14F-4D97-AF65-F5344CB8AC3E}">
        <p14:creationId xmlns:p14="http://schemas.microsoft.com/office/powerpoint/2010/main" val="3062192309"/>
      </p:ext>
    </p:extLst>
  </p:cSld>
  <p:clrMapOvr>
    <a:masterClrMapping/>
  </p:clrMapOvr>
  <p:extLst>
    <p:ext uri="{DCECCB84-F9BA-43D5-87BE-67443E8EF086}">
      <p15:sldGuideLst xmlns=""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roved question tall">
    <p:spTree>
      <p:nvGrpSpPr>
        <p:cNvPr id="1" name=""/>
        <p:cNvGrpSpPr/>
        <p:nvPr/>
      </p:nvGrpSpPr>
      <p:grpSpPr>
        <a:xfrm>
          <a:off x="0" y="0"/>
          <a:ext cx="0" cy="0"/>
          <a:chOff x="0" y="0"/>
          <a:chExt cx="0" cy="0"/>
        </a:xfrm>
      </p:grpSpPr>
      <p:pic>
        <p:nvPicPr>
          <p:cNvPr id="76" name="Picture 75">
            <a:extLst>
              <a:ext uri="{FF2B5EF4-FFF2-40B4-BE49-F238E27FC236}">
                <a16:creationId xmlns="" xmlns:a16="http://schemas.microsoft.com/office/drawing/2014/main" id="{14BCD91D-E17F-4B16-A3F2-EEF2A6E3B44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15540" b="21219"/>
          <a:stretch/>
        </p:blipFill>
        <p:spPr>
          <a:xfrm>
            <a:off x="0" y="-2"/>
            <a:ext cx="12198350" cy="6858001"/>
          </a:xfrm>
          <a:prstGeom prst="rect">
            <a:avLst/>
          </a:prstGeom>
        </p:spPr>
      </p:pic>
      <p:pic>
        <p:nvPicPr>
          <p:cNvPr id="85" name="Graphic 84">
            <a:extLst>
              <a:ext uri="{FF2B5EF4-FFF2-40B4-BE49-F238E27FC236}">
                <a16:creationId xmlns="" xmlns:a16="http://schemas.microsoft.com/office/drawing/2014/main" id="{819BCB30-E1AA-4383-BEF0-0BE30C6425D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489366" y="869576"/>
            <a:ext cx="4848024" cy="3933825"/>
          </a:xfrm>
          <a:prstGeom prst="rect">
            <a:avLst/>
          </a:prstGeom>
        </p:spPr>
      </p:pic>
      <p:grpSp>
        <p:nvGrpSpPr>
          <p:cNvPr id="186" name="Group 185">
            <a:extLst>
              <a:ext uri="{FF2B5EF4-FFF2-40B4-BE49-F238E27FC236}">
                <a16:creationId xmlns="" xmlns:a16="http://schemas.microsoft.com/office/drawing/2014/main" id="{9CDE954B-B280-441B-9B2D-3DC58AAE3926}"/>
              </a:ext>
            </a:extLst>
          </p:cNvPr>
          <p:cNvGrpSpPr/>
          <p:nvPr userDrawn="1"/>
        </p:nvGrpSpPr>
        <p:grpSpPr>
          <a:xfrm>
            <a:off x="498115" y="5826612"/>
            <a:ext cx="3878023" cy="570195"/>
            <a:chOff x="498115" y="5951018"/>
            <a:chExt cx="3878023" cy="570195"/>
          </a:xfrm>
        </p:grpSpPr>
        <p:sp>
          <p:nvSpPr>
            <p:cNvPr id="187" name="Rectangle 186">
              <a:extLst>
                <a:ext uri="{FF2B5EF4-FFF2-40B4-BE49-F238E27FC236}">
                  <a16:creationId xmlns="" xmlns:a16="http://schemas.microsoft.com/office/drawing/2014/main" id="{93D8FAC8-9530-49D4-8284-D35D1B1509D3}"/>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8" name="Rectangle 6">
              <a:extLst>
                <a:ext uri="{FF2B5EF4-FFF2-40B4-BE49-F238E27FC236}">
                  <a16:creationId xmlns="" xmlns:a16="http://schemas.microsoft.com/office/drawing/2014/main" id="{FD924F44-93C1-4254-B594-53DB14FD995E}"/>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9" name="Rectangle 7">
              <a:extLst>
                <a:ext uri="{FF2B5EF4-FFF2-40B4-BE49-F238E27FC236}">
                  <a16:creationId xmlns="" xmlns:a16="http://schemas.microsoft.com/office/drawing/2014/main" id="{2A2DA425-7935-45A1-B63F-2D14CF8D5F9C}"/>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0" name="Freeform 8">
              <a:extLst>
                <a:ext uri="{FF2B5EF4-FFF2-40B4-BE49-F238E27FC236}">
                  <a16:creationId xmlns="" xmlns:a16="http://schemas.microsoft.com/office/drawing/2014/main" id="{91EFF75E-13E7-4E35-B108-D9FD5E9C802C}"/>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1" name="Freeform 9">
              <a:extLst>
                <a:ext uri="{FF2B5EF4-FFF2-40B4-BE49-F238E27FC236}">
                  <a16:creationId xmlns="" xmlns:a16="http://schemas.microsoft.com/office/drawing/2014/main" id="{4411951F-E009-4FE7-B2EC-47771CA8E178}"/>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2" name="Freeform 10">
              <a:extLst>
                <a:ext uri="{FF2B5EF4-FFF2-40B4-BE49-F238E27FC236}">
                  <a16:creationId xmlns="" xmlns:a16="http://schemas.microsoft.com/office/drawing/2014/main" id="{B28EE49C-5F5A-49C6-AEB8-6D12DDF344ED}"/>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3" name="Freeform 11">
              <a:extLst>
                <a:ext uri="{FF2B5EF4-FFF2-40B4-BE49-F238E27FC236}">
                  <a16:creationId xmlns="" xmlns:a16="http://schemas.microsoft.com/office/drawing/2014/main" id="{6E2B7D76-D660-491F-8B04-169C6F138B0A}"/>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4" name="Freeform 12">
              <a:extLst>
                <a:ext uri="{FF2B5EF4-FFF2-40B4-BE49-F238E27FC236}">
                  <a16:creationId xmlns="" xmlns:a16="http://schemas.microsoft.com/office/drawing/2014/main" id="{41BE51DE-402B-48B5-99C8-D8BB9A32DF35}"/>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5" name="Freeform 13">
              <a:extLst>
                <a:ext uri="{FF2B5EF4-FFF2-40B4-BE49-F238E27FC236}">
                  <a16:creationId xmlns="" xmlns:a16="http://schemas.microsoft.com/office/drawing/2014/main" id="{8D5E878B-8859-44FA-A69D-DCE630AAB0D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6" name="Freeform 14">
              <a:extLst>
                <a:ext uri="{FF2B5EF4-FFF2-40B4-BE49-F238E27FC236}">
                  <a16:creationId xmlns="" xmlns:a16="http://schemas.microsoft.com/office/drawing/2014/main" id="{08D55808-ECDC-4E9B-84ED-7301E9E716C2}"/>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7" name="Freeform 15">
              <a:extLst>
                <a:ext uri="{FF2B5EF4-FFF2-40B4-BE49-F238E27FC236}">
                  <a16:creationId xmlns="" xmlns:a16="http://schemas.microsoft.com/office/drawing/2014/main" id="{3436B310-313E-4A53-A70D-CA0D0D97FE7A}"/>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8" name="Freeform 16">
              <a:extLst>
                <a:ext uri="{FF2B5EF4-FFF2-40B4-BE49-F238E27FC236}">
                  <a16:creationId xmlns="" xmlns:a16="http://schemas.microsoft.com/office/drawing/2014/main" id="{F3CE55A9-AE55-4169-A58D-8171D9916EC9}"/>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9" name="Freeform 17">
              <a:extLst>
                <a:ext uri="{FF2B5EF4-FFF2-40B4-BE49-F238E27FC236}">
                  <a16:creationId xmlns="" xmlns:a16="http://schemas.microsoft.com/office/drawing/2014/main" id="{FA01BC48-4605-46FC-A7AC-192C7DBCA046}"/>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0" name="Freeform 18">
              <a:extLst>
                <a:ext uri="{FF2B5EF4-FFF2-40B4-BE49-F238E27FC236}">
                  <a16:creationId xmlns="" xmlns:a16="http://schemas.microsoft.com/office/drawing/2014/main" id="{870190F3-472B-4296-B88D-D6904B9F3085}"/>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1" name="Freeform 19">
              <a:extLst>
                <a:ext uri="{FF2B5EF4-FFF2-40B4-BE49-F238E27FC236}">
                  <a16:creationId xmlns="" xmlns:a16="http://schemas.microsoft.com/office/drawing/2014/main" id="{6CEA0F2B-4AAB-4A16-B7F1-CFCB0C0DCEE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2" name="Freeform 20">
              <a:extLst>
                <a:ext uri="{FF2B5EF4-FFF2-40B4-BE49-F238E27FC236}">
                  <a16:creationId xmlns="" xmlns:a16="http://schemas.microsoft.com/office/drawing/2014/main" id="{CD64F657-7EE7-4AF2-ADE4-160C87E64D6B}"/>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3" name="Freeform 21">
              <a:extLst>
                <a:ext uri="{FF2B5EF4-FFF2-40B4-BE49-F238E27FC236}">
                  <a16:creationId xmlns="" xmlns:a16="http://schemas.microsoft.com/office/drawing/2014/main" id="{FA80A690-9084-4519-8D88-A01963C02369}"/>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4" name="Freeform 22">
              <a:extLst>
                <a:ext uri="{FF2B5EF4-FFF2-40B4-BE49-F238E27FC236}">
                  <a16:creationId xmlns="" xmlns:a16="http://schemas.microsoft.com/office/drawing/2014/main" id="{E847401D-2482-482A-AC12-D2E83C13546D}"/>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5" name="Freeform 23">
              <a:extLst>
                <a:ext uri="{FF2B5EF4-FFF2-40B4-BE49-F238E27FC236}">
                  <a16:creationId xmlns="" xmlns:a16="http://schemas.microsoft.com/office/drawing/2014/main" id="{86054F72-4509-4465-B9A8-8DAE3EFD35B0}"/>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6" name="Freeform 24">
              <a:extLst>
                <a:ext uri="{FF2B5EF4-FFF2-40B4-BE49-F238E27FC236}">
                  <a16:creationId xmlns="" xmlns:a16="http://schemas.microsoft.com/office/drawing/2014/main" id="{813850E4-4B62-4FDA-ABD6-F5A5AA5E7C28}"/>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7" name="Freeform 25">
              <a:extLst>
                <a:ext uri="{FF2B5EF4-FFF2-40B4-BE49-F238E27FC236}">
                  <a16:creationId xmlns="" xmlns:a16="http://schemas.microsoft.com/office/drawing/2014/main" id="{1B4F0124-2FAE-4D54-9ECC-E88A8031BBD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8" name="Freeform 26">
              <a:extLst>
                <a:ext uri="{FF2B5EF4-FFF2-40B4-BE49-F238E27FC236}">
                  <a16:creationId xmlns="" xmlns:a16="http://schemas.microsoft.com/office/drawing/2014/main" id="{2A730E5F-DF9C-488E-B4E0-EE9F501529EE}"/>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9" name="Freeform 27">
              <a:extLst>
                <a:ext uri="{FF2B5EF4-FFF2-40B4-BE49-F238E27FC236}">
                  <a16:creationId xmlns="" xmlns:a16="http://schemas.microsoft.com/office/drawing/2014/main" id="{39861D7E-D8DA-436F-9E2F-5C08A8BFB4D5}"/>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0" name="Freeform 28">
              <a:extLst>
                <a:ext uri="{FF2B5EF4-FFF2-40B4-BE49-F238E27FC236}">
                  <a16:creationId xmlns="" xmlns:a16="http://schemas.microsoft.com/office/drawing/2014/main" id="{8B038F9F-6A9C-4E57-A659-0090AF470598}"/>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1" name="Freeform 29">
              <a:extLst>
                <a:ext uri="{FF2B5EF4-FFF2-40B4-BE49-F238E27FC236}">
                  <a16:creationId xmlns="" xmlns:a16="http://schemas.microsoft.com/office/drawing/2014/main" id="{15E4EB7D-754D-4053-9A23-596C7CFDA987}"/>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2" name="Freeform 30">
              <a:extLst>
                <a:ext uri="{FF2B5EF4-FFF2-40B4-BE49-F238E27FC236}">
                  <a16:creationId xmlns="" xmlns:a16="http://schemas.microsoft.com/office/drawing/2014/main" id="{28E147CB-2B8F-497B-B00B-C25E679DC5EB}"/>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3" name="Freeform 31">
              <a:extLst>
                <a:ext uri="{FF2B5EF4-FFF2-40B4-BE49-F238E27FC236}">
                  <a16:creationId xmlns="" xmlns:a16="http://schemas.microsoft.com/office/drawing/2014/main" id="{E68BC676-C787-429D-B59B-1A5CE062F78A}"/>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4" name="Freeform 32">
              <a:extLst>
                <a:ext uri="{FF2B5EF4-FFF2-40B4-BE49-F238E27FC236}">
                  <a16:creationId xmlns="" xmlns:a16="http://schemas.microsoft.com/office/drawing/2014/main" id="{71266960-73CB-44B9-9A97-810858989148}"/>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5" name="Freeform 33">
              <a:extLst>
                <a:ext uri="{FF2B5EF4-FFF2-40B4-BE49-F238E27FC236}">
                  <a16:creationId xmlns="" xmlns:a16="http://schemas.microsoft.com/office/drawing/2014/main" id="{3FF3AC5A-B742-4B29-8E04-03A71D82B9A6}"/>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6" name="Freeform 34">
              <a:extLst>
                <a:ext uri="{FF2B5EF4-FFF2-40B4-BE49-F238E27FC236}">
                  <a16:creationId xmlns="" xmlns:a16="http://schemas.microsoft.com/office/drawing/2014/main" id="{0C912743-E24B-4E48-8196-5FBD1ECEE9AD}"/>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7" name="Freeform 35">
              <a:extLst>
                <a:ext uri="{FF2B5EF4-FFF2-40B4-BE49-F238E27FC236}">
                  <a16:creationId xmlns="" xmlns:a16="http://schemas.microsoft.com/office/drawing/2014/main" id="{6E2F01F4-1410-4FE1-B043-EA97A1541F32}"/>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8" name="Freeform 36">
              <a:extLst>
                <a:ext uri="{FF2B5EF4-FFF2-40B4-BE49-F238E27FC236}">
                  <a16:creationId xmlns="" xmlns:a16="http://schemas.microsoft.com/office/drawing/2014/main" id="{58ACFF1C-49F0-414E-B9E3-DE4E9FFAA38A}"/>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9" name="Freeform 37">
              <a:extLst>
                <a:ext uri="{FF2B5EF4-FFF2-40B4-BE49-F238E27FC236}">
                  <a16:creationId xmlns="" xmlns:a16="http://schemas.microsoft.com/office/drawing/2014/main" id="{DACBD04B-22FF-4A4F-8B29-A2F31A05423A}"/>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0" name="Freeform 38">
              <a:extLst>
                <a:ext uri="{FF2B5EF4-FFF2-40B4-BE49-F238E27FC236}">
                  <a16:creationId xmlns="" xmlns:a16="http://schemas.microsoft.com/office/drawing/2014/main" id="{A13F6E37-C22B-4FD3-ADFE-9C53ECB44692}"/>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1" name="Freeform 39">
              <a:extLst>
                <a:ext uri="{FF2B5EF4-FFF2-40B4-BE49-F238E27FC236}">
                  <a16:creationId xmlns="" xmlns:a16="http://schemas.microsoft.com/office/drawing/2014/main" id="{76256F1D-405A-49F9-8592-A899623F2DB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2" name="Freeform 40">
              <a:extLst>
                <a:ext uri="{FF2B5EF4-FFF2-40B4-BE49-F238E27FC236}">
                  <a16:creationId xmlns="" xmlns:a16="http://schemas.microsoft.com/office/drawing/2014/main" id="{2F9CAE14-DB05-4B70-867F-3F6164BDB74F}"/>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3" name="Freeform 41">
              <a:extLst>
                <a:ext uri="{FF2B5EF4-FFF2-40B4-BE49-F238E27FC236}">
                  <a16:creationId xmlns="" xmlns:a16="http://schemas.microsoft.com/office/drawing/2014/main" id="{30C7B10F-7027-41F9-BEE2-F1575CB690D6}"/>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4" name="Freeform 42">
              <a:extLst>
                <a:ext uri="{FF2B5EF4-FFF2-40B4-BE49-F238E27FC236}">
                  <a16:creationId xmlns="" xmlns:a16="http://schemas.microsoft.com/office/drawing/2014/main" id="{16B384B2-A2D9-4CB4-AF87-AF1004852B5B}"/>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5" name="Freeform 43">
              <a:extLst>
                <a:ext uri="{FF2B5EF4-FFF2-40B4-BE49-F238E27FC236}">
                  <a16:creationId xmlns="" xmlns:a16="http://schemas.microsoft.com/office/drawing/2014/main" id="{DC309D60-84B9-4652-BEF1-F71EFAD3A402}"/>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6" name="Freeform 44">
              <a:extLst>
                <a:ext uri="{FF2B5EF4-FFF2-40B4-BE49-F238E27FC236}">
                  <a16:creationId xmlns="" xmlns:a16="http://schemas.microsoft.com/office/drawing/2014/main" id="{A4440044-5486-483F-B652-7EE3849461B3}"/>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7" name="Freeform 45">
              <a:extLst>
                <a:ext uri="{FF2B5EF4-FFF2-40B4-BE49-F238E27FC236}">
                  <a16:creationId xmlns="" xmlns:a16="http://schemas.microsoft.com/office/drawing/2014/main" id="{446771E9-EA09-4256-8955-FE392C07AFC4}"/>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8" name="Freeform 46">
              <a:extLst>
                <a:ext uri="{FF2B5EF4-FFF2-40B4-BE49-F238E27FC236}">
                  <a16:creationId xmlns="" xmlns:a16="http://schemas.microsoft.com/office/drawing/2014/main" id="{FE985025-CAA5-44F2-9174-87CD1D8BA182}"/>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9" name="Freeform 47">
              <a:extLst>
                <a:ext uri="{FF2B5EF4-FFF2-40B4-BE49-F238E27FC236}">
                  <a16:creationId xmlns="" xmlns:a16="http://schemas.microsoft.com/office/drawing/2014/main" id="{1105FBBE-AD06-4F22-94D8-E2E98185FAA9}"/>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0" name="Freeform 48">
              <a:extLst>
                <a:ext uri="{FF2B5EF4-FFF2-40B4-BE49-F238E27FC236}">
                  <a16:creationId xmlns="" xmlns:a16="http://schemas.microsoft.com/office/drawing/2014/main" id="{8141824A-6AD4-4B53-B837-71461DD538CC}"/>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1" name="Freeform 49">
              <a:extLst>
                <a:ext uri="{FF2B5EF4-FFF2-40B4-BE49-F238E27FC236}">
                  <a16:creationId xmlns="" xmlns:a16="http://schemas.microsoft.com/office/drawing/2014/main" id="{1CEF1D95-CD6C-417A-9539-CB4DBAA5E07D}"/>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2" name="Freeform 50">
              <a:extLst>
                <a:ext uri="{FF2B5EF4-FFF2-40B4-BE49-F238E27FC236}">
                  <a16:creationId xmlns="" xmlns:a16="http://schemas.microsoft.com/office/drawing/2014/main" id="{BF6CB5D3-9648-4D73-AB7C-5374814E5BA2}"/>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3" name="Freeform 51">
              <a:extLst>
                <a:ext uri="{FF2B5EF4-FFF2-40B4-BE49-F238E27FC236}">
                  <a16:creationId xmlns="" xmlns:a16="http://schemas.microsoft.com/office/drawing/2014/main" id="{55F0E322-3AEE-482E-8E59-9FB04FACA931}"/>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4" name="Freeform 52">
              <a:extLst>
                <a:ext uri="{FF2B5EF4-FFF2-40B4-BE49-F238E27FC236}">
                  <a16:creationId xmlns="" xmlns:a16="http://schemas.microsoft.com/office/drawing/2014/main" id="{0D3C59AD-7CCF-4166-9D21-3C3484889312}"/>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5" name="Freeform 53">
              <a:extLst>
                <a:ext uri="{FF2B5EF4-FFF2-40B4-BE49-F238E27FC236}">
                  <a16:creationId xmlns="" xmlns:a16="http://schemas.microsoft.com/office/drawing/2014/main" id="{9C9DA4CE-7B4D-42AE-9264-92B7D7757DD8}"/>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6" name="Freeform 54">
              <a:extLst>
                <a:ext uri="{FF2B5EF4-FFF2-40B4-BE49-F238E27FC236}">
                  <a16:creationId xmlns="" xmlns:a16="http://schemas.microsoft.com/office/drawing/2014/main" id="{DBCBD0D2-5C9C-4B12-8CF8-9CA320825ED7}"/>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7" name="Freeform 55">
              <a:extLst>
                <a:ext uri="{FF2B5EF4-FFF2-40B4-BE49-F238E27FC236}">
                  <a16:creationId xmlns="" xmlns:a16="http://schemas.microsoft.com/office/drawing/2014/main" id="{CDCFBD31-7961-4587-876E-1FAFC4E74AB8}"/>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8" name="Freeform 56">
              <a:extLst>
                <a:ext uri="{FF2B5EF4-FFF2-40B4-BE49-F238E27FC236}">
                  <a16:creationId xmlns="" xmlns:a16="http://schemas.microsoft.com/office/drawing/2014/main" id="{52482C08-723A-4738-9787-3516B3C1714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9" name="Freeform 57">
              <a:extLst>
                <a:ext uri="{FF2B5EF4-FFF2-40B4-BE49-F238E27FC236}">
                  <a16:creationId xmlns="" xmlns:a16="http://schemas.microsoft.com/office/drawing/2014/main" id="{5B72A8F0-33E3-42CD-88C2-C35BEC0E9833}"/>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0" name="Freeform 58">
              <a:extLst>
                <a:ext uri="{FF2B5EF4-FFF2-40B4-BE49-F238E27FC236}">
                  <a16:creationId xmlns="" xmlns:a16="http://schemas.microsoft.com/office/drawing/2014/main" id="{73FC54A2-6588-499B-968A-79F4CA9CF5F3}"/>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1" name="Freeform 59">
              <a:extLst>
                <a:ext uri="{FF2B5EF4-FFF2-40B4-BE49-F238E27FC236}">
                  <a16:creationId xmlns="" xmlns:a16="http://schemas.microsoft.com/office/drawing/2014/main" id="{1E6AB002-C130-4648-A18E-BA496FF1756C}"/>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2" name="Freeform 60">
              <a:extLst>
                <a:ext uri="{FF2B5EF4-FFF2-40B4-BE49-F238E27FC236}">
                  <a16:creationId xmlns="" xmlns:a16="http://schemas.microsoft.com/office/drawing/2014/main" id="{B0044278-9F7F-4596-96D2-ACFBE0DEC0B1}"/>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3" name="Freeform 61">
              <a:extLst>
                <a:ext uri="{FF2B5EF4-FFF2-40B4-BE49-F238E27FC236}">
                  <a16:creationId xmlns="" xmlns:a16="http://schemas.microsoft.com/office/drawing/2014/main" id="{79F75E0D-27A7-44C1-BF19-495F4768F995}"/>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4" name="Freeform 62">
              <a:extLst>
                <a:ext uri="{FF2B5EF4-FFF2-40B4-BE49-F238E27FC236}">
                  <a16:creationId xmlns="" xmlns:a16="http://schemas.microsoft.com/office/drawing/2014/main" id="{E5B9E395-C74C-4D98-8911-EE2C765D8BEB}"/>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5" name="Freeform 63">
              <a:extLst>
                <a:ext uri="{FF2B5EF4-FFF2-40B4-BE49-F238E27FC236}">
                  <a16:creationId xmlns="" xmlns:a16="http://schemas.microsoft.com/office/drawing/2014/main" id="{53BB8418-388C-4142-9A80-8BF00A87F7B0}"/>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6" name="Freeform 64">
              <a:extLst>
                <a:ext uri="{FF2B5EF4-FFF2-40B4-BE49-F238E27FC236}">
                  <a16:creationId xmlns="" xmlns:a16="http://schemas.microsoft.com/office/drawing/2014/main" id="{0256DB41-B3C1-4FEB-B394-9762C00E7F70}"/>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7" name="Freeform 65">
              <a:extLst>
                <a:ext uri="{FF2B5EF4-FFF2-40B4-BE49-F238E27FC236}">
                  <a16:creationId xmlns="" xmlns:a16="http://schemas.microsoft.com/office/drawing/2014/main" id="{F2BC9C1F-3F30-47A6-B503-20FB179B7F3A}"/>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8" name="Freeform 66">
              <a:extLst>
                <a:ext uri="{FF2B5EF4-FFF2-40B4-BE49-F238E27FC236}">
                  <a16:creationId xmlns="" xmlns:a16="http://schemas.microsoft.com/office/drawing/2014/main" id="{F2E1921C-CA0E-4886-93CA-956A6497CF03}"/>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9" name="Freeform 67">
              <a:extLst>
                <a:ext uri="{FF2B5EF4-FFF2-40B4-BE49-F238E27FC236}">
                  <a16:creationId xmlns="" xmlns:a16="http://schemas.microsoft.com/office/drawing/2014/main" id="{33147323-CD74-4B45-8B3D-9FC2D6ABC4D5}"/>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50" name="Freeform 68">
              <a:extLst>
                <a:ext uri="{FF2B5EF4-FFF2-40B4-BE49-F238E27FC236}">
                  <a16:creationId xmlns="" xmlns:a16="http://schemas.microsoft.com/office/drawing/2014/main" id="{646502BE-8655-4E99-B8D3-19E6C1D2B9F4}"/>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51" name="Freeform 69">
              <a:extLst>
                <a:ext uri="{FF2B5EF4-FFF2-40B4-BE49-F238E27FC236}">
                  <a16:creationId xmlns="" xmlns:a16="http://schemas.microsoft.com/office/drawing/2014/main" id="{7B89F1B5-6B06-45D2-838B-039A44EFFD1B}"/>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52" name="Freeform 70">
              <a:extLst>
                <a:ext uri="{FF2B5EF4-FFF2-40B4-BE49-F238E27FC236}">
                  <a16:creationId xmlns="" xmlns:a16="http://schemas.microsoft.com/office/drawing/2014/main" id="{07A005EC-C937-4146-8D02-C00C5931EBC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grpSp>
      <p:sp>
        <p:nvSpPr>
          <p:cNvPr id="263" name="Title 1">
            <a:extLst>
              <a:ext uri="{FF2B5EF4-FFF2-40B4-BE49-F238E27FC236}">
                <a16:creationId xmlns="" xmlns:a16="http://schemas.microsoft.com/office/drawing/2014/main" id="{3F36D6CC-3534-47CC-AECE-83EDA4639FB5}"/>
              </a:ext>
            </a:extLst>
          </p:cNvPr>
          <p:cNvSpPr>
            <a:spLocks noGrp="1"/>
          </p:cNvSpPr>
          <p:nvPr>
            <p:ph type="ctrTitle"/>
          </p:nvPr>
        </p:nvSpPr>
        <p:spPr>
          <a:xfrm>
            <a:off x="944880" y="2158329"/>
            <a:ext cx="4000436"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264" name="Subtitle 2">
            <a:extLst>
              <a:ext uri="{FF2B5EF4-FFF2-40B4-BE49-F238E27FC236}">
                <a16:creationId xmlns="" xmlns:a16="http://schemas.microsoft.com/office/drawing/2014/main" id="{C26FB38E-4E99-4AFB-8C8C-F03F7A963D9C}"/>
              </a:ext>
            </a:extLst>
          </p:cNvPr>
          <p:cNvSpPr>
            <a:spLocks noGrp="1"/>
          </p:cNvSpPr>
          <p:nvPr>
            <p:ph type="subTitle" idx="1"/>
          </p:nvPr>
        </p:nvSpPr>
        <p:spPr>
          <a:xfrm>
            <a:off x="945072" y="3200329"/>
            <a:ext cx="4020628" cy="645742"/>
          </a:xfrm>
          <a:prstGeom prst="rect">
            <a:avLst/>
          </a:prstGeom>
        </p:spPr>
        <p:txBody>
          <a:bodyPr/>
          <a:lstStyle>
            <a:lvl1pPr marL="0" indent="0" algn="l">
              <a:buNone/>
              <a:defRPr sz="2000">
                <a:solidFill>
                  <a:schemeClr val="bg1"/>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2" name="Picture 1" descr="A black and white sign with white text&#10;&#10;Description automatically generated">
            <a:extLst>
              <a:ext uri="{FF2B5EF4-FFF2-40B4-BE49-F238E27FC236}">
                <a16:creationId xmlns="" xmlns:a16="http://schemas.microsoft.com/office/drawing/2014/main" id="{3283267D-C55F-C7FC-4E6F-11E82AD67F1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60218" y="4905997"/>
            <a:ext cx="1415666" cy="1492500"/>
          </a:xfrm>
          <a:prstGeom prst="rect">
            <a:avLst/>
          </a:prstGeom>
        </p:spPr>
      </p:pic>
    </p:spTree>
    <p:extLst>
      <p:ext uri="{BB962C8B-B14F-4D97-AF65-F5344CB8AC3E}">
        <p14:creationId xmlns:p14="http://schemas.microsoft.com/office/powerpoint/2010/main" val="1496167784"/>
      </p:ext>
    </p:extLst>
  </p:cSld>
  <p:clrMapOvr>
    <a:masterClrMapping/>
  </p:clrMapOvr>
  <p:extLst>
    <p:ext uri="{DCECCB84-F9BA-43D5-87BE-67443E8EF086}">
      <p15:sldGuideLst xmlns=""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sz="2400">
                <a:solidFill>
                  <a:schemeClr val="bg1"/>
                </a:solidFill>
              </a:defRPr>
            </a:lvl1pPr>
          </a:lstStyle>
          <a:p>
            <a:r>
              <a:rPr lang="en-US" dirty="0"/>
              <a:t>Click to edit Master title style</a:t>
            </a:r>
            <a:endParaRPr lang="en-GB" dirty="0"/>
          </a:p>
        </p:txBody>
      </p:sp>
      <p:sp>
        <p:nvSpPr>
          <p:cNvPr id="12" name="Line 10">
            <a:extLst>
              <a:ext uri="{FF2B5EF4-FFF2-40B4-BE49-F238E27FC236}">
                <a16:creationId xmlns="" xmlns:a16="http://schemas.microsoft.com/office/drawing/2014/main" id="{DA9741B6-D337-4A18-8ECB-FB21A6953E44}"/>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5" name="Text Placeholder 4">
            <a:extLst>
              <a:ext uri="{FF2B5EF4-FFF2-40B4-BE49-F238E27FC236}">
                <a16:creationId xmlns="" xmlns:a16="http://schemas.microsoft.com/office/drawing/2014/main" id="{F079E910-7CFE-41D0-BD32-A43268A79099}"/>
              </a:ext>
            </a:extLst>
          </p:cNvPr>
          <p:cNvSpPr>
            <a:spLocks noGrp="1"/>
          </p:cNvSpPr>
          <p:nvPr>
            <p:ph type="body" sz="quarter" idx="10" hasCustomPrompt="1"/>
          </p:nvPr>
        </p:nvSpPr>
        <p:spPr>
          <a:xfrm>
            <a:off x="609600" y="1137920"/>
            <a:ext cx="10980738" cy="4756150"/>
          </a:xfrm>
        </p:spPr>
        <p:txBody>
          <a:bodyPr/>
          <a:lstStyle>
            <a:lvl1pPr>
              <a:defRPr/>
            </a:lvl1pPr>
          </a:lstStyle>
          <a:p>
            <a:pPr lvl="0"/>
            <a:r>
              <a:rPr lang="en-IN"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99396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918" y="294200"/>
            <a:ext cx="10978515" cy="590400"/>
          </a:xfrm>
        </p:spPr>
        <p:txBody>
          <a:bodyPr/>
          <a:lstStyle>
            <a:lvl1pPr>
              <a:defRPr sz="2400">
                <a:solidFill>
                  <a:schemeClr val="bg1"/>
                </a:solidFill>
              </a:defRPr>
            </a:lvl1pPr>
          </a:lstStyle>
          <a:p>
            <a:r>
              <a:rPr lang="en-US" dirty="0"/>
              <a:t>Standard slide</a:t>
            </a:r>
            <a:endParaRPr lang="en-GB" dirty="0"/>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365547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8199120" y="1"/>
            <a:ext cx="3999231" cy="6156104"/>
          </a:xfrm>
        </p:spPr>
        <p:txBody>
          <a:bodyPr/>
          <a:lstStyle/>
          <a:p>
            <a:endParaRPr lang="en-IN" dirty="0"/>
          </a:p>
        </p:txBody>
      </p:sp>
      <p:sp>
        <p:nvSpPr>
          <p:cNvPr id="2" name="Title 1"/>
          <p:cNvSpPr>
            <a:spLocks noGrp="1"/>
          </p:cNvSpPr>
          <p:nvPr>
            <p:ph type="title"/>
          </p:nvPr>
        </p:nvSpPr>
        <p:spPr>
          <a:xfrm>
            <a:off x="609919" y="294200"/>
            <a:ext cx="7444422" cy="590400"/>
          </a:xfrm>
        </p:spPr>
        <p:txBody>
          <a:bodyPr/>
          <a:lstStyle>
            <a:lvl1pPr>
              <a:defRPr sz="2400">
                <a:solidFill>
                  <a:schemeClr val="bg1"/>
                </a:solidFill>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609918" y="1137921"/>
            <a:ext cx="7299642" cy="873760"/>
          </a:xfrm>
        </p:spPr>
        <p:txBody>
          <a:bodyPr/>
          <a:lstStyle>
            <a:lvl1pPr marL="0" indent="0">
              <a:buNone/>
              <a:defRPr sz="18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609918" y="2311401"/>
            <a:ext cx="3580117" cy="3844704"/>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2" name="Content Placeholder 2">
            <a:extLst>
              <a:ext uri="{FF2B5EF4-FFF2-40B4-BE49-F238E27FC236}">
                <a16:creationId xmlns="" xmlns:a16="http://schemas.microsoft.com/office/drawing/2014/main" id="{0C7BD71A-882B-40FB-A05F-48ECC69FF73D}"/>
              </a:ext>
            </a:extLst>
          </p:cNvPr>
          <p:cNvSpPr>
            <a:spLocks noGrp="1"/>
          </p:cNvSpPr>
          <p:nvPr>
            <p:ph idx="12" hasCustomPrompt="1"/>
          </p:nvPr>
        </p:nvSpPr>
        <p:spPr>
          <a:xfrm>
            <a:off x="4329443" y="2311401"/>
            <a:ext cx="3580117" cy="1254759"/>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4" name="Content Placeholder 2">
            <a:extLst>
              <a:ext uri="{FF2B5EF4-FFF2-40B4-BE49-F238E27FC236}">
                <a16:creationId xmlns="" xmlns:a16="http://schemas.microsoft.com/office/drawing/2014/main" id="{D87D58C8-1517-42AA-8B2A-E449A3F6F028}"/>
              </a:ext>
            </a:extLst>
          </p:cNvPr>
          <p:cNvSpPr>
            <a:spLocks noGrp="1"/>
          </p:cNvSpPr>
          <p:nvPr>
            <p:ph idx="13" hasCustomPrompt="1"/>
          </p:nvPr>
        </p:nvSpPr>
        <p:spPr>
          <a:xfrm>
            <a:off x="4329443" y="4236721"/>
            <a:ext cx="3580117" cy="1944160"/>
          </a:xfrm>
        </p:spPr>
        <p:txBody>
          <a:bodyPr numCol="1"/>
          <a:lstStyle>
            <a:lvl1pPr marL="0" indent="0">
              <a:buNone/>
              <a:defRPr sz="1800">
                <a:solidFill>
                  <a:schemeClr val="bg1"/>
                </a:solidFill>
                <a:latin typeface="Georgia" panose="02040502050405020303" pitchFamily="18" charset="0"/>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Quote</a:t>
            </a:r>
          </a:p>
        </p:txBody>
      </p:sp>
      <p:sp>
        <p:nvSpPr>
          <p:cNvPr id="23" name="Line 10">
            <a:extLst>
              <a:ext uri="{FF2B5EF4-FFF2-40B4-BE49-F238E27FC236}">
                <a16:creationId xmlns="" xmlns:a16="http://schemas.microsoft.com/office/drawing/2014/main" id="{E820DC59-E206-4DC0-9012-584F8EBAF730}"/>
              </a:ext>
            </a:extLst>
          </p:cNvPr>
          <p:cNvSpPr>
            <a:spLocks noChangeShapeType="1"/>
          </p:cNvSpPr>
          <p:nvPr userDrawn="1"/>
        </p:nvSpPr>
        <p:spPr bwMode="auto">
          <a:xfrm>
            <a:off x="609918" y="907750"/>
            <a:ext cx="772385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406391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0" y="0"/>
            <a:ext cx="2384460" cy="6857999"/>
          </a:xfrm>
        </p:spPr>
        <p:txBody>
          <a:bodyPr/>
          <a:lstStyle/>
          <a:p>
            <a:endParaRPr lang="en-IN"/>
          </a:p>
        </p:txBody>
      </p:sp>
      <p:sp>
        <p:nvSpPr>
          <p:cNvPr id="2" name="Title 1"/>
          <p:cNvSpPr>
            <a:spLocks noGrp="1"/>
          </p:cNvSpPr>
          <p:nvPr>
            <p:ph type="title"/>
          </p:nvPr>
        </p:nvSpPr>
        <p:spPr>
          <a:xfrm>
            <a:off x="2695294" y="294200"/>
            <a:ext cx="8892000" cy="590400"/>
          </a:xfrm>
        </p:spPr>
        <p:txBody>
          <a:bodyPr/>
          <a:lstStyle>
            <a:lvl1pPr>
              <a:defRPr sz="2400">
                <a:solidFill>
                  <a:schemeClr val="bg1"/>
                </a:solidFill>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2695293" y="1137921"/>
            <a:ext cx="2742882" cy="5018184"/>
          </a:xfrm>
        </p:spPr>
        <p:txBody>
          <a:bodyPr/>
          <a:lstStyle>
            <a:lvl1pPr marL="0" indent="0">
              <a:buNone/>
              <a:defRPr sz="18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5727083" y="1137921"/>
            <a:ext cx="2803842" cy="5018184"/>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23" name="Content Placeholder 2">
            <a:extLst>
              <a:ext uri="{FF2B5EF4-FFF2-40B4-BE49-F238E27FC236}">
                <a16:creationId xmlns="" xmlns:a16="http://schemas.microsoft.com/office/drawing/2014/main" id="{6FF4A6F8-D9C6-4FEE-9324-5200D308BB1F}"/>
              </a:ext>
            </a:extLst>
          </p:cNvPr>
          <p:cNvSpPr>
            <a:spLocks noGrp="1"/>
          </p:cNvSpPr>
          <p:nvPr userDrawn="1">
            <p:ph idx="12" hasCustomPrompt="1"/>
          </p:nvPr>
        </p:nvSpPr>
        <p:spPr>
          <a:xfrm>
            <a:off x="8819832" y="1137921"/>
            <a:ext cx="2768600" cy="2796151"/>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9" name="Line 10">
            <a:extLst>
              <a:ext uri="{FF2B5EF4-FFF2-40B4-BE49-F238E27FC236}">
                <a16:creationId xmlns="" xmlns:a16="http://schemas.microsoft.com/office/drawing/2014/main" id="{B63A7CBA-3151-452E-BD2F-D3E65CE1595F}"/>
              </a:ext>
            </a:extLst>
          </p:cNvPr>
          <p:cNvSpPr>
            <a:spLocks noChangeShapeType="1"/>
          </p:cNvSpPr>
          <p:nvPr userDrawn="1"/>
        </p:nvSpPr>
        <p:spPr bwMode="auto">
          <a:xfrm>
            <a:off x="2695294" y="907750"/>
            <a:ext cx="8892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53138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a:solidFill>
                  <a:schemeClr val="bg1"/>
                </a:solidFill>
              </a:defRPr>
            </a:lvl1pPr>
          </a:lstStyle>
          <a:p>
            <a:r>
              <a:rPr lang="en-US"/>
              <a:t>Click to edit Master title style</a:t>
            </a:r>
            <a:endParaRPr lang="en-GB" dirty="0"/>
          </a:p>
        </p:txBody>
      </p:sp>
      <p:sp>
        <p:nvSpPr>
          <p:cNvPr id="3" name="Content Placeholder 2"/>
          <p:cNvSpPr>
            <a:spLocks noGrp="1"/>
          </p:cNvSpPr>
          <p:nvPr>
            <p:ph idx="1"/>
          </p:nvPr>
        </p:nvSpPr>
        <p:spPr>
          <a:xfrm>
            <a:off x="609918" y="1137920"/>
            <a:ext cx="8238744" cy="4834800"/>
          </a:xfrm>
        </p:spPr>
        <p:txBody>
          <a:bodyPr/>
          <a:lstStyle>
            <a:lvl1pPr marL="0" indent="0">
              <a:spcBef>
                <a:spcPts val="0"/>
              </a:spcBef>
              <a:buNone/>
              <a:defRPr>
                <a:solidFill>
                  <a:schemeClr val="bg1"/>
                </a:solidFill>
              </a:defRPr>
            </a:lvl1pPr>
            <a:lvl2pPr marL="0" indent="0">
              <a:spcBef>
                <a:spcPts val="0"/>
              </a:spcBef>
              <a:buNone/>
              <a:defRPr sz="1800">
                <a:solidFill>
                  <a:schemeClr val="bg1"/>
                </a:solidFill>
              </a:defRPr>
            </a:lvl2pPr>
            <a:lvl3pPr marL="0" indent="0">
              <a:spcBef>
                <a:spcPts val="0"/>
              </a:spcBef>
              <a:buNone/>
              <a:defRPr sz="1600">
                <a:solidFill>
                  <a:schemeClr val="bg1"/>
                </a:solidFill>
              </a:defRPr>
            </a:lvl3pPr>
            <a:lvl4pPr marL="0" indent="0">
              <a:spcBef>
                <a:spcPts val="0"/>
              </a:spcBef>
              <a:buNone/>
              <a:defRPr sz="1400">
                <a:solidFill>
                  <a:schemeClr val="bg1"/>
                </a:solidFill>
              </a:defRPr>
            </a:lvl4pPr>
            <a:lvl5pPr marL="0" indent="0">
              <a:spcBef>
                <a:spcPts val="0"/>
              </a:spcBef>
              <a:buNone/>
              <a:defRPr sz="12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Line 10">
            <a:extLst>
              <a:ext uri="{FF2B5EF4-FFF2-40B4-BE49-F238E27FC236}">
                <a16:creationId xmlns="" xmlns:a16="http://schemas.microsoft.com/office/drawing/2014/main" id="{CF130104-FAF2-4309-9701-573F37743137}"/>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5345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800" y="2851522"/>
            <a:ext cx="4447800" cy="1202318"/>
          </a:xfrm>
        </p:spPr>
        <p:txBody>
          <a:bodyPr vert="horz" lIns="0" tIns="0" rIns="0" bIns="0" rtlCol="0" anchor="ctr" anchorCtr="0">
            <a:noAutofit/>
          </a:bodyPr>
          <a:lstStyle>
            <a:lvl1pPr marL="0" indent="0">
              <a:buNone/>
              <a:defRPr kumimoji="0" lang="en-IN" sz="3600" b="0" i="0" u="none" strike="noStrike" cap="none" spc="0" normalizeH="0" baseline="0" dirty="0">
                <a:ln>
                  <a:noFill/>
                </a:ln>
                <a:solidFill>
                  <a:srgbClr val="FFFFFF"/>
                </a:solidFill>
                <a:effectLst/>
                <a:uLnTx/>
                <a:uFillTx/>
                <a:latin typeface="EYInterstate Light" panose="02000506000000020004" pitchFamily="2" charset="0"/>
                <a:ea typeface="+mj-ea"/>
                <a:cs typeface="+mj-cs"/>
              </a:defRPr>
            </a:lvl1pPr>
          </a:lstStyle>
          <a:p>
            <a:pPr marL="356616" marR="0" lvl="0" indent="-356616" defTabSz="1007887"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3893704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 xmlns:a16="http://schemas.microsoft.com/office/drawing/2014/main" id="{628F8CDB-776D-4811-AE2C-217236ECDECA}"/>
              </a:ext>
            </a:extLst>
          </p:cNvPr>
          <p:cNvSpPr>
            <a:spLocks noGrp="1"/>
          </p:cNvSpPr>
          <p:nvPr>
            <p:ph type="pic" sz="quarter" idx="12"/>
          </p:nvPr>
        </p:nvSpPr>
        <p:spPr>
          <a:xfrm>
            <a:off x="6227180" y="0"/>
            <a:ext cx="5971170" cy="6858000"/>
          </a:xfrm>
        </p:spPr>
        <p:txBody>
          <a:bodyPr/>
          <a:lstStyle/>
          <a:p>
            <a:endParaRPr lang="en-IN"/>
          </a:p>
        </p:txBody>
      </p:sp>
      <p:sp>
        <p:nvSpPr>
          <p:cNvPr id="5" name="Text Placeholder 4">
            <a:extLst>
              <a:ext uri="{FF2B5EF4-FFF2-40B4-BE49-F238E27FC236}">
                <a16:creationId xmlns="" xmlns:a16="http://schemas.microsoft.com/office/drawing/2014/main" id="{626E96BA-E9E4-496B-8CA5-6DA27B8AD7E4}"/>
              </a:ext>
            </a:extLst>
          </p:cNvPr>
          <p:cNvSpPr>
            <a:spLocks noGrp="1"/>
          </p:cNvSpPr>
          <p:nvPr>
            <p:ph type="body" sz="quarter" idx="10" hasCustomPrompt="1"/>
          </p:nvPr>
        </p:nvSpPr>
        <p:spPr>
          <a:xfrm>
            <a:off x="369705" y="2578743"/>
            <a:ext cx="4537959" cy="1055708"/>
          </a:xfrm>
        </p:spPr>
        <p:txBody>
          <a:bodyPr/>
          <a:lstStyle>
            <a:lvl1pPr marL="0" indent="0">
              <a:buNone/>
              <a:defRPr sz="3000"/>
            </a:lvl1pPr>
          </a:lstStyle>
          <a:p>
            <a:pPr lvl="0"/>
            <a:r>
              <a:rPr lang="en-IN" dirty="0"/>
              <a:t>Chapter Title</a:t>
            </a:r>
          </a:p>
          <a:p>
            <a:pPr lvl="0"/>
            <a:r>
              <a:rPr lang="en-IN" dirty="0"/>
              <a:t>EY Interstate Light</a:t>
            </a:r>
          </a:p>
        </p:txBody>
      </p:sp>
      <p:sp>
        <p:nvSpPr>
          <p:cNvPr id="14" name="Text Placeholder 4">
            <a:extLst>
              <a:ext uri="{FF2B5EF4-FFF2-40B4-BE49-F238E27FC236}">
                <a16:creationId xmlns="" xmlns:a16="http://schemas.microsoft.com/office/drawing/2014/main" id="{1173C8A3-BA2F-497B-A214-45B02D73AF20}"/>
              </a:ext>
            </a:extLst>
          </p:cNvPr>
          <p:cNvSpPr>
            <a:spLocks noGrp="1"/>
          </p:cNvSpPr>
          <p:nvPr>
            <p:ph type="body" sz="quarter" idx="11" hasCustomPrompt="1"/>
          </p:nvPr>
        </p:nvSpPr>
        <p:spPr>
          <a:xfrm>
            <a:off x="369705" y="3840384"/>
            <a:ext cx="4537959" cy="1055708"/>
          </a:xfrm>
        </p:spPr>
        <p:txBody>
          <a:bodyPr/>
          <a:lstStyle>
            <a:lvl1pPr marL="0" indent="0">
              <a:buNone/>
              <a:defRPr sz="1600"/>
            </a:lvl1pPr>
          </a:lstStyle>
          <a:p>
            <a:pPr lvl="0"/>
            <a:r>
              <a:rPr lang="en-IN" dirty="0"/>
              <a:t>text</a:t>
            </a:r>
          </a:p>
        </p:txBody>
      </p:sp>
    </p:spTree>
    <p:extLst>
      <p:ext uri="{BB962C8B-B14F-4D97-AF65-F5344CB8AC3E}">
        <p14:creationId xmlns:p14="http://schemas.microsoft.com/office/powerpoint/2010/main" val="1580524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a:solidFill>
                  <a:schemeClr val="bg1"/>
                </a:solidFill>
              </a:defRPr>
            </a:lvl1pPr>
          </a:lstStyle>
          <a:p>
            <a:r>
              <a:rPr lang="en-US" dirty="0"/>
              <a:t>Click to edit Master title style</a:t>
            </a:r>
            <a:endParaRPr lang="en-GB" dirty="0"/>
          </a:p>
        </p:txBody>
      </p:sp>
      <p:sp>
        <p:nvSpPr>
          <p:cNvPr id="5" name="Table Placeholder 4">
            <a:extLst>
              <a:ext uri="{FF2B5EF4-FFF2-40B4-BE49-F238E27FC236}">
                <a16:creationId xmlns="" xmlns:a16="http://schemas.microsoft.com/office/drawing/2014/main" id="{95A2BE92-ABF7-4A82-BC35-00F28F500FED}"/>
              </a:ext>
            </a:extLst>
          </p:cNvPr>
          <p:cNvSpPr>
            <a:spLocks noGrp="1"/>
          </p:cNvSpPr>
          <p:nvPr>
            <p:ph type="tbl" sz="quarter" idx="10"/>
          </p:nvPr>
        </p:nvSpPr>
        <p:spPr>
          <a:xfrm>
            <a:off x="609917" y="1137920"/>
            <a:ext cx="4957505" cy="4267457"/>
          </a:xfrm>
        </p:spPr>
        <p:txBody>
          <a:bodyPr/>
          <a:lstStyle/>
          <a:p>
            <a:endParaRPr lang="en-IN"/>
          </a:p>
        </p:txBody>
      </p:sp>
      <p:sp>
        <p:nvSpPr>
          <p:cNvPr id="10" name="Text Placeholder 16">
            <a:extLst>
              <a:ext uri="{FF2B5EF4-FFF2-40B4-BE49-F238E27FC236}">
                <a16:creationId xmlns="" xmlns:a16="http://schemas.microsoft.com/office/drawing/2014/main" id="{DA81FCAA-64D2-4A9C-B16E-9C4E3BB431BB}"/>
              </a:ext>
            </a:extLst>
          </p:cNvPr>
          <p:cNvSpPr>
            <a:spLocks noGrp="1"/>
          </p:cNvSpPr>
          <p:nvPr>
            <p:ph type="body" sz="quarter" idx="14" hasCustomPrompt="1"/>
          </p:nvPr>
        </p:nvSpPr>
        <p:spPr>
          <a:xfrm>
            <a:off x="7133461" y="3813288"/>
            <a:ext cx="3089275" cy="180000"/>
          </a:xfrm>
        </p:spPr>
        <p:txBody>
          <a:bodyPr/>
          <a:lstStyle>
            <a:lvl1pPr marL="0" indent="0">
              <a:buNone/>
              <a:defRPr sz="1200">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 xmlns:a16="http://schemas.microsoft.com/office/drawing/2014/main" id="{03CDC117-35F2-47B2-85B2-29CB8EE7E096}"/>
              </a:ext>
            </a:extLst>
          </p:cNvPr>
          <p:cNvSpPr>
            <a:spLocks noGrp="1"/>
          </p:cNvSpPr>
          <p:nvPr>
            <p:ph type="body" sz="quarter" idx="15" hasCustomPrompt="1"/>
          </p:nvPr>
        </p:nvSpPr>
        <p:spPr>
          <a:xfrm>
            <a:off x="7133461" y="4055931"/>
            <a:ext cx="3089275" cy="180000"/>
          </a:xfrm>
        </p:spPr>
        <p:txBody>
          <a:bodyPr/>
          <a:lstStyle>
            <a:lvl1pPr marL="0" indent="0">
              <a:buNone/>
              <a:defRPr sz="1200">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 xmlns:a16="http://schemas.microsoft.com/office/drawing/2014/main" id="{00A15EA9-2372-4E06-83C2-1E13AB1FA626}"/>
              </a:ext>
            </a:extLst>
          </p:cNvPr>
          <p:cNvSpPr>
            <a:spLocks noGrp="1"/>
          </p:cNvSpPr>
          <p:nvPr>
            <p:ph type="pic" sz="quarter" idx="16"/>
          </p:nvPr>
        </p:nvSpPr>
        <p:spPr>
          <a:xfrm>
            <a:off x="6123007" y="3578083"/>
            <a:ext cx="778959" cy="778959"/>
          </a:xfrm>
          <a:prstGeom prst="ellipse">
            <a:avLst/>
          </a:prstGeom>
        </p:spPr>
        <p:txBody>
          <a:bodyPr anchor="ctr"/>
          <a:lstStyle>
            <a:lvl1pPr marL="0" indent="0" algn="ctr">
              <a:buNone/>
              <a:defRPr sz="900">
                <a:solidFill>
                  <a:schemeClr val="bg1"/>
                </a:solidFill>
              </a:defRPr>
            </a:lvl1pPr>
          </a:lstStyle>
          <a:p>
            <a:endParaRPr lang="en-GB" dirty="0"/>
          </a:p>
        </p:txBody>
      </p:sp>
      <p:sp>
        <p:nvSpPr>
          <p:cNvPr id="9" name="Text Placeholder 8">
            <a:extLst>
              <a:ext uri="{FF2B5EF4-FFF2-40B4-BE49-F238E27FC236}">
                <a16:creationId xmlns="" xmlns:a16="http://schemas.microsoft.com/office/drawing/2014/main" id="{5DB83DAE-9FEB-4E9C-85BA-A34BD239275A}"/>
              </a:ext>
            </a:extLst>
          </p:cNvPr>
          <p:cNvSpPr>
            <a:spLocks noGrp="1"/>
          </p:cNvSpPr>
          <p:nvPr>
            <p:ph type="body" sz="quarter" idx="17" hasCustomPrompt="1"/>
          </p:nvPr>
        </p:nvSpPr>
        <p:spPr>
          <a:xfrm>
            <a:off x="6123008" y="1137920"/>
            <a:ext cx="5465425" cy="373807"/>
          </a:xfrm>
        </p:spPr>
        <p:txBody>
          <a:bodyPr/>
          <a:lstStyle>
            <a:lvl1pPr marL="0" indent="0">
              <a:buNone/>
              <a:defRPr/>
            </a:lvl1pPr>
          </a:lstStyle>
          <a:p>
            <a:pPr lvl="0"/>
            <a:r>
              <a:rPr lang="en-US" dirty="0"/>
              <a:t>Key Takeaways</a:t>
            </a:r>
          </a:p>
        </p:txBody>
      </p:sp>
      <p:sp>
        <p:nvSpPr>
          <p:cNvPr id="15" name="Text Placeholder 8">
            <a:extLst>
              <a:ext uri="{FF2B5EF4-FFF2-40B4-BE49-F238E27FC236}">
                <a16:creationId xmlns="" xmlns:a16="http://schemas.microsoft.com/office/drawing/2014/main" id="{C1ABE303-7041-4312-AD03-0E872AEF99BE}"/>
              </a:ext>
            </a:extLst>
          </p:cNvPr>
          <p:cNvSpPr>
            <a:spLocks noGrp="1"/>
          </p:cNvSpPr>
          <p:nvPr>
            <p:ph type="body" sz="quarter" idx="18" hasCustomPrompt="1"/>
          </p:nvPr>
        </p:nvSpPr>
        <p:spPr>
          <a:xfrm>
            <a:off x="6123008" y="1635009"/>
            <a:ext cx="5465425" cy="1611554"/>
          </a:xfrm>
        </p:spPr>
        <p:txBody>
          <a:bodyPr/>
          <a:lstStyle>
            <a:lvl1pPr marL="0" indent="0">
              <a:buNone/>
              <a:defRPr sz="1600"/>
            </a:lvl1pPr>
          </a:lstStyle>
          <a:p>
            <a:pPr lvl="0"/>
            <a:r>
              <a:rPr lang="en-US" dirty="0"/>
              <a:t>Content EY Interstate Light, 16pt, Lorem ipsum dolor, 12pt, </a:t>
            </a:r>
            <a:r>
              <a:rPr lang="en-US" dirty="0" err="1"/>
              <a:t>Utinam</a:t>
            </a:r>
            <a:r>
              <a:rPr lang="en-US" dirty="0"/>
              <a:t> </a:t>
            </a:r>
            <a:r>
              <a:rPr lang="en-US" dirty="0" err="1"/>
              <a:t>nonumy</a:t>
            </a:r>
            <a:r>
              <a:rPr lang="en-US" dirty="0"/>
              <a:t> </a:t>
            </a:r>
            <a:r>
              <a:rPr lang="en-US" dirty="0" err="1"/>
              <a:t>abhorreant</a:t>
            </a:r>
            <a:r>
              <a:rPr lang="en-US" dirty="0"/>
              <a:t> </a:t>
            </a:r>
            <a:r>
              <a:rPr lang="en-US" dirty="0" err="1"/>
              <a:t>sead</a:t>
            </a:r>
            <a:r>
              <a:rPr lang="en-US" dirty="0"/>
              <a:t>. </a:t>
            </a:r>
            <a:r>
              <a:rPr lang="en-US" dirty="0" err="1"/>
              <a:t>Putant</a:t>
            </a:r>
            <a:r>
              <a:rPr lang="en-US" dirty="0"/>
              <a:t> </a:t>
            </a:r>
            <a:r>
              <a:rPr lang="en-US" dirty="0" err="1"/>
              <a:t>probatus</a:t>
            </a:r>
            <a:r>
              <a:rPr lang="en-US" dirty="0"/>
              <a:t> id vis, ad his </a:t>
            </a:r>
            <a:r>
              <a:rPr lang="en-US" dirty="0" err="1"/>
              <a:t>meis</a:t>
            </a:r>
            <a:r>
              <a:rPr lang="en-US" dirty="0"/>
              <a:t> </a:t>
            </a:r>
            <a:r>
              <a:rPr lang="en-US" dirty="0" err="1"/>
              <a:t>habemus</a:t>
            </a:r>
            <a:r>
              <a:rPr lang="en-US" dirty="0"/>
              <a:t> </a:t>
            </a:r>
            <a:r>
              <a:rPr lang="en-US" dirty="0" err="1"/>
              <a:t>repudiare</a:t>
            </a:r>
            <a:r>
              <a:rPr lang="en-US" dirty="0"/>
              <a:t>, has an </a:t>
            </a:r>
            <a:r>
              <a:rPr lang="en-US" dirty="0" err="1"/>
              <a:t>pericula</a:t>
            </a:r>
            <a:r>
              <a:rPr lang="en-US" dirty="0"/>
              <a:t> </a:t>
            </a:r>
            <a:r>
              <a:rPr lang="en-US" dirty="0" err="1"/>
              <a:t>tractatos</a:t>
            </a:r>
            <a:r>
              <a:rPr lang="en-US" dirty="0"/>
              <a:t>. </a:t>
            </a:r>
            <a:r>
              <a:rPr lang="en-US" dirty="0" err="1"/>
              <a:t>Nec</a:t>
            </a:r>
            <a:r>
              <a:rPr lang="en-US" dirty="0"/>
              <a:t> </a:t>
            </a:r>
            <a:r>
              <a:rPr lang="en-US" dirty="0" err="1"/>
              <a:t>debitis</a:t>
            </a:r>
            <a:r>
              <a:rPr lang="en-US" dirty="0"/>
              <a:t> </a:t>
            </a:r>
            <a:r>
              <a:rPr lang="en-US" dirty="0" err="1"/>
              <a:t>dissentias</a:t>
            </a:r>
            <a:r>
              <a:rPr lang="en-US" dirty="0"/>
              <a:t> ad. </a:t>
            </a:r>
            <a:r>
              <a:rPr lang="en-US" dirty="0" err="1"/>
              <a:t>Patrioque</a:t>
            </a:r>
            <a:r>
              <a:rPr lang="en-US" dirty="0"/>
              <a:t> </a:t>
            </a:r>
            <a:r>
              <a:rPr lang="en-US" dirty="0" err="1"/>
              <a:t>voluptatum</a:t>
            </a:r>
            <a:r>
              <a:rPr lang="en-US" dirty="0"/>
              <a:t> </a:t>
            </a:r>
            <a:r>
              <a:rPr lang="en-US" dirty="0" err="1"/>
              <a:t>sed</a:t>
            </a:r>
            <a:r>
              <a:rPr lang="en-US" dirty="0"/>
              <a:t> ex, id </a:t>
            </a:r>
            <a:r>
              <a:rPr lang="en-US" dirty="0" err="1"/>
              <a:t>admodum</a:t>
            </a:r>
            <a:r>
              <a:rPr lang="en-US" dirty="0"/>
              <a:t>.</a:t>
            </a:r>
          </a:p>
          <a:p>
            <a:pPr lvl="0"/>
            <a:endParaRPr lang="en-US" dirty="0"/>
          </a:p>
        </p:txBody>
      </p:sp>
      <p:sp>
        <p:nvSpPr>
          <p:cNvPr id="20" name="Line 10">
            <a:extLst>
              <a:ext uri="{FF2B5EF4-FFF2-40B4-BE49-F238E27FC236}">
                <a16:creationId xmlns="" xmlns:a16="http://schemas.microsoft.com/office/drawing/2014/main" id="{B69EB865-6B86-419B-923C-F7DDC68C9C66}"/>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833100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827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 xmlns:a16="http://schemas.microsoft.com/office/drawing/2014/main" id="{E28D7EA5-A532-4D8B-9984-8F3D1FEA98DB}"/>
              </a:ext>
            </a:extLst>
          </p:cNvPr>
          <p:cNvSpPr>
            <a:spLocks noGrp="1"/>
          </p:cNvSpPr>
          <p:nvPr>
            <p:ph type="body" sz="quarter" idx="10"/>
          </p:nvPr>
        </p:nvSpPr>
        <p:spPr>
          <a:xfrm>
            <a:off x="3453175" y="2060235"/>
            <a:ext cx="5292000" cy="3025522"/>
          </a:xfrm>
        </p:spPr>
        <p:txBody>
          <a:bodyPr lIns="0" tIns="0" rIns="0" bIns="0">
            <a:noAutofit/>
          </a:bodyPr>
          <a:lstStyle>
            <a:lvl1pPr marL="0" indent="0" algn="ctr">
              <a:buNone/>
              <a:defRPr lang="en-US" sz="2800" dirty="0" smtClean="0">
                <a:latin typeface="Georgia" panose="02040502050405020303" pitchFamily="18" charset="0"/>
              </a:defRPr>
            </a:lvl1pPr>
          </a:lstStyle>
          <a:p>
            <a:pPr marL="356616" lvl="0" indent="-356616" algn="ctr">
              <a:spcBef>
                <a:spcPts val="0"/>
              </a:spcBef>
            </a:pPr>
            <a:r>
              <a:rPr lang="en-US" dirty="0"/>
              <a:t>Edit Master text styles</a:t>
            </a:r>
          </a:p>
        </p:txBody>
      </p:sp>
      <p:sp>
        <p:nvSpPr>
          <p:cNvPr id="5" name="Text Placeholder 6">
            <a:extLst>
              <a:ext uri="{FF2B5EF4-FFF2-40B4-BE49-F238E27FC236}">
                <a16:creationId xmlns="" xmlns:a16="http://schemas.microsoft.com/office/drawing/2014/main" id="{9F9B9C3C-16F2-40B2-A460-0480520ECF89}"/>
              </a:ext>
            </a:extLst>
          </p:cNvPr>
          <p:cNvSpPr>
            <a:spLocks noGrp="1"/>
          </p:cNvSpPr>
          <p:nvPr>
            <p:ph type="body" sz="quarter" idx="11" hasCustomPrompt="1"/>
          </p:nvPr>
        </p:nvSpPr>
        <p:spPr>
          <a:xfrm>
            <a:off x="3453175" y="5506678"/>
            <a:ext cx="5292000" cy="316838"/>
          </a:xfrm>
        </p:spPr>
        <p:txBody>
          <a:bodyPr lIns="0" tIns="0" rIns="0" bIns="0">
            <a:noAutofit/>
          </a:bodyPr>
          <a:lstStyle>
            <a:lvl1pPr marL="0" indent="0" algn="ctr">
              <a:buNone/>
              <a:defRPr lang="en-US" sz="1600" dirty="0" smtClean="0">
                <a:solidFill>
                  <a:srgbClr val="FFE600"/>
                </a:solidFill>
                <a:latin typeface="+mn-lt"/>
              </a:defRPr>
            </a:lvl1pPr>
          </a:lstStyle>
          <a:p>
            <a:pPr marL="356616" lvl="0" indent="-356616" algn="ctr">
              <a:spcBef>
                <a:spcPts val="0"/>
              </a:spcBef>
              <a:spcAft>
                <a:spcPts val="600"/>
              </a:spcAft>
            </a:pPr>
            <a:r>
              <a:rPr lang="en-US" dirty="0"/>
              <a:t>Name Surname</a:t>
            </a:r>
          </a:p>
        </p:txBody>
      </p:sp>
      <p:sp>
        <p:nvSpPr>
          <p:cNvPr id="6" name="Text Placeholder 6">
            <a:extLst>
              <a:ext uri="{FF2B5EF4-FFF2-40B4-BE49-F238E27FC236}">
                <a16:creationId xmlns="" xmlns:a16="http://schemas.microsoft.com/office/drawing/2014/main" id="{8E04541C-CC5D-4455-8271-73223AE0A881}"/>
              </a:ext>
            </a:extLst>
          </p:cNvPr>
          <p:cNvSpPr>
            <a:spLocks noGrp="1"/>
          </p:cNvSpPr>
          <p:nvPr>
            <p:ph type="body" sz="quarter" idx="12" hasCustomPrompt="1"/>
          </p:nvPr>
        </p:nvSpPr>
        <p:spPr>
          <a:xfrm>
            <a:off x="3453175" y="5818717"/>
            <a:ext cx="5292000" cy="316838"/>
          </a:xfrm>
        </p:spPr>
        <p:txBody>
          <a:bodyPr vert="horz" lIns="0" tIns="0" rIns="0" bIns="0" rtlCol="0" anchor="t" anchorCtr="0">
            <a:noAutofit/>
          </a:bodyPr>
          <a:lstStyle>
            <a:lvl1pPr marL="0" indent="0" algn="ctr">
              <a:buNone/>
              <a:defRPr lang="en-US" sz="1600" dirty="0" smtClean="0">
                <a:latin typeface="+mn-lt"/>
              </a:defRPr>
            </a:lvl1pPr>
          </a:lstStyle>
          <a:p>
            <a:pPr marL="356616" lvl="0" indent="-356616" algn="ctr">
              <a:spcBef>
                <a:spcPts val="0"/>
              </a:spcBef>
              <a:spcAft>
                <a:spcPts val="600"/>
              </a:spcAft>
            </a:pPr>
            <a:r>
              <a:rPr lang="en-US" dirty="0"/>
              <a:t>Job Title</a:t>
            </a:r>
          </a:p>
        </p:txBody>
      </p:sp>
      <p:sp>
        <p:nvSpPr>
          <p:cNvPr id="9" name="Text Placeholder 11">
            <a:extLst>
              <a:ext uri="{FF2B5EF4-FFF2-40B4-BE49-F238E27FC236}">
                <a16:creationId xmlns="" xmlns:a16="http://schemas.microsoft.com/office/drawing/2014/main" id="{FBD672D3-B116-471A-8511-D80D5D920D93}"/>
              </a:ext>
            </a:extLst>
          </p:cNvPr>
          <p:cNvSpPr txBox="1">
            <a:spLocks/>
          </p:cNvSpPr>
          <p:nvPr userDrawn="1"/>
        </p:nvSpPr>
        <p:spPr>
          <a:xfrm>
            <a:off x="4929981" y="979787"/>
            <a:ext cx="2338388"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200" dirty="0">
                <a:solidFill>
                  <a:schemeClr val="tx2"/>
                </a:solidFill>
                <a:latin typeface="Georgia" panose="02040502050405020303" pitchFamily="18" charset="0"/>
              </a:rPr>
              <a:t>“ </a:t>
            </a:r>
          </a:p>
        </p:txBody>
      </p:sp>
    </p:spTree>
    <p:extLst>
      <p:ext uri="{BB962C8B-B14F-4D97-AF65-F5344CB8AC3E}">
        <p14:creationId xmlns:p14="http://schemas.microsoft.com/office/powerpoint/2010/main" val="3521220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 xmlns:a16="http://schemas.microsoft.com/office/drawing/2014/main" id="{8F291EB0-15F5-4E9A-A38B-CE3AC1452E21}"/>
              </a:ext>
            </a:extLst>
          </p:cNvPr>
          <p:cNvSpPr txBox="1">
            <a:spLocks/>
          </p:cNvSpPr>
          <p:nvPr userDrawn="1"/>
        </p:nvSpPr>
        <p:spPr>
          <a:xfrm>
            <a:off x="477351" y="1488927"/>
            <a:ext cx="2338388"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200" dirty="0">
                <a:solidFill>
                  <a:schemeClr val="tx2"/>
                </a:solidFill>
                <a:latin typeface="Georgia" panose="02040502050405020303" pitchFamily="18" charset="0"/>
              </a:rPr>
              <a:t>“</a:t>
            </a:r>
          </a:p>
        </p:txBody>
      </p:sp>
      <p:sp>
        <p:nvSpPr>
          <p:cNvPr id="7" name="Text Placeholder 6">
            <a:extLst>
              <a:ext uri="{FF2B5EF4-FFF2-40B4-BE49-F238E27FC236}">
                <a16:creationId xmlns="" xmlns:a16="http://schemas.microsoft.com/office/drawing/2014/main" id="{FB5D2AC0-B4F7-4455-9AE0-201966050A6D}"/>
              </a:ext>
            </a:extLst>
          </p:cNvPr>
          <p:cNvSpPr>
            <a:spLocks noGrp="1"/>
          </p:cNvSpPr>
          <p:nvPr>
            <p:ph type="body" sz="quarter" idx="10"/>
          </p:nvPr>
        </p:nvSpPr>
        <p:spPr>
          <a:xfrm>
            <a:off x="513350" y="2526765"/>
            <a:ext cx="5292000" cy="1800000"/>
          </a:xfrm>
        </p:spPr>
        <p:txBody>
          <a:bodyPr lIns="90000" tIns="46800" rIns="90000" bIns="46800"/>
          <a:lstStyle>
            <a:lvl1pPr marL="0" indent="0">
              <a:buNone/>
              <a:defRPr lang="en-US" sz="2800" dirty="0" smtClean="0">
                <a:latin typeface="Georgia" panose="02040502050405020303" pitchFamily="18" charset="0"/>
              </a:defRPr>
            </a:lvl1pPr>
          </a:lstStyle>
          <a:p>
            <a:pPr marL="356616" lvl="0" indent="-356616">
              <a:spcBef>
                <a:spcPts val="0"/>
              </a:spcBef>
            </a:pPr>
            <a:r>
              <a:rPr lang="en-US" dirty="0"/>
              <a:t>Edit Master text styles</a:t>
            </a:r>
          </a:p>
        </p:txBody>
      </p:sp>
      <p:sp>
        <p:nvSpPr>
          <p:cNvPr id="8" name="Text Placeholder 6">
            <a:extLst>
              <a:ext uri="{FF2B5EF4-FFF2-40B4-BE49-F238E27FC236}">
                <a16:creationId xmlns="" xmlns:a16="http://schemas.microsoft.com/office/drawing/2014/main" id="{F1BA83A2-78F0-4F7E-836B-9B4B87820F96}"/>
              </a:ext>
            </a:extLst>
          </p:cNvPr>
          <p:cNvSpPr>
            <a:spLocks noGrp="1"/>
          </p:cNvSpPr>
          <p:nvPr>
            <p:ph type="body" sz="quarter" idx="11" hasCustomPrompt="1"/>
          </p:nvPr>
        </p:nvSpPr>
        <p:spPr>
          <a:xfrm>
            <a:off x="513350" y="4632765"/>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chemeClr val="tx2"/>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Name Surname</a:t>
            </a:r>
          </a:p>
        </p:txBody>
      </p:sp>
      <p:sp>
        <p:nvSpPr>
          <p:cNvPr id="9" name="Text Placeholder 6">
            <a:extLst>
              <a:ext uri="{FF2B5EF4-FFF2-40B4-BE49-F238E27FC236}">
                <a16:creationId xmlns="" xmlns:a16="http://schemas.microsoft.com/office/drawing/2014/main" id="{034CE9DD-CE12-4D9F-8FD6-A2522F36C807}"/>
              </a:ext>
            </a:extLst>
          </p:cNvPr>
          <p:cNvSpPr>
            <a:spLocks noGrp="1"/>
          </p:cNvSpPr>
          <p:nvPr>
            <p:ph type="body" sz="quarter" idx="12" hasCustomPrompt="1"/>
          </p:nvPr>
        </p:nvSpPr>
        <p:spPr>
          <a:xfrm>
            <a:off x="513350" y="4971442"/>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chemeClr val="bg1"/>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Job Title</a:t>
            </a:r>
          </a:p>
        </p:txBody>
      </p:sp>
    </p:spTree>
    <p:extLst>
      <p:ext uri="{BB962C8B-B14F-4D97-AF65-F5344CB8AC3E}">
        <p14:creationId xmlns:p14="http://schemas.microsoft.com/office/powerpoint/2010/main" val="2322284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idx="1"/>
          </p:nvPr>
        </p:nvSpPr>
        <p:spPr>
          <a:xfrm>
            <a:off x="609918" y="1137920"/>
            <a:ext cx="8238744" cy="4834800"/>
          </a:xfrm>
        </p:spPr>
        <p:txBody>
          <a:bodyPr/>
          <a:lstStyle>
            <a:lvl1pPr marL="0" indent="0">
              <a:buNone/>
              <a:defRPr>
                <a:solidFill>
                  <a:schemeClr val="bg1"/>
                </a:solidFill>
              </a:defRPr>
            </a:lvl1pPr>
            <a:lvl2pPr marL="356616">
              <a:defRPr>
                <a:solidFill>
                  <a:schemeClr val="bg1"/>
                </a:solidFill>
              </a:defRPr>
            </a:lvl2pPr>
            <a:lvl3pPr marL="713232">
              <a:defRPr>
                <a:solidFill>
                  <a:schemeClr val="bg1"/>
                </a:solidFill>
              </a:defRPr>
            </a:lvl3pPr>
            <a:lvl4pPr marL="1069848">
              <a:defRPr>
                <a:solidFill>
                  <a:schemeClr val="bg1"/>
                </a:solidFill>
              </a:defRPr>
            </a:lvl4pPr>
            <a:lvl5pPr marL="1426464">
              <a:defRPr sz="12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Line 10">
            <a:extLst>
              <a:ext uri="{FF2B5EF4-FFF2-40B4-BE49-F238E27FC236}">
                <a16:creationId xmlns="" xmlns:a16="http://schemas.microsoft.com/office/drawing/2014/main" id="{8D4CA674-C969-4C5C-9EA4-6D41FE961DE2}"/>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775002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880"/>
          </a:xfrm>
        </p:spPr>
        <p:txBody>
          <a:bodyPr/>
          <a:lstStyle>
            <a:lvl1pPr>
              <a:defRPr>
                <a:solidFill>
                  <a:schemeClr val="bg1"/>
                </a:solidFill>
              </a:defRPr>
            </a:lvl1pPr>
          </a:lstStyle>
          <a:p>
            <a:r>
              <a:rPr lang="en-US" dirty="0"/>
              <a:t>Click to edit Master title style</a:t>
            </a:r>
            <a:endParaRPr lang="en-GB" dirty="0"/>
          </a:p>
        </p:txBody>
      </p:sp>
      <p:sp>
        <p:nvSpPr>
          <p:cNvPr id="6" name="Line 10">
            <a:extLst>
              <a:ext uri="{FF2B5EF4-FFF2-40B4-BE49-F238E27FC236}">
                <a16:creationId xmlns="" xmlns:a16="http://schemas.microsoft.com/office/drawing/2014/main" id="{97A26880-8DD7-4A78-ADAF-91ED2E744A7C}"/>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537938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880"/>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609918" y="1137919"/>
            <a:ext cx="5387605"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0828" y="1137919"/>
            <a:ext cx="5387605"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Line 10">
            <a:extLst>
              <a:ext uri="{FF2B5EF4-FFF2-40B4-BE49-F238E27FC236}">
                <a16:creationId xmlns="" xmlns:a16="http://schemas.microsoft.com/office/drawing/2014/main" id="{9B070B28-7AAC-47E5-9EB5-96B8B8B88057}"/>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391415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648" y="1869440"/>
            <a:ext cx="5393208" cy="4256075"/>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9632" y="1869440"/>
            <a:ext cx="5393208" cy="4256075"/>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9"/>
          <p:cNvSpPr>
            <a:spLocks noGrp="1"/>
          </p:cNvSpPr>
          <p:nvPr>
            <p:ph type="body" sz="quarter" idx="12"/>
          </p:nvPr>
        </p:nvSpPr>
        <p:spPr>
          <a:xfrm>
            <a:off x="609918" y="1137920"/>
            <a:ext cx="5393208" cy="640800"/>
          </a:xfrm>
        </p:spPr>
        <p:txBody>
          <a:bodyPr anchor="t" anchorCtr="0"/>
          <a:lstStyle>
            <a:lvl1pPr>
              <a:buNone/>
              <a:defRPr b="1">
                <a:solidFill>
                  <a:schemeClr val="bg1"/>
                </a:solidFill>
              </a:defRPr>
            </a:lvl1pPr>
          </a:lstStyle>
          <a:p>
            <a:pPr lvl="0"/>
            <a:endParaRPr lang="en-GB" dirty="0"/>
          </a:p>
        </p:txBody>
      </p:sp>
      <p:sp>
        <p:nvSpPr>
          <p:cNvPr id="11" name="Text Placeholder 9"/>
          <p:cNvSpPr>
            <a:spLocks noGrp="1"/>
          </p:cNvSpPr>
          <p:nvPr>
            <p:ph type="body" sz="quarter" idx="13"/>
          </p:nvPr>
        </p:nvSpPr>
        <p:spPr>
          <a:xfrm>
            <a:off x="6199632" y="1137920"/>
            <a:ext cx="5393208" cy="640800"/>
          </a:xfrm>
        </p:spPr>
        <p:txBody>
          <a:bodyPr anchor="t" anchorCtr="0"/>
          <a:lstStyle>
            <a:lvl1pPr>
              <a:buNone/>
              <a:defRPr b="1">
                <a:solidFill>
                  <a:schemeClr val="bg1"/>
                </a:solidFill>
              </a:defRPr>
            </a:lvl1pPr>
          </a:lstStyle>
          <a:p>
            <a:pPr lvl="0"/>
            <a:endParaRPr lang="en-GB" dirty="0"/>
          </a:p>
        </p:txBody>
      </p:sp>
      <p:sp>
        <p:nvSpPr>
          <p:cNvPr id="2" name="Title 1"/>
          <p:cNvSpPr>
            <a:spLocks noGrp="1"/>
          </p:cNvSpPr>
          <p:nvPr>
            <p:ph type="title"/>
          </p:nvPr>
        </p:nvSpPr>
        <p:spPr>
          <a:xfrm>
            <a:off x="609918" y="294200"/>
            <a:ext cx="10978515" cy="590880"/>
          </a:xfrm>
        </p:spPr>
        <p:txBody>
          <a:bodyPr/>
          <a:lstStyle>
            <a:lvl1pPr>
              <a:defRPr>
                <a:solidFill>
                  <a:schemeClr val="bg1"/>
                </a:solidFill>
              </a:defRPr>
            </a:lvl1pPr>
          </a:lstStyle>
          <a:p>
            <a:r>
              <a:rPr lang="en-US" dirty="0"/>
              <a:t>Click to edit Master title style</a:t>
            </a:r>
          </a:p>
        </p:txBody>
      </p:sp>
      <p:sp>
        <p:nvSpPr>
          <p:cNvPr id="14" name="Line 10">
            <a:extLst>
              <a:ext uri="{FF2B5EF4-FFF2-40B4-BE49-F238E27FC236}">
                <a16:creationId xmlns="" xmlns:a16="http://schemas.microsoft.com/office/drawing/2014/main" id="{9773E7D9-2434-4381-A00D-27B62C086733}"/>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561902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3481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8674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290533"/>
      </p:ext>
    </p:extLst>
  </p:cSld>
  <p:clrMapOvr>
    <a:masterClrMapping/>
  </p:clrMapOvr>
  <p:extLst>
    <p:ext uri="{DCECCB84-F9BA-43D5-87BE-67443E8EF086}">
      <p15:sldGuideLst xmlns=""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79374"/>
      </p:ext>
    </p:extLst>
  </p:cSld>
  <p:clrMapOvr>
    <a:masterClrMapping/>
  </p:clrMapOvr>
  <p:extLst>
    <p:ext uri="{DCECCB84-F9BA-43D5-87BE-67443E8EF086}">
      <p15:sldGuideLst xmlns=""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438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 xmlns:a16="http://schemas.microsoft.com/office/drawing/2014/main" id="{0052CFA6-7CF5-41BD-9D94-2D0DAE108428}"/>
              </a:ext>
            </a:extLst>
          </p:cNvPr>
          <p:cNvSpPr>
            <a:spLocks noGrp="1"/>
          </p:cNvSpPr>
          <p:nvPr>
            <p:ph type="media" sz="quarter" idx="10" hasCustomPrompt="1"/>
          </p:nvPr>
        </p:nvSpPr>
        <p:spPr>
          <a:xfrm>
            <a:off x="0" y="0"/>
            <a:ext cx="12198350" cy="6858000"/>
          </a:xfrm>
        </p:spPr>
        <p:txBody>
          <a:bodyPr anchor="ctr"/>
          <a:lstStyle>
            <a:lvl1pPr marL="0" indent="0" algn="ctr">
              <a:buNone/>
              <a:defRPr/>
            </a:lvl1pPr>
          </a:lstStyle>
          <a:p>
            <a:r>
              <a:rPr lang="en-IN" dirty="0"/>
              <a:t>Video</a:t>
            </a:r>
          </a:p>
        </p:txBody>
      </p:sp>
    </p:spTree>
    <p:extLst>
      <p:ext uri="{BB962C8B-B14F-4D97-AF65-F5344CB8AC3E}">
        <p14:creationId xmlns:p14="http://schemas.microsoft.com/office/powerpoint/2010/main" val="35730404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Final legal text">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E83BDE2E-2BCF-4140-945E-7D5610CDE4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201558" cy="6858000"/>
          </a:xfrm>
          <a:prstGeom prst="rect">
            <a:avLst/>
          </a:prstGeom>
        </p:spPr>
      </p:pic>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28222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AC129049-E3D5-4C0A-BB1F-72BEDB1FB5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5175" cy="6858000"/>
          </a:xfrm>
          <a:prstGeom prst="rect">
            <a:avLst/>
          </a:prstGeom>
        </p:spPr>
      </p:pic>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0992367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01555" cy="6858000"/>
          </a:xfrm>
          <a:prstGeom prst="rect">
            <a:avLst/>
          </a:prstGeom>
        </p:spPr>
      </p:pic>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919585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8806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Approved question tall">
    <p:spTree>
      <p:nvGrpSpPr>
        <p:cNvPr id="1" name=""/>
        <p:cNvGrpSpPr/>
        <p:nvPr/>
      </p:nvGrpSpPr>
      <p:grpSpPr>
        <a:xfrm>
          <a:off x="0" y="0"/>
          <a:ext cx="0" cy="0"/>
          <a:chOff x="0" y="0"/>
          <a:chExt cx="0" cy="0"/>
        </a:xfrm>
      </p:grpSpPr>
      <p:grpSp>
        <p:nvGrpSpPr>
          <p:cNvPr id="186" name="Group 185">
            <a:extLst>
              <a:ext uri="{FF2B5EF4-FFF2-40B4-BE49-F238E27FC236}">
                <a16:creationId xmlns="" xmlns:a16="http://schemas.microsoft.com/office/drawing/2014/main" id="{9CDE954B-B280-441B-9B2D-3DC58AAE3926}"/>
              </a:ext>
            </a:extLst>
          </p:cNvPr>
          <p:cNvGrpSpPr/>
          <p:nvPr userDrawn="1"/>
        </p:nvGrpSpPr>
        <p:grpSpPr>
          <a:xfrm>
            <a:off x="498115" y="5826612"/>
            <a:ext cx="3878023" cy="570195"/>
            <a:chOff x="498115" y="5951018"/>
            <a:chExt cx="3878023" cy="570195"/>
          </a:xfrm>
        </p:grpSpPr>
        <p:sp>
          <p:nvSpPr>
            <p:cNvPr id="187" name="Rectangle 186">
              <a:extLst>
                <a:ext uri="{FF2B5EF4-FFF2-40B4-BE49-F238E27FC236}">
                  <a16:creationId xmlns="" xmlns:a16="http://schemas.microsoft.com/office/drawing/2014/main" id="{93D8FAC8-9530-49D4-8284-D35D1B1509D3}"/>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8" name="Rectangle 6">
              <a:extLst>
                <a:ext uri="{FF2B5EF4-FFF2-40B4-BE49-F238E27FC236}">
                  <a16:creationId xmlns="" xmlns:a16="http://schemas.microsoft.com/office/drawing/2014/main" id="{FD924F44-93C1-4254-B594-53DB14FD995E}"/>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9" name="Rectangle 7">
              <a:extLst>
                <a:ext uri="{FF2B5EF4-FFF2-40B4-BE49-F238E27FC236}">
                  <a16:creationId xmlns="" xmlns:a16="http://schemas.microsoft.com/office/drawing/2014/main" id="{2A2DA425-7935-45A1-B63F-2D14CF8D5F9C}"/>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0" name="Freeform 8">
              <a:extLst>
                <a:ext uri="{FF2B5EF4-FFF2-40B4-BE49-F238E27FC236}">
                  <a16:creationId xmlns="" xmlns:a16="http://schemas.microsoft.com/office/drawing/2014/main" id="{91EFF75E-13E7-4E35-B108-D9FD5E9C802C}"/>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1" name="Freeform 9">
              <a:extLst>
                <a:ext uri="{FF2B5EF4-FFF2-40B4-BE49-F238E27FC236}">
                  <a16:creationId xmlns="" xmlns:a16="http://schemas.microsoft.com/office/drawing/2014/main" id="{4411951F-E009-4FE7-B2EC-47771CA8E178}"/>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2" name="Freeform 10">
              <a:extLst>
                <a:ext uri="{FF2B5EF4-FFF2-40B4-BE49-F238E27FC236}">
                  <a16:creationId xmlns="" xmlns:a16="http://schemas.microsoft.com/office/drawing/2014/main" id="{B28EE49C-5F5A-49C6-AEB8-6D12DDF344ED}"/>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3" name="Freeform 11">
              <a:extLst>
                <a:ext uri="{FF2B5EF4-FFF2-40B4-BE49-F238E27FC236}">
                  <a16:creationId xmlns="" xmlns:a16="http://schemas.microsoft.com/office/drawing/2014/main" id="{6E2B7D76-D660-491F-8B04-169C6F138B0A}"/>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4" name="Freeform 12">
              <a:extLst>
                <a:ext uri="{FF2B5EF4-FFF2-40B4-BE49-F238E27FC236}">
                  <a16:creationId xmlns="" xmlns:a16="http://schemas.microsoft.com/office/drawing/2014/main" id="{41BE51DE-402B-48B5-99C8-D8BB9A32DF35}"/>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5" name="Freeform 13">
              <a:extLst>
                <a:ext uri="{FF2B5EF4-FFF2-40B4-BE49-F238E27FC236}">
                  <a16:creationId xmlns="" xmlns:a16="http://schemas.microsoft.com/office/drawing/2014/main" id="{8D5E878B-8859-44FA-A69D-DCE630AAB0D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6" name="Freeform 14">
              <a:extLst>
                <a:ext uri="{FF2B5EF4-FFF2-40B4-BE49-F238E27FC236}">
                  <a16:creationId xmlns="" xmlns:a16="http://schemas.microsoft.com/office/drawing/2014/main" id="{08D55808-ECDC-4E9B-84ED-7301E9E716C2}"/>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7" name="Freeform 15">
              <a:extLst>
                <a:ext uri="{FF2B5EF4-FFF2-40B4-BE49-F238E27FC236}">
                  <a16:creationId xmlns="" xmlns:a16="http://schemas.microsoft.com/office/drawing/2014/main" id="{3436B310-313E-4A53-A70D-CA0D0D97FE7A}"/>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8" name="Freeform 16">
              <a:extLst>
                <a:ext uri="{FF2B5EF4-FFF2-40B4-BE49-F238E27FC236}">
                  <a16:creationId xmlns="" xmlns:a16="http://schemas.microsoft.com/office/drawing/2014/main" id="{F3CE55A9-AE55-4169-A58D-8171D9916EC9}"/>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9" name="Freeform 17">
              <a:extLst>
                <a:ext uri="{FF2B5EF4-FFF2-40B4-BE49-F238E27FC236}">
                  <a16:creationId xmlns="" xmlns:a16="http://schemas.microsoft.com/office/drawing/2014/main" id="{FA01BC48-4605-46FC-A7AC-192C7DBCA046}"/>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0" name="Freeform 18">
              <a:extLst>
                <a:ext uri="{FF2B5EF4-FFF2-40B4-BE49-F238E27FC236}">
                  <a16:creationId xmlns="" xmlns:a16="http://schemas.microsoft.com/office/drawing/2014/main" id="{870190F3-472B-4296-B88D-D6904B9F3085}"/>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1" name="Freeform 19">
              <a:extLst>
                <a:ext uri="{FF2B5EF4-FFF2-40B4-BE49-F238E27FC236}">
                  <a16:creationId xmlns="" xmlns:a16="http://schemas.microsoft.com/office/drawing/2014/main" id="{6CEA0F2B-4AAB-4A16-B7F1-CFCB0C0DCEE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2" name="Freeform 20">
              <a:extLst>
                <a:ext uri="{FF2B5EF4-FFF2-40B4-BE49-F238E27FC236}">
                  <a16:creationId xmlns="" xmlns:a16="http://schemas.microsoft.com/office/drawing/2014/main" id="{CD64F657-7EE7-4AF2-ADE4-160C87E64D6B}"/>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3" name="Freeform 21">
              <a:extLst>
                <a:ext uri="{FF2B5EF4-FFF2-40B4-BE49-F238E27FC236}">
                  <a16:creationId xmlns="" xmlns:a16="http://schemas.microsoft.com/office/drawing/2014/main" id="{FA80A690-9084-4519-8D88-A01963C02369}"/>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4" name="Freeform 22">
              <a:extLst>
                <a:ext uri="{FF2B5EF4-FFF2-40B4-BE49-F238E27FC236}">
                  <a16:creationId xmlns="" xmlns:a16="http://schemas.microsoft.com/office/drawing/2014/main" id="{E847401D-2482-482A-AC12-D2E83C13546D}"/>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5" name="Freeform 23">
              <a:extLst>
                <a:ext uri="{FF2B5EF4-FFF2-40B4-BE49-F238E27FC236}">
                  <a16:creationId xmlns="" xmlns:a16="http://schemas.microsoft.com/office/drawing/2014/main" id="{86054F72-4509-4465-B9A8-8DAE3EFD35B0}"/>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6" name="Freeform 24">
              <a:extLst>
                <a:ext uri="{FF2B5EF4-FFF2-40B4-BE49-F238E27FC236}">
                  <a16:creationId xmlns="" xmlns:a16="http://schemas.microsoft.com/office/drawing/2014/main" id="{813850E4-4B62-4FDA-ABD6-F5A5AA5E7C28}"/>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7" name="Freeform 25">
              <a:extLst>
                <a:ext uri="{FF2B5EF4-FFF2-40B4-BE49-F238E27FC236}">
                  <a16:creationId xmlns="" xmlns:a16="http://schemas.microsoft.com/office/drawing/2014/main" id="{1B4F0124-2FAE-4D54-9ECC-E88A8031BBD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8" name="Freeform 26">
              <a:extLst>
                <a:ext uri="{FF2B5EF4-FFF2-40B4-BE49-F238E27FC236}">
                  <a16:creationId xmlns="" xmlns:a16="http://schemas.microsoft.com/office/drawing/2014/main" id="{2A730E5F-DF9C-488E-B4E0-EE9F501529EE}"/>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9" name="Freeform 27">
              <a:extLst>
                <a:ext uri="{FF2B5EF4-FFF2-40B4-BE49-F238E27FC236}">
                  <a16:creationId xmlns="" xmlns:a16="http://schemas.microsoft.com/office/drawing/2014/main" id="{39861D7E-D8DA-436F-9E2F-5C08A8BFB4D5}"/>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0" name="Freeform 28">
              <a:extLst>
                <a:ext uri="{FF2B5EF4-FFF2-40B4-BE49-F238E27FC236}">
                  <a16:creationId xmlns="" xmlns:a16="http://schemas.microsoft.com/office/drawing/2014/main" id="{8B038F9F-6A9C-4E57-A659-0090AF470598}"/>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1" name="Freeform 29">
              <a:extLst>
                <a:ext uri="{FF2B5EF4-FFF2-40B4-BE49-F238E27FC236}">
                  <a16:creationId xmlns="" xmlns:a16="http://schemas.microsoft.com/office/drawing/2014/main" id="{15E4EB7D-754D-4053-9A23-596C7CFDA987}"/>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2" name="Freeform 30">
              <a:extLst>
                <a:ext uri="{FF2B5EF4-FFF2-40B4-BE49-F238E27FC236}">
                  <a16:creationId xmlns="" xmlns:a16="http://schemas.microsoft.com/office/drawing/2014/main" id="{28E147CB-2B8F-497B-B00B-C25E679DC5EB}"/>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3" name="Freeform 31">
              <a:extLst>
                <a:ext uri="{FF2B5EF4-FFF2-40B4-BE49-F238E27FC236}">
                  <a16:creationId xmlns="" xmlns:a16="http://schemas.microsoft.com/office/drawing/2014/main" id="{E68BC676-C787-429D-B59B-1A5CE062F78A}"/>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4" name="Freeform 32">
              <a:extLst>
                <a:ext uri="{FF2B5EF4-FFF2-40B4-BE49-F238E27FC236}">
                  <a16:creationId xmlns="" xmlns:a16="http://schemas.microsoft.com/office/drawing/2014/main" id="{71266960-73CB-44B9-9A97-810858989148}"/>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5" name="Freeform 33">
              <a:extLst>
                <a:ext uri="{FF2B5EF4-FFF2-40B4-BE49-F238E27FC236}">
                  <a16:creationId xmlns="" xmlns:a16="http://schemas.microsoft.com/office/drawing/2014/main" id="{3FF3AC5A-B742-4B29-8E04-03A71D82B9A6}"/>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6" name="Freeform 34">
              <a:extLst>
                <a:ext uri="{FF2B5EF4-FFF2-40B4-BE49-F238E27FC236}">
                  <a16:creationId xmlns="" xmlns:a16="http://schemas.microsoft.com/office/drawing/2014/main" id="{0C912743-E24B-4E48-8196-5FBD1ECEE9AD}"/>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7" name="Freeform 35">
              <a:extLst>
                <a:ext uri="{FF2B5EF4-FFF2-40B4-BE49-F238E27FC236}">
                  <a16:creationId xmlns="" xmlns:a16="http://schemas.microsoft.com/office/drawing/2014/main" id="{6E2F01F4-1410-4FE1-B043-EA97A1541F32}"/>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8" name="Freeform 36">
              <a:extLst>
                <a:ext uri="{FF2B5EF4-FFF2-40B4-BE49-F238E27FC236}">
                  <a16:creationId xmlns="" xmlns:a16="http://schemas.microsoft.com/office/drawing/2014/main" id="{58ACFF1C-49F0-414E-B9E3-DE4E9FFAA38A}"/>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9" name="Freeform 37">
              <a:extLst>
                <a:ext uri="{FF2B5EF4-FFF2-40B4-BE49-F238E27FC236}">
                  <a16:creationId xmlns="" xmlns:a16="http://schemas.microsoft.com/office/drawing/2014/main" id="{DACBD04B-22FF-4A4F-8B29-A2F31A05423A}"/>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0" name="Freeform 38">
              <a:extLst>
                <a:ext uri="{FF2B5EF4-FFF2-40B4-BE49-F238E27FC236}">
                  <a16:creationId xmlns="" xmlns:a16="http://schemas.microsoft.com/office/drawing/2014/main" id="{A13F6E37-C22B-4FD3-ADFE-9C53ECB44692}"/>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1" name="Freeform 39">
              <a:extLst>
                <a:ext uri="{FF2B5EF4-FFF2-40B4-BE49-F238E27FC236}">
                  <a16:creationId xmlns="" xmlns:a16="http://schemas.microsoft.com/office/drawing/2014/main" id="{76256F1D-405A-49F9-8592-A899623F2DB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2" name="Freeform 40">
              <a:extLst>
                <a:ext uri="{FF2B5EF4-FFF2-40B4-BE49-F238E27FC236}">
                  <a16:creationId xmlns="" xmlns:a16="http://schemas.microsoft.com/office/drawing/2014/main" id="{2F9CAE14-DB05-4B70-867F-3F6164BDB74F}"/>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3" name="Freeform 41">
              <a:extLst>
                <a:ext uri="{FF2B5EF4-FFF2-40B4-BE49-F238E27FC236}">
                  <a16:creationId xmlns="" xmlns:a16="http://schemas.microsoft.com/office/drawing/2014/main" id="{30C7B10F-7027-41F9-BEE2-F1575CB690D6}"/>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4" name="Freeform 42">
              <a:extLst>
                <a:ext uri="{FF2B5EF4-FFF2-40B4-BE49-F238E27FC236}">
                  <a16:creationId xmlns="" xmlns:a16="http://schemas.microsoft.com/office/drawing/2014/main" id="{16B384B2-A2D9-4CB4-AF87-AF1004852B5B}"/>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5" name="Freeform 43">
              <a:extLst>
                <a:ext uri="{FF2B5EF4-FFF2-40B4-BE49-F238E27FC236}">
                  <a16:creationId xmlns="" xmlns:a16="http://schemas.microsoft.com/office/drawing/2014/main" id="{DC309D60-84B9-4652-BEF1-F71EFAD3A402}"/>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6" name="Freeform 44">
              <a:extLst>
                <a:ext uri="{FF2B5EF4-FFF2-40B4-BE49-F238E27FC236}">
                  <a16:creationId xmlns="" xmlns:a16="http://schemas.microsoft.com/office/drawing/2014/main" id="{A4440044-5486-483F-B652-7EE3849461B3}"/>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7" name="Freeform 45">
              <a:extLst>
                <a:ext uri="{FF2B5EF4-FFF2-40B4-BE49-F238E27FC236}">
                  <a16:creationId xmlns="" xmlns:a16="http://schemas.microsoft.com/office/drawing/2014/main" id="{446771E9-EA09-4256-8955-FE392C07AFC4}"/>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8" name="Freeform 46">
              <a:extLst>
                <a:ext uri="{FF2B5EF4-FFF2-40B4-BE49-F238E27FC236}">
                  <a16:creationId xmlns="" xmlns:a16="http://schemas.microsoft.com/office/drawing/2014/main" id="{FE985025-CAA5-44F2-9174-87CD1D8BA182}"/>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9" name="Freeform 47">
              <a:extLst>
                <a:ext uri="{FF2B5EF4-FFF2-40B4-BE49-F238E27FC236}">
                  <a16:creationId xmlns="" xmlns:a16="http://schemas.microsoft.com/office/drawing/2014/main" id="{1105FBBE-AD06-4F22-94D8-E2E98185FAA9}"/>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0" name="Freeform 48">
              <a:extLst>
                <a:ext uri="{FF2B5EF4-FFF2-40B4-BE49-F238E27FC236}">
                  <a16:creationId xmlns="" xmlns:a16="http://schemas.microsoft.com/office/drawing/2014/main" id="{8141824A-6AD4-4B53-B837-71461DD538CC}"/>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1" name="Freeform 49">
              <a:extLst>
                <a:ext uri="{FF2B5EF4-FFF2-40B4-BE49-F238E27FC236}">
                  <a16:creationId xmlns="" xmlns:a16="http://schemas.microsoft.com/office/drawing/2014/main" id="{1CEF1D95-CD6C-417A-9539-CB4DBAA5E07D}"/>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2" name="Freeform 50">
              <a:extLst>
                <a:ext uri="{FF2B5EF4-FFF2-40B4-BE49-F238E27FC236}">
                  <a16:creationId xmlns="" xmlns:a16="http://schemas.microsoft.com/office/drawing/2014/main" id="{BF6CB5D3-9648-4D73-AB7C-5374814E5BA2}"/>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3" name="Freeform 51">
              <a:extLst>
                <a:ext uri="{FF2B5EF4-FFF2-40B4-BE49-F238E27FC236}">
                  <a16:creationId xmlns="" xmlns:a16="http://schemas.microsoft.com/office/drawing/2014/main" id="{55F0E322-3AEE-482E-8E59-9FB04FACA931}"/>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4" name="Freeform 52">
              <a:extLst>
                <a:ext uri="{FF2B5EF4-FFF2-40B4-BE49-F238E27FC236}">
                  <a16:creationId xmlns="" xmlns:a16="http://schemas.microsoft.com/office/drawing/2014/main" id="{0D3C59AD-7CCF-4166-9D21-3C3484889312}"/>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5" name="Freeform 53">
              <a:extLst>
                <a:ext uri="{FF2B5EF4-FFF2-40B4-BE49-F238E27FC236}">
                  <a16:creationId xmlns="" xmlns:a16="http://schemas.microsoft.com/office/drawing/2014/main" id="{9C9DA4CE-7B4D-42AE-9264-92B7D7757DD8}"/>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6" name="Freeform 54">
              <a:extLst>
                <a:ext uri="{FF2B5EF4-FFF2-40B4-BE49-F238E27FC236}">
                  <a16:creationId xmlns="" xmlns:a16="http://schemas.microsoft.com/office/drawing/2014/main" id="{DBCBD0D2-5C9C-4B12-8CF8-9CA320825ED7}"/>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7" name="Freeform 55">
              <a:extLst>
                <a:ext uri="{FF2B5EF4-FFF2-40B4-BE49-F238E27FC236}">
                  <a16:creationId xmlns="" xmlns:a16="http://schemas.microsoft.com/office/drawing/2014/main" id="{CDCFBD31-7961-4587-876E-1FAFC4E74AB8}"/>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8" name="Freeform 56">
              <a:extLst>
                <a:ext uri="{FF2B5EF4-FFF2-40B4-BE49-F238E27FC236}">
                  <a16:creationId xmlns="" xmlns:a16="http://schemas.microsoft.com/office/drawing/2014/main" id="{52482C08-723A-4738-9787-3516B3C1714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9" name="Freeform 57">
              <a:extLst>
                <a:ext uri="{FF2B5EF4-FFF2-40B4-BE49-F238E27FC236}">
                  <a16:creationId xmlns="" xmlns:a16="http://schemas.microsoft.com/office/drawing/2014/main" id="{5B72A8F0-33E3-42CD-88C2-C35BEC0E9833}"/>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0" name="Freeform 58">
              <a:extLst>
                <a:ext uri="{FF2B5EF4-FFF2-40B4-BE49-F238E27FC236}">
                  <a16:creationId xmlns="" xmlns:a16="http://schemas.microsoft.com/office/drawing/2014/main" id="{73FC54A2-6588-499B-968A-79F4CA9CF5F3}"/>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1" name="Freeform 59">
              <a:extLst>
                <a:ext uri="{FF2B5EF4-FFF2-40B4-BE49-F238E27FC236}">
                  <a16:creationId xmlns="" xmlns:a16="http://schemas.microsoft.com/office/drawing/2014/main" id="{1E6AB002-C130-4648-A18E-BA496FF1756C}"/>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2" name="Freeform 60">
              <a:extLst>
                <a:ext uri="{FF2B5EF4-FFF2-40B4-BE49-F238E27FC236}">
                  <a16:creationId xmlns="" xmlns:a16="http://schemas.microsoft.com/office/drawing/2014/main" id="{B0044278-9F7F-4596-96D2-ACFBE0DEC0B1}"/>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3" name="Freeform 61">
              <a:extLst>
                <a:ext uri="{FF2B5EF4-FFF2-40B4-BE49-F238E27FC236}">
                  <a16:creationId xmlns="" xmlns:a16="http://schemas.microsoft.com/office/drawing/2014/main" id="{79F75E0D-27A7-44C1-BF19-495F4768F995}"/>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4" name="Freeform 62">
              <a:extLst>
                <a:ext uri="{FF2B5EF4-FFF2-40B4-BE49-F238E27FC236}">
                  <a16:creationId xmlns="" xmlns:a16="http://schemas.microsoft.com/office/drawing/2014/main" id="{E5B9E395-C74C-4D98-8911-EE2C765D8BEB}"/>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5" name="Freeform 63">
              <a:extLst>
                <a:ext uri="{FF2B5EF4-FFF2-40B4-BE49-F238E27FC236}">
                  <a16:creationId xmlns="" xmlns:a16="http://schemas.microsoft.com/office/drawing/2014/main" id="{53BB8418-388C-4142-9A80-8BF00A87F7B0}"/>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6" name="Freeform 64">
              <a:extLst>
                <a:ext uri="{FF2B5EF4-FFF2-40B4-BE49-F238E27FC236}">
                  <a16:creationId xmlns="" xmlns:a16="http://schemas.microsoft.com/office/drawing/2014/main" id="{0256DB41-B3C1-4FEB-B394-9762C00E7F70}"/>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7" name="Freeform 65">
              <a:extLst>
                <a:ext uri="{FF2B5EF4-FFF2-40B4-BE49-F238E27FC236}">
                  <a16:creationId xmlns="" xmlns:a16="http://schemas.microsoft.com/office/drawing/2014/main" id="{F2BC9C1F-3F30-47A6-B503-20FB179B7F3A}"/>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8" name="Freeform 66">
              <a:extLst>
                <a:ext uri="{FF2B5EF4-FFF2-40B4-BE49-F238E27FC236}">
                  <a16:creationId xmlns="" xmlns:a16="http://schemas.microsoft.com/office/drawing/2014/main" id="{F2E1921C-CA0E-4886-93CA-956A6497CF03}"/>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49" name="Freeform 67">
              <a:extLst>
                <a:ext uri="{FF2B5EF4-FFF2-40B4-BE49-F238E27FC236}">
                  <a16:creationId xmlns="" xmlns:a16="http://schemas.microsoft.com/office/drawing/2014/main" id="{33147323-CD74-4B45-8B3D-9FC2D6ABC4D5}"/>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50" name="Freeform 68">
              <a:extLst>
                <a:ext uri="{FF2B5EF4-FFF2-40B4-BE49-F238E27FC236}">
                  <a16:creationId xmlns="" xmlns:a16="http://schemas.microsoft.com/office/drawing/2014/main" id="{646502BE-8655-4E99-B8D3-19E6C1D2B9F4}"/>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51" name="Freeform 69">
              <a:extLst>
                <a:ext uri="{FF2B5EF4-FFF2-40B4-BE49-F238E27FC236}">
                  <a16:creationId xmlns="" xmlns:a16="http://schemas.microsoft.com/office/drawing/2014/main" id="{7B89F1B5-6B06-45D2-838B-039A44EFFD1B}"/>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52" name="Freeform 70">
              <a:extLst>
                <a:ext uri="{FF2B5EF4-FFF2-40B4-BE49-F238E27FC236}">
                  <a16:creationId xmlns="" xmlns:a16="http://schemas.microsoft.com/office/drawing/2014/main" id="{07A005EC-C937-4146-8D02-C00C5931EBC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grpSp>
      <p:sp>
        <p:nvSpPr>
          <p:cNvPr id="263" name="Title 1">
            <a:extLst>
              <a:ext uri="{FF2B5EF4-FFF2-40B4-BE49-F238E27FC236}">
                <a16:creationId xmlns="" xmlns:a16="http://schemas.microsoft.com/office/drawing/2014/main" id="{3F36D6CC-3534-47CC-AECE-83EDA4639FB5}"/>
              </a:ext>
            </a:extLst>
          </p:cNvPr>
          <p:cNvSpPr>
            <a:spLocks noGrp="1"/>
          </p:cNvSpPr>
          <p:nvPr>
            <p:ph type="ctrTitle"/>
          </p:nvPr>
        </p:nvSpPr>
        <p:spPr>
          <a:xfrm>
            <a:off x="944880" y="2158329"/>
            <a:ext cx="4000436"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264" name="Subtitle 2">
            <a:extLst>
              <a:ext uri="{FF2B5EF4-FFF2-40B4-BE49-F238E27FC236}">
                <a16:creationId xmlns="" xmlns:a16="http://schemas.microsoft.com/office/drawing/2014/main" id="{C26FB38E-4E99-4AFB-8C8C-F03F7A963D9C}"/>
              </a:ext>
            </a:extLst>
          </p:cNvPr>
          <p:cNvSpPr>
            <a:spLocks noGrp="1"/>
          </p:cNvSpPr>
          <p:nvPr>
            <p:ph type="subTitle" idx="1"/>
          </p:nvPr>
        </p:nvSpPr>
        <p:spPr>
          <a:xfrm>
            <a:off x="945072" y="3200329"/>
            <a:ext cx="4020628" cy="645742"/>
          </a:xfrm>
          <a:prstGeom prst="rect">
            <a:avLst/>
          </a:prstGeom>
        </p:spPr>
        <p:txBody>
          <a:bodyPr/>
          <a:lstStyle>
            <a:lvl1pPr marL="0" indent="0" algn="l">
              <a:buNone/>
              <a:defRPr sz="2000">
                <a:solidFill>
                  <a:schemeClr val="bg1"/>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grpSp>
        <p:nvGrpSpPr>
          <p:cNvPr id="77" name="Group 76">
            <a:extLst>
              <a:ext uri="{FF2B5EF4-FFF2-40B4-BE49-F238E27FC236}">
                <a16:creationId xmlns="" xmlns:a16="http://schemas.microsoft.com/office/drawing/2014/main" id="{AE95BC52-A56D-4358-A294-750179EBB698}"/>
              </a:ext>
            </a:extLst>
          </p:cNvPr>
          <p:cNvGrpSpPr/>
          <p:nvPr userDrawn="1"/>
        </p:nvGrpSpPr>
        <p:grpSpPr>
          <a:xfrm>
            <a:off x="489366" y="876058"/>
            <a:ext cx="4855295" cy="3374475"/>
            <a:chOff x="6855933" y="899048"/>
            <a:chExt cx="4855295" cy="3374475"/>
          </a:xfrm>
          <a:solidFill>
            <a:schemeClr val="tx2"/>
          </a:solidFill>
        </p:grpSpPr>
        <p:sp>
          <p:nvSpPr>
            <p:cNvPr id="78" name="Freeform: Shape 77">
              <a:extLst>
                <a:ext uri="{FF2B5EF4-FFF2-40B4-BE49-F238E27FC236}">
                  <a16:creationId xmlns="" xmlns:a16="http://schemas.microsoft.com/office/drawing/2014/main" id="{ECBD2AD5-9A79-4CFE-A808-769ADC8898F3}"/>
                </a:ext>
              </a:extLst>
            </p:cNvPr>
            <p:cNvSpPr/>
            <p:nvPr/>
          </p:nvSpPr>
          <p:spPr>
            <a:xfrm>
              <a:off x="6855933" y="899048"/>
              <a:ext cx="4855295" cy="3374475"/>
            </a:xfrm>
            <a:custGeom>
              <a:avLst/>
              <a:gdLst>
                <a:gd name="connsiteX0" fmla="*/ 6731 w 4855294"/>
                <a:gd name="connsiteY0" fmla="*/ 863542 h 3374474"/>
                <a:gd name="connsiteX1" fmla="*/ 6731 w 4855294"/>
                <a:gd name="connsiteY1" fmla="*/ 3095901 h 3374474"/>
                <a:gd name="connsiteX2" fmla="*/ 145659 w 4855294"/>
                <a:gd name="connsiteY2" fmla="*/ 3095901 h 3374474"/>
                <a:gd name="connsiteX3" fmla="*/ 145659 w 4855294"/>
                <a:gd name="connsiteY3" fmla="*/ 988380 h 3374474"/>
                <a:gd name="connsiteX4" fmla="*/ 4715918 w 4855294"/>
                <a:gd name="connsiteY4" fmla="*/ 179673 h 3374474"/>
                <a:gd name="connsiteX5" fmla="*/ 4715918 w 4855294"/>
                <a:gd name="connsiteY5" fmla="*/ 3234829 h 3374474"/>
                <a:gd name="connsiteX6" fmla="*/ 840208 w 4855294"/>
                <a:gd name="connsiteY6" fmla="*/ 3234829 h 3374474"/>
                <a:gd name="connsiteX7" fmla="*/ 840208 w 4855294"/>
                <a:gd name="connsiteY7" fmla="*/ 3373757 h 3374474"/>
                <a:gd name="connsiteX8" fmla="*/ 4854846 w 4855294"/>
                <a:gd name="connsiteY8" fmla="*/ 3373757 h 3374474"/>
                <a:gd name="connsiteX9" fmla="*/ 4854846 w 4855294"/>
                <a:gd name="connsiteY9" fmla="*/ 6731 h 3374474"/>
                <a:gd name="connsiteX10" fmla="*/ 6731 w 4855294"/>
                <a:gd name="connsiteY10" fmla="*/ 863542 h 337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294" h="3374474">
                  <a:moveTo>
                    <a:pt x="6731" y="863542"/>
                  </a:moveTo>
                  <a:lnTo>
                    <a:pt x="6731" y="3095901"/>
                  </a:lnTo>
                  <a:lnTo>
                    <a:pt x="145659" y="3095901"/>
                  </a:lnTo>
                  <a:lnTo>
                    <a:pt x="145659" y="988380"/>
                  </a:lnTo>
                  <a:lnTo>
                    <a:pt x="4715918" y="179673"/>
                  </a:lnTo>
                  <a:lnTo>
                    <a:pt x="4715918" y="3234829"/>
                  </a:lnTo>
                  <a:lnTo>
                    <a:pt x="840208" y="3234829"/>
                  </a:lnTo>
                  <a:lnTo>
                    <a:pt x="840208" y="3373757"/>
                  </a:lnTo>
                  <a:lnTo>
                    <a:pt x="4854846" y="3373757"/>
                  </a:lnTo>
                  <a:lnTo>
                    <a:pt x="4854846" y="6731"/>
                  </a:lnTo>
                  <a:lnTo>
                    <a:pt x="6731" y="863542"/>
                  </a:lnTo>
                  <a:close/>
                </a:path>
              </a:pathLst>
            </a:custGeom>
            <a:grpFill/>
            <a:ln w="9525" cap="flat">
              <a:noFill/>
              <a:prstDash val="solid"/>
              <a:miter/>
            </a:ln>
          </p:spPr>
          <p:txBody>
            <a:bodyPr rtlCol="0" anchor="ctr"/>
            <a:lstStyle/>
            <a:p>
              <a:endParaRPr lang="en-IN"/>
            </a:p>
          </p:txBody>
        </p:sp>
        <p:sp>
          <p:nvSpPr>
            <p:cNvPr id="79" name="Freeform: Shape 78">
              <a:extLst>
                <a:ext uri="{FF2B5EF4-FFF2-40B4-BE49-F238E27FC236}">
                  <a16:creationId xmlns="" xmlns:a16="http://schemas.microsoft.com/office/drawing/2014/main" id="{9EE673CB-A779-4F64-B72D-93428DD2B26D}"/>
                </a:ext>
              </a:extLst>
            </p:cNvPr>
            <p:cNvSpPr/>
            <p:nvPr/>
          </p:nvSpPr>
          <p:spPr>
            <a:xfrm>
              <a:off x="6855933"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a:p>
          </p:txBody>
        </p:sp>
        <p:sp>
          <p:nvSpPr>
            <p:cNvPr id="80" name="Freeform: Shape 79">
              <a:extLst>
                <a:ext uri="{FF2B5EF4-FFF2-40B4-BE49-F238E27FC236}">
                  <a16:creationId xmlns="" xmlns:a16="http://schemas.microsoft.com/office/drawing/2014/main" id="{88144C98-507D-403B-8819-FBBF64A82FA3}"/>
                </a:ext>
              </a:extLst>
            </p:cNvPr>
            <p:cNvSpPr/>
            <p:nvPr/>
          </p:nvSpPr>
          <p:spPr>
            <a:xfrm>
              <a:off x="7133789"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a:p>
          </p:txBody>
        </p:sp>
        <p:sp>
          <p:nvSpPr>
            <p:cNvPr id="81" name="Freeform: Shape 80">
              <a:extLst>
                <a:ext uri="{FF2B5EF4-FFF2-40B4-BE49-F238E27FC236}">
                  <a16:creationId xmlns="" xmlns:a16="http://schemas.microsoft.com/office/drawing/2014/main" id="{21919CB3-2430-4DA6-BF41-59A1EF9C03CB}"/>
                </a:ext>
              </a:extLst>
            </p:cNvPr>
            <p:cNvSpPr/>
            <p:nvPr/>
          </p:nvSpPr>
          <p:spPr>
            <a:xfrm>
              <a:off x="7411555"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a:p>
          </p:txBody>
        </p:sp>
      </p:grpSp>
      <p:pic>
        <p:nvPicPr>
          <p:cNvPr id="2" name="Picture 1" descr="A black and white sign with white text&#10;&#10;Description automatically generated">
            <a:extLst>
              <a:ext uri="{FF2B5EF4-FFF2-40B4-BE49-F238E27FC236}">
                <a16:creationId xmlns="" xmlns:a16="http://schemas.microsoft.com/office/drawing/2014/main" id="{DB7652F6-C55E-8F4E-67CA-2DA580CDC7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218" y="4905997"/>
            <a:ext cx="1415666" cy="1492500"/>
          </a:xfrm>
          <a:prstGeom prst="rect">
            <a:avLst/>
          </a:prstGeom>
        </p:spPr>
      </p:pic>
    </p:spTree>
    <p:extLst>
      <p:ext uri="{BB962C8B-B14F-4D97-AF65-F5344CB8AC3E}">
        <p14:creationId xmlns:p14="http://schemas.microsoft.com/office/powerpoint/2010/main" val="1217270853"/>
      </p:ext>
    </p:extLst>
  </p:cSld>
  <p:clrMapOvr>
    <a:masterClrMapping/>
  </p:clrMapOvr>
  <p:extLst>
    <p:ext uri="{DCECCB84-F9BA-43D5-87BE-67443E8EF086}">
      <p15:sldGuideLst xmlns=""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1_Approved question wide">
    <p:spTree>
      <p:nvGrpSpPr>
        <p:cNvPr id="1" name=""/>
        <p:cNvGrpSpPr/>
        <p:nvPr/>
      </p:nvGrpSpPr>
      <p:grpSpPr>
        <a:xfrm>
          <a:off x="0" y="0"/>
          <a:ext cx="0" cy="0"/>
          <a:chOff x="0" y="0"/>
          <a:chExt cx="0" cy="0"/>
        </a:xfrm>
      </p:grpSpPr>
      <p:grpSp>
        <p:nvGrpSpPr>
          <p:cNvPr id="235" name="Group 234">
            <a:extLst>
              <a:ext uri="{FF2B5EF4-FFF2-40B4-BE49-F238E27FC236}">
                <a16:creationId xmlns="" xmlns:a16="http://schemas.microsoft.com/office/drawing/2014/main" id="{5342E118-6F1D-4C46-956E-4CCCBCAA7952}"/>
              </a:ext>
            </a:extLst>
          </p:cNvPr>
          <p:cNvGrpSpPr/>
          <p:nvPr userDrawn="1"/>
        </p:nvGrpSpPr>
        <p:grpSpPr>
          <a:xfrm>
            <a:off x="498115" y="5826612"/>
            <a:ext cx="3878023" cy="570195"/>
            <a:chOff x="498115" y="5951018"/>
            <a:chExt cx="3878023" cy="570195"/>
          </a:xfrm>
        </p:grpSpPr>
        <p:sp>
          <p:nvSpPr>
            <p:cNvPr id="168" name="Rectangle 167">
              <a:extLst>
                <a:ext uri="{FF2B5EF4-FFF2-40B4-BE49-F238E27FC236}">
                  <a16:creationId xmlns=""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9" name="Rectangle 6">
              <a:extLst>
                <a:ext uri="{FF2B5EF4-FFF2-40B4-BE49-F238E27FC236}">
                  <a16:creationId xmlns=""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0" name="Rectangle 7">
              <a:extLst>
                <a:ext uri="{FF2B5EF4-FFF2-40B4-BE49-F238E27FC236}">
                  <a16:creationId xmlns=""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1" name="Freeform 8">
              <a:extLst>
                <a:ext uri="{FF2B5EF4-FFF2-40B4-BE49-F238E27FC236}">
                  <a16:creationId xmlns=""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2" name="Freeform 9">
              <a:extLst>
                <a:ext uri="{FF2B5EF4-FFF2-40B4-BE49-F238E27FC236}">
                  <a16:creationId xmlns=""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3" name="Freeform 10">
              <a:extLst>
                <a:ext uri="{FF2B5EF4-FFF2-40B4-BE49-F238E27FC236}">
                  <a16:creationId xmlns=""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4" name="Freeform 11">
              <a:extLst>
                <a:ext uri="{FF2B5EF4-FFF2-40B4-BE49-F238E27FC236}">
                  <a16:creationId xmlns=""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5" name="Freeform 12">
              <a:extLst>
                <a:ext uri="{FF2B5EF4-FFF2-40B4-BE49-F238E27FC236}">
                  <a16:creationId xmlns=""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6" name="Freeform 13">
              <a:extLst>
                <a:ext uri="{FF2B5EF4-FFF2-40B4-BE49-F238E27FC236}">
                  <a16:creationId xmlns=""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7" name="Freeform 14">
              <a:extLst>
                <a:ext uri="{FF2B5EF4-FFF2-40B4-BE49-F238E27FC236}">
                  <a16:creationId xmlns=""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8" name="Freeform 15">
              <a:extLst>
                <a:ext uri="{FF2B5EF4-FFF2-40B4-BE49-F238E27FC236}">
                  <a16:creationId xmlns=""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9" name="Freeform 16">
              <a:extLst>
                <a:ext uri="{FF2B5EF4-FFF2-40B4-BE49-F238E27FC236}">
                  <a16:creationId xmlns=""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0" name="Freeform 17">
              <a:extLst>
                <a:ext uri="{FF2B5EF4-FFF2-40B4-BE49-F238E27FC236}">
                  <a16:creationId xmlns=""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1" name="Freeform 18">
              <a:extLst>
                <a:ext uri="{FF2B5EF4-FFF2-40B4-BE49-F238E27FC236}">
                  <a16:creationId xmlns=""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2" name="Freeform 19">
              <a:extLst>
                <a:ext uri="{FF2B5EF4-FFF2-40B4-BE49-F238E27FC236}">
                  <a16:creationId xmlns=""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3" name="Freeform 20">
              <a:extLst>
                <a:ext uri="{FF2B5EF4-FFF2-40B4-BE49-F238E27FC236}">
                  <a16:creationId xmlns=""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4" name="Freeform 21">
              <a:extLst>
                <a:ext uri="{FF2B5EF4-FFF2-40B4-BE49-F238E27FC236}">
                  <a16:creationId xmlns=""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5" name="Freeform 22">
              <a:extLst>
                <a:ext uri="{FF2B5EF4-FFF2-40B4-BE49-F238E27FC236}">
                  <a16:creationId xmlns=""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6" name="Freeform 23">
              <a:extLst>
                <a:ext uri="{FF2B5EF4-FFF2-40B4-BE49-F238E27FC236}">
                  <a16:creationId xmlns=""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7" name="Freeform 24">
              <a:extLst>
                <a:ext uri="{FF2B5EF4-FFF2-40B4-BE49-F238E27FC236}">
                  <a16:creationId xmlns=""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8" name="Freeform 25">
              <a:extLst>
                <a:ext uri="{FF2B5EF4-FFF2-40B4-BE49-F238E27FC236}">
                  <a16:creationId xmlns=""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9" name="Freeform 26">
              <a:extLst>
                <a:ext uri="{FF2B5EF4-FFF2-40B4-BE49-F238E27FC236}">
                  <a16:creationId xmlns=""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0" name="Freeform 27">
              <a:extLst>
                <a:ext uri="{FF2B5EF4-FFF2-40B4-BE49-F238E27FC236}">
                  <a16:creationId xmlns=""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1" name="Freeform 28">
              <a:extLst>
                <a:ext uri="{FF2B5EF4-FFF2-40B4-BE49-F238E27FC236}">
                  <a16:creationId xmlns=""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2" name="Freeform 29">
              <a:extLst>
                <a:ext uri="{FF2B5EF4-FFF2-40B4-BE49-F238E27FC236}">
                  <a16:creationId xmlns=""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3" name="Freeform 30">
              <a:extLst>
                <a:ext uri="{FF2B5EF4-FFF2-40B4-BE49-F238E27FC236}">
                  <a16:creationId xmlns=""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4" name="Freeform 31">
              <a:extLst>
                <a:ext uri="{FF2B5EF4-FFF2-40B4-BE49-F238E27FC236}">
                  <a16:creationId xmlns=""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5" name="Freeform 32">
              <a:extLst>
                <a:ext uri="{FF2B5EF4-FFF2-40B4-BE49-F238E27FC236}">
                  <a16:creationId xmlns=""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6" name="Freeform 33">
              <a:extLst>
                <a:ext uri="{FF2B5EF4-FFF2-40B4-BE49-F238E27FC236}">
                  <a16:creationId xmlns=""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7" name="Freeform 34">
              <a:extLst>
                <a:ext uri="{FF2B5EF4-FFF2-40B4-BE49-F238E27FC236}">
                  <a16:creationId xmlns=""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8" name="Freeform 35">
              <a:extLst>
                <a:ext uri="{FF2B5EF4-FFF2-40B4-BE49-F238E27FC236}">
                  <a16:creationId xmlns=""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9" name="Freeform 36">
              <a:extLst>
                <a:ext uri="{FF2B5EF4-FFF2-40B4-BE49-F238E27FC236}">
                  <a16:creationId xmlns=""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0" name="Freeform 37">
              <a:extLst>
                <a:ext uri="{FF2B5EF4-FFF2-40B4-BE49-F238E27FC236}">
                  <a16:creationId xmlns=""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1" name="Freeform 38">
              <a:extLst>
                <a:ext uri="{FF2B5EF4-FFF2-40B4-BE49-F238E27FC236}">
                  <a16:creationId xmlns=""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2" name="Freeform 39">
              <a:extLst>
                <a:ext uri="{FF2B5EF4-FFF2-40B4-BE49-F238E27FC236}">
                  <a16:creationId xmlns=""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3" name="Freeform 40">
              <a:extLst>
                <a:ext uri="{FF2B5EF4-FFF2-40B4-BE49-F238E27FC236}">
                  <a16:creationId xmlns=""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4" name="Freeform 41">
              <a:extLst>
                <a:ext uri="{FF2B5EF4-FFF2-40B4-BE49-F238E27FC236}">
                  <a16:creationId xmlns=""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5" name="Freeform 42">
              <a:extLst>
                <a:ext uri="{FF2B5EF4-FFF2-40B4-BE49-F238E27FC236}">
                  <a16:creationId xmlns=""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6" name="Freeform 43">
              <a:extLst>
                <a:ext uri="{FF2B5EF4-FFF2-40B4-BE49-F238E27FC236}">
                  <a16:creationId xmlns=""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7" name="Freeform 44">
              <a:extLst>
                <a:ext uri="{FF2B5EF4-FFF2-40B4-BE49-F238E27FC236}">
                  <a16:creationId xmlns=""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8" name="Freeform 45">
              <a:extLst>
                <a:ext uri="{FF2B5EF4-FFF2-40B4-BE49-F238E27FC236}">
                  <a16:creationId xmlns=""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9" name="Freeform 46">
              <a:extLst>
                <a:ext uri="{FF2B5EF4-FFF2-40B4-BE49-F238E27FC236}">
                  <a16:creationId xmlns=""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0" name="Freeform 47">
              <a:extLst>
                <a:ext uri="{FF2B5EF4-FFF2-40B4-BE49-F238E27FC236}">
                  <a16:creationId xmlns=""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1" name="Freeform 48">
              <a:extLst>
                <a:ext uri="{FF2B5EF4-FFF2-40B4-BE49-F238E27FC236}">
                  <a16:creationId xmlns=""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2" name="Freeform 49">
              <a:extLst>
                <a:ext uri="{FF2B5EF4-FFF2-40B4-BE49-F238E27FC236}">
                  <a16:creationId xmlns=""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3" name="Freeform 50">
              <a:extLst>
                <a:ext uri="{FF2B5EF4-FFF2-40B4-BE49-F238E27FC236}">
                  <a16:creationId xmlns=""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4" name="Freeform 51">
              <a:extLst>
                <a:ext uri="{FF2B5EF4-FFF2-40B4-BE49-F238E27FC236}">
                  <a16:creationId xmlns=""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5" name="Freeform 52">
              <a:extLst>
                <a:ext uri="{FF2B5EF4-FFF2-40B4-BE49-F238E27FC236}">
                  <a16:creationId xmlns=""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6" name="Freeform 53">
              <a:extLst>
                <a:ext uri="{FF2B5EF4-FFF2-40B4-BE49-F238E27FC236}">
                  <a16:creationId xmlns=""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7" name="Freeform 54">
              <a:extLst>
                <a:ext uri="{FF2B5EF4-FFF2-40B4-BE49-F238E27FC236}">
                  <a16:creationId xmlns=""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8" name="Freeform 55">
              <a:extLst>
                <a:ext uri="{FF2B5EF4-FFF2-40B4-BE49-F238E27FC236}">
                  <a16:creationId xmlns=""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9" name="Freeform 56">
              <a:extLst>
                <a:ext uri="{FF2B5EF4-FFF2-40B4-BE49-F238E27FC236}">
                  <a16:creationId xmlns=""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0" name="Freeform 57">
              <a:extLst>
                <a:ext uri="{FF2B5EF4-FFF2-40B4-BE49-F238E27FC236}">
                  <a16:creationId xmlns=""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1" name="Freeform 58">
              <a:extLst>
                <a:ext uri="{FF2B5EF4-FFF2-40B4-BE49-F238E27FC236}">
                  <a16:creationId xmlns=""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2" name="Freeform 59">
              <a:extLst>
                <a:ext uri="{FF2B5EF4-FFF2-40B4-BE49-F238E27FC236}">
                  <a16:creationId xmlns=""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3" name="Freeform 60">
              <a:extLst>
                <a:ext uri="{FF2B5EF4-FFF2-40B4-BE49-F238E27FC236}">
                  <a16:creationId xmlns=""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4" name="Freeform 61">
              <a:extLst>
                <a:ext uri="{FF2B5EF4-FFF2-40B4-BE49-F238E27FC236}">
                  <a16:creationId xmlns=""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5" name="Freeform 62">
              <a:extLst>
                <a:ext uri="{FF2B5EF4-FFF2-40B4-BE49-F238E27FC236}">
                  <a16:creationId xmlns=""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6" name="Freeform 63">
              <a:extLst>
                <a:ext uri="{FF2B5EF4-FFF2-40B4-BE49-F238E27FC236}">
                  <a16:creationId xmlns=""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7" name="Freeform 64">
              <a:extLst>
                <a:ext uri="{FF2B5EF4-FFF2-40B4-BE49-F238E27FC236}">
                  <a16:creationId xmlns=""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8" name="Freeform 65">
              <a:extLst>
                <a:ext uri="{FF2B5EF4-FFF2-40B4-BE49-F238E27FC236}">
                  <a16:creationId xmlns=""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9" name="Freeform 66">
              <a:extLst>
                <a:ext uri="{FF2B5EF4-FFF2-40B4-BE49-F238E27FC236}">
                  <a16:creationId xmlns=""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0" name="Freeform 67">
              <a:extLst>
                <a:ext uri="{FF2B5EF4-FFF2-40B4-BE49-F238E27FC236}">
                  <a16:creationId xmlns=""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1" name="Freeform 68">
              <a:extLst>
                <a:ext uri="{FF2B5EF4-FFF2-40B4-BE49-F238E27FC236}">
                  <a16:creationId xmlns=""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2" name="Freeform 69">
              <a:extLst>
                <a:ext uri="{FF2B5EF4-FFF2-40B4-BE49-F238E27FC236}">
                  <a16:creationId xmlns=""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3" name="Freeform 70">
              <a:extLst>
                <a:ext uri="{FF2B5EF4-FFF2-40B4-BE49-F238E27FC236}">
                  <a16:creationId xmlns=""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grpSp>
      <p:sp>
        <p:nvSpPr>
          <p:cNvPr id="18" name="Title 1"/>
          <p:cNvSpPr>
            <a:spLocks noGrp="1"/>
          </p:cNvSpPr>
          <p:nvPr userDrawn="1">
            <p:ph type="ctrTitle"/>
          </p:nvPr>
        </p:nvSpPr>
        <p:spPr>
          <a:xfrm>
            <a:off x="944880" y="2158329"/>
            <a:ext cx="4783882"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9" name="Subtitle 2"/>
          <p:cNvSpPr>
            <a:spLocks noGrp="1"/>
          </p:cNvSpPr>
          <p:nvPr userDrawn="1">
            <p:ph type="subTitle" idx="1"/>
          </p:nvPr>
        </p:nvSpPr>
        <p:spPr>
          <a:xfrm>
            <a:off x="945072" y="3200329"/>
            <a:ext cx="4808028" cy="645742"/>
          </a:xfrm>
          <a:prstGeom prst="rect">
            <a:avLst/>
          </a:prstGeom>
        </p:spPr>
        <p:txBody>
          <a:bodyPr/>
          <a:lstStyle>
            <a:lvl1pPr marL="0" indent="0" algn="l">
              <a:buNone/>
              <a:defRPr sz="2000">
                <a:solidFill>
                  <a:schemeClr val="bg1"/>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
        <p:nvSpPr>
          <p:cNvPr id="3" name="Freeform: Shape 2">
            <a:extLst>
              <a:ext uri="{FF2B5EF4-FFF2-40B4-BE49-F238E27FC236}">
                <a16:creationId xmlns="" xmlns:a16="http://schemas.microsoft.com/office/drawing/2014/main" id="{44A731D0-020D-4D8E-955D-2354AF0FE452}"/>
              </a:ext>
            </a:extLst>
          </p:cNvPr>
          <p:cNvSpPr/>
          <p:nvPr userDrawn="1"/>
        </p:nvSpPr>
        <p:spPr>
          <a:xfrm>
            <a:off x="489366" y="723658"/>
            <a:ext cx="5680945"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a:p>
        </p:txBody>
      </p:sp>
      <p:sp>
        <p:nvSpPr>
          <p:cNvPr id="4" name="Freeform: Shape 3">
            <a:extLst>
              <a:ext uri="{FF2B5EF4-FFF2-40B4-BE49-F238E27FC236}">
                <a16:creationId xmlns="" xmlns:a16="http://schemas.microsoft.com/office/drawing/2014/main" id="{15324C54-B75E-4AC0-90C2-FA558C7716F7}"/>
              </a:ext>
            </a:extLst>
          </p:cNvPr>
          <p:cNvSpPr/>
          <p:nvPr/>
        </p:nvSpPr>
        <p:spPr>
          <a:xfrm>
            <a:off x="489366"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sp>
        <p:nvSpPr>
          <p:cNvPr id="5" name="Freeform: Shape 4">
            <a:extLst>
              <a:ext uri="{FF2B5EF4-FFF2-40B4-BE49-F238E27FC236}">
                <a16:creationId xmlns="" xmlns:a16="http://schemas.microsoft.com/office/drawing/2014/main" id="{CAA95478-C099-485F-AD95-A617656C6C7C}"/>
              </a:ext>
            </a:extLst>
          </p:cNvPr>
          <p:cNvSpPr/>
          <p:nvPr/>
        </p:nvSpPr>
        <p:spPr>
          <a:xfrm>
            <a:off x="774697"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sp>
        <p:nvSpPr>
          <p:cNvPr id="6" name="Freeform: Shape 5">
            <a:extLst>
              <a:ext uri="{FF2B5EF4-FFF2-40B4-BE49-F238E27FC236}">
                <a16:creationId xmlns="" xmlns:a16="http://schemas.microsoft.com/office/drawing/2014/main" id="{D65680A1-86D1-44C2-AA38-0DF5735F1F26}"/>
              </a:ext>
            </a:extLst>
          </p:cNvPr>
          <p:cNvSpPr/>
          <p:nvPr/>
        </p:nvSpPr>
        <p:spPr>
          <a:xfrm>
            <a:off x="1059910"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pic>
        <p:nvPicPr>
          <p:cNvPr id="2" name="Picture 1" descr="A black and white sign with white text&#10;&#10;Description automatically generated">
            <a:extLst>
              <a:ext uri="{FF2B5EF4-FFF2-40B4-BE49-F238E27FC236}">
                <a16:creationId xmlns="" xmlns:a16="http://schemas.microsoft.com/office/drawing/2014/main" id="{BECD0094-72AB-5DF0-08CF-B08FA73DD8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218" y="4905997"/>
            <a:ext cx="1415666" cy="1492500"/>
          </a:xfrm>
          <a:prstGeom prst="rect">
            <a:avLst/>
          </a:prstGeom>
        </p:spPr>
      </p:pic>
    </p:spTree>
    <p:extLst>
      <p:ext uri="{BB962C8B-B14F-4D97-AF65-F5344CB8AC3E}">
        <p14:creationId xmlns:p14="http://schemas.microsoft.com/office/powerpoint/2010/main" val="74294588"/>
      </p:ext>
    </p:extLst>
  </p:cSld>
  <p:clrMapOvr>
    <a:masterClrMapping/>
  </p:clrMapOvr>
  <p:extLst>
    <p:ext uri="{DCECCB84-F9BA-43D5-87BE-67443E8EF086}">
      <p15:sldGuideLst xmlns=""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sz="2400">
                <a:solidFill>
                  <a:schemeClr val="bg1"/>
                </a:solidFill>
              </a:defRPr>
            </a:lvl1pPr>
          </a:lstStyle>
          <a:p>
            <a:r>
              <a:rPr lang="en-US" dirty="0"/>
              <a:t>Click to edit Master title style</a:t>
            </a:r>
            <a:endParaRPr lang="en-GB" dirty="0"/>
          </a:p>
        </p:txBody>
      </p:sp>
      <p:sp>
        <p:nvSpPr>
          <p:cNvPr id="12" name="Line 10">
            <a:extLst>
              <a:ext uri="{FF2B5EF4-FFF2-40B4-BE49-F238E27FC236}">
                <a16:creationId xmlns="" xmlns:a16="http://schemas.microsoft.com/office/drawing/2014/main" id="{DA9741B6-D337-4A18-8ECB-FB21A6953E44}"/>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Text Placeholder 2">
            <a:extLst>
              <a:ext uri="{FF2B5EF4-FFF2-40B4-BE49-F238E27FC236}">
                <a16:creationId xmlns="" xmlns:a16="http://schemas.microsoft.com/office/drawing/2014/main" id="{90356C28-34FC-48BD-943E-82B485EB0C49}"/>
              </a:ext>
            </a:extLst>
          </p:cNvPr>
          <p:cNvSpPr>
            <a:spLocks noGrp="1"/>
          </p:cNvSpPr>
          <p:nvPr>
            <p:ph idx="1"/>
          </p:nvPr>
        </p:nvSpPr>
        <p:spPr>
          <a:xfrm>
            <a:off x="609918" y="1137920"/>
            <a:ext cx="10978515" cy="494792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59516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 xmlns:a16="http://schemas.microsoft.com/office/drawing/2014/main" id="{8F291EB0-15F5-4E9A-A38B-CE3AC1452E21}"/>
              </a:ext>
            </a:extLst>
          </p:cNvPr>
          <p:cNvSpPr txBox="1">
            <a:spLocks/>
          </p:cNvSpPr>
          <p:nvPr userDrawn="1"/>
        </p:nvSpPr>
        <p:spPr>
          <a:xfrm>
            <a:off x="477351" y="1488927"/>
            <a:ext cx="2338388"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200" dirty="0">
                <a:solidFill>
                  <a:schemeClr val="tx2"/>
                </a:solidFill>
                <a:latin typeface="Georgia" panose="02040502050405020303" pitchFamily="18" charset="0"/>
              </a:rPr>
              <a:t>“</a:t>
            </a:r>
          </a:p>
        </p:txBody>
      </p:sp>
      <p:sp>
        <p:nvSpPr>
          <p:cNvPr id="7" name="Text Placeholder 6">
            <a:extLst>
              <a:ext uri="{FF2B5EF4-FFF2-40B4-BE49-F238E27FC236}">
                <a16:creationId xmlns="" xmlns:a16="http://schemas.microsoft.com/office/drawing/2014/main" id="{FB5D2AC0-B4F7-4455-9AE0-201966050A6D}"/>
              </a:ext>
            </a:extLst>
          </p:cNvPr>
          <p:cNvSpPr>
            <a:spLocks noGrp="1"/>
          </p:cNvSpPr>
          <p:nvPr>
            <p:ph type="body" sz="quarter" idx="10"/>
          </p:nvPr>
        </p:nvSpPr>
        <p:spPr>
          <a:xfrm>
            <a:off x="513350" y="2526765"/>
            <a:ext cx="5292000" cy="1800000"/>
          </a:xfrm>
        </p:spPr>
        <p:txBody>
          <a:bodyPr lIns="90000" tIns="46800" rIns="90000" bIns="46800"/>
          <a:lstStyle>
            <a:lvl1pPr marL="0" indent="0">
              <a:buNone/>
              <a:defRPr lang="en-US" sz="2800" dirty="0" smtClean="0">
                <a:latin typeface="Georgia" panose="02040502050405020303" pitchFamily="18" charset="0"/>
              </a:defRPr>
            </a:lvl1pPr>
          </a:lstStyle>
          <a:p>
            <a:pPr marL="356616" lvl="0" indent="-356616">
              <a:spcBef>
                <a:spcPts val="0"/>
              </a:spcBef>
            </a:pPr>
            <a:r>
              <a:rPr lang="en-US" dirty="0"/>
              <a:t>Edit Master text styles</a:t>
            </a:r>
          </a:p>
        </p:txBody>
      </p:sp>
      <p:sp>
        <p:nvSpPr>
          <p:cNvPr id="8" name="Text Placeholder 6">
            <a:extLst>
              <a:ext uri="{FF2B5EF4-FFF2-40B4-BE49-F238E27FC236}">
                <a16:creationId xmlns="" xmlns:a16="http://schemas.microsoft.com/office/drawing/2014/main" id="{F1BA83A2-78F0-4F7E-836B-9B4B87820F96}"/>
              </a:ext>
            </a:extLst>
          </p:cNvPr>
          <p:cNvSpPr>
            <a:spLocks noGrp="1"/>
          </p:cNvSpPr>
          <p:nvPr>
            <p:ph type="body" sz="quarter" idx="11" hasCustomPrompt="1"/>
          </p:nvPr>
        </p:nvSpPr>
        <p:spPr>
          <a:xfrm>
            <a:off x="513350" y="4632765"/>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rgbClr val="2E2E38"/>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Name Surname</a:t>
            </a:r>
          </a:p>
        </p:txBody>
      </p:sp>
      <p:sp>
        <p:nvSpPr>
          <p:cNvPr id="9" name="Text Placeholder 6">
            <a:extLst>
              <a:ext uri="{FF2B5EF4-FFF2-40B4-BE49-F238E27FC236}">
                <a16:creationId xmlns="" xmlns:a16="http://schemas.microsoft.com/office/drawing/2014/main" id="{034CE9DD-CE12-4D9F-8FD6-A2522F36C807}"/>
              </a:ext>
            </a:extLst>
          </p:cNvPr>
          <p:cNvSpPr>
            <a:spLocks noGrp="1"/>
          </p:cNvSpPr>
          <p:nvPr>
            <p:ph type="body" sz="quarter" idx="12" hasCustomPrompt="1"/>
          </p:nvPr>
        </p:nvSpPr>
        <p:spPr>
          <a:xfrm>
            <a:off x="513350" y="4971442"/>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rgbClr val="2E2E38"/>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Job Title</a:t>
            </a:r>
          </a:p>
        </p:txBody>
      </p:sp>
    </p:spTree>
    <p:extLst>
      <p:ext uri="{BB962C8B-B14F-4D97-AF65-F5344CB8AC3E}">
        <p14:creationId xmlns:p14="http://schemas.microsoft.com/office/powerpoint/2010/main" val="10223233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 xmlns:a16="http://schemas.microsoft.com/office/drawing/2014/main" id="{E28D7EA5-A532-4D8B-9984-8F3D1FEA98DB}"/>
              </a:ext>
            </a:extLst>
          </p:cNvPr>
          <p:cNvSpPr>
            <a:spLocks noGrp="1"/>
          </p:cNvSpPr>
          <p:nvPr>
            <p:ph type="body" sz="quarter" idx="10"/>
          </p:nvPr>
        </p:nvSpPr>
        <p:spPr>
          <a:xfrm>
            <a:off x="3453175" y="2060235"/>
            <a:ext cx="5292000" cy="3025522"/>
          </a:xfrm>
        </p:spPr>
        <p:txBody>
          <a:bodyPr lIns="0" tIns="0" rIns="0" bIns="0">
            <a:noAutofit/>
          </a:bodyPr>
          <a:lstStyle>
            <a:lvl1pPr marL="0" indent="0" algn="ctr">
              <a:buNone/>
              <a:defRPr lang="en-US" sz="2800" dirty="0" smtClean="0">
                <a:latin typeface="Georgia" panose="02040502050405020303" pitchFamily="18" charset="0"/>
              </a:defRPr>
            </a:lvl1pPr>
          </a:lstStyle>
          <a:p>
            <a:pPr marL="356616" lvl="0" indent="-356616" algn="ctr">
              <a:spcBef>
                <a:spcPts val="0"/>
              </a:spcBef>
            </a:pPr>
            <a:r>
              <a:rPr lang="en-US" dirty="0"/>
              <a:t>Edit Master text styles</a:t>
            </a:r>
          </a:p>
        </p:txBody>
      </p:sp>
      <p:sp>
        <p:nvSpPr>
          <p:cNvPr id="5" name="Text Placeholder 6">
            <a:extLst>
              <a:ext uri="{FF2B5EF4-FFF2-40B4-BE49-F238E27FC236}">
                <a16:creationId xmlns="" xmlns:a16="http://schemas.microsoft.com/office/drawing/2014/main" id="{9F9B9C3C-16F2-40B2-A460-0480520ECF89}"/>
              </a:ext>
            </a:extLst>
          </p:cNvPr>
          <p:cNvSpPr>
            <a:spLocks noGrp="1"/>
          </p:cNvSpPr>
          <p:nvPr>
            <p:ph type="body" sz="quarter" idx="11" hasCustomPrompt="1"/>
          </p:nvPr>
        </p:nvSpPr>
        <p:spPr>
          <a:xfrm>
            <a:off x="3453175" y="5506678"/>
            <a:ext cx="5292000" cy="316838"/>
          </a:xfrm>
        </p:spPr>
        <p:txBody>
          <a:bodyPr lIns="0" tIns="0" rIns="0" bIns="0">
            <a:noAutofit/>
          </a:bodyPr>
          <a:lstStyle>
            <a:lvl1pPr marL="0" indent="0" algn="ctr">
              <a:buNone/>
              <a:defRPr lang="en-US" sz="1600" dirty="0" smtClean="0">
                <a:solidFill>
                  <a:srgbClr val="2E2E38"/>
                </a:solidFill>
                <a:latin typeface="+mn-lt"/>
              </a:defRPr>
            </a:lvl1pPr>
          </a:lstStyle>
          <a:p>
            <a:pPr marL="356616" lvl="0" indent="-356616" algn="ctr">
              <a:spcBef>
                <a:spcPts val="0"/>
              </a:spcBef>
              <a:spcAft>
                <a:spcPts val="600"/>
              </a:spcAft>
            </a:pPr>
            <a:r>
              <a:rPr lang="en-US" dirty="0"/>
              <a:t>Name Surname</a:t>
            </a:r>
          </a:p>
        </p:txBody>
      </p:sp>
      <p:sp>
        <p:nvSpPr>
          <p:cNvPr id="6" name="Text Placeholder 6">
            <a:extLst>
              <a:ext uri="{FF2B5EF4-FFF2-40B4-BE49-F238E27FC236}">
                <a16:creationId xmlns="" xmlns:a16="http://schemas.microsoft.com/office/drawing/2014/main" id="{8E04541C-CC5D-4455-8271-73223AE0A881}"/>
              </a:ext>
            </a:extLst>
          </p:cNvPr>
          <p:cNvSpPr>
            <a:spLocks noGrp="1"/>
          </p:cNvSpPr>
          <p:nvPr>
            <p:ph type="body" sz="quarter" idx="12" hasCustomPrompt="1"/>
          </p:nvPr>
        </p:nvSpPr>
        <p:spPr>
          <a:xfrm>
            <a:off x="3453175" y="5818717"/>
            <a:ext cx="5292000" cy="316838"/>
          </a:xfrm>
        </p:spPr>
        <p:txBody>
          <a:bodyPr vert="horz" lIns="0" tIns="0" rIns="0" bIns="0" rtlCol="0" anchor="t" anchorCtr="0">
            <a:noAutofit/>
          </a:bodyPr>
          <a:lstStyle>
            <a:lvl1pPr marL="0" indent="0" algn="ctr">
              <a:buNone/>
              <a:defRPr lang="en-US" sz="1600" dirty="0" smtClean="0">
                <a:solidFill>
                  <a:srgbClr val="2E2E38"/>
                </a:solidFill>
                <a:latin typeface="+mn-lt"/>
              </a:defRPr>
            </a:lvl1pPr>
          </a:lstStyle>
          <a:p>
            <a:pPr marL="356616" lvl="0" indent="-356616" algn="ctr">
              <a:spcBef>
                <a:spcPts val="0"/>
              </a:spcBef>
              <a:spcAft>
                <a:spcPts val="600"/>
              </a:spcAft>
            </a:pPr>
            <a:r>
              <a:rPr lang="en-US" dirty="0"/>
              <a:t>Job Title</a:t>
            </a:r>
          </a:p>
        </p:txBody>
      </p:sp>
      <p:sp>
        <p:nvSpPr>
          <p:cNvPr id="9" name="Text Placeholder 11">
            <a:extLst>
              <a:ext uri="{FF2B5EF4-FFF2-40B4-BE49-F238E27FC236}">
                <a16:creationId xmlns="" xmlns:a16="http://schemas.microsoft.com/office/drawing/2014/main" id="{FBD672D3-B116-471A-8511-D80D5D920D93}"/>
              </a:ext>
            </a:extLst>
          </p:cNvPr>
          <p:cNvSpPr txBox="1">
            <a:spLocks/>
          </p:cNvSpPr>
          <p:nvPr userDrawn="1"/>
        </p:nvSpPr>
        <p:spPr>
          <a:xfrm>
            <a:off x="4929981" y="979787"/>
            <a:ext cx="2338388"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200" dirty="0">
                <a:solidFill>
                  <a:schemeClr val="tx2"/>
                </a:solidFill>
                <a:latin typeface="Georgia" panose="02040502050405020303" pitchFamily="18" charset="0"/>
              </a:rPr>
              <a:t>“ </a:t>
            </a:r>
          </a:p>
        </p:txBody>
      </p:sp>
    </p:spTree>
    <p:extLst>
      <p:ext uri="{BB962C8B-B14F-4D97-AF65-F5344CB8AC3E}">
        <p14:creationId xmlns:p14="http://schemas.microsoft.com/office/powerpoint/2010/main" val="2405671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7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918" y="294200"/>
            <a:ext cx="10978515" cy="590400"/>
          </a:xfrm>
        </p:spPr>
        <p:txBody>
          <a:bodyPr/>
          <a:lstStyle>
            <a:lvl1pPr>
              <a:defRPr sz="2400">
                <a:solidFill>
                  <a:schemeClr val="bg1"/>
                </a:solidFill>
              </a:defRPr>
            </a:lvl1pPr>
          </a:lstStyle>
          <a:p>
            <a:r>
              <a:rPr lang="en-US" dirty="0"/>
              <a:t>Standard slide</a:t>
            </a:r>
            <a:endParaRPr lang="en-GB" dirty="0"/>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703271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800" y="2851522"/>
            <a:ext cx="4447800" cy="1202318"/>
          </a:xfrm>
        </p:spPr>
        <p:txBody>
          <a:bodyPr vert="horz" lIns="0" tIns="0" rIns="0" bIns="0" rtlCol="0" anchor="ctr" anchorCtr="0">
            <a:noAutofit/>
          </a:bodyPr>
          <a:lstStyle>
            <a:lvl1pPr marL="0" indent="0">
              <a:buNone/>
              <a:defRPr kumimoji="0" lang="en-IN" sz="3600" b="0" i="0" u="none" strike="noStrike" cap="none" spc="0" normalizeH="0" baseline="0" dirty="0">
                <a:ln>
                  <a:noFill/>
                </a:ln>
                <a:solidFill>
                  <a:schemeClr val="bg1"/>
                </a:solidFill>
                <a:effectLst/>
                <a:uLnTx/>
                <a:uFillTx/>
                <a:latin typeface="EYInterstate Light" panose="02000506000000020004" pitchFamily="2" charset="0"/>
                <a:ea typeface="+mj-ea"/>
                <a:cs typeface="+mj-cs"/>
              </a:defRPr>
            </a:lvl1pPr>
          </a:lstStyle>
          <a:p>
            <a:pPr marL="356616" marR="0" lvl="0" indent="-356616" defTabSz="1007887"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252880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3_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6131181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Cover">
    <p:spTree>
      <p:nvGrpSpPr>
        <p:cNvPr id="1" name=""/>
        <p:cNvGrpSpPr/>
        <p:nvPr/>
      </p:nvGrpSpPr>
      <p:grpSpPr>
        <a:xfrm>
          <a:off x="0" y="0"/>
          <a:ext cx="0" cy="0"/>
          <a:chOff x="0" y="0"/>
          <a:chExt cx="0" cy="0"/>
        </a:xfrm>
      </p:grpSpPr>
      <p:sp>
        <p:nvSpPr>
          <p:cNvPr id="16" name="Freeform 56">
            <a:extLst>
              <a:ext uri="{FF2B5EF4-FFF2-40B4-BE49-F238E27FC236}">
                <a16:creationId xmlns="" xmlns:a16="http://schemas.microsoft.com/office/drawing/2014/main" id="{13A7AC18-CF42-4EC5-8D40-441EAE30A06C}"/>
              </a:ext>
            </a:extLst>
          </p:cNvPr>
          <p:cNvSpPr/>
          <p:nvPr userDrawn="1"/>
        </p:nvSpPr>
        <p:spPr>
          <a:xfrm>
            <a:off x="498115" y="795662"/>
            <a:ext cx="4930412"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ctrTitle"/>
          </p:nvPr>
        </p:nvSpPr>
        <p:spPr>
          <a:xfrm>
            <a:off x="775504" y="1954221"/>
            <a:ext cx="4328932" cy="979702"/>
          </a:xfr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775504" y="3046158"/>
            <a:ext cx="4328932" cy="1046323"/>
          </a:xfrm>
        </p:spPr>
        <p:txBody>
          <a:bodyPr/>
          <a:lstStyle>
            <a:lvl1pPr marL="0" indent="0" algn="l">
              <a:spcAft>
                <a:spcPts val="1200"/>
              </a:spcAft>
              <a:buNone/>
              <a:defRPr sz="2000">
                <a:solidFill>
                  <a:schemeClr val="bg1"/>
                </a:solidFill>
                <a:latin typeface="EYInterstate" panose="02000503020000020004" pitchFamily="2" charset="0"/>
                <a:cs typeface="Arial" pitchFamily="34" charset="0"/>
              </a:defRPr>
            </a:lvl1pPr>
            <a:lvl2pPr marL="0" indent="0" algn="l">
              <a:buNone/>
              <a:defRPr sz="1600" b="1">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cxnSp>
        <p:nvCxnSpPr>
          <p:cNvPr id="7" name="Straight Connector 6">
            <a:extLst>
              <a:ext uri="{FF2B5EF4-FFF2-40B4-BE49-F238E27FC236}">
                <a16:creationId xmlns="" xmlns:a16="http://schemas.microsoft.com/office/drawing/2014/main" id="{F93BD223-2224-476C-AB5C-300C248C1618}"/>
              </a:ext>
            </a:extLst>
          </p:cNvPr>
          <p:cNvCxnSpPr>
            <a:cxnSpLocks/>
          </p:cNvCxnSpPr>
          <p:nvPr userDrawn="1"/>
        </p:nvCxnSpPr>
        <p:spPr>
          <a:xfrm>
            <a:off x="1333184" y="5709060"/>
            <a:ext cx="8122101"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651B4C43-E5F8-400E-A971-58A3766B1BF0}"/>
              </a:ext>
            </a:extLst>
          </p:cNvPr>
          <p:cNvSpPr txBox="1"/>
          <p:nvPr userDrawn="1"/>
        </p:nvSpPr>
        <p:spPr>
          <a:xfrm>
            <a:off x="461984" y="5605200"/>
            <a:ext cx="1045073" cy="197581"/>
          </a:xfrm>
          <a:prstGeom prst="rect">
            <a:avLst/>
          </a:prstGeom>
          <a:noFill/>
        </p:spPr>
        <p:txBody>
          <a:bodyPr wrap="square" lIns="0" tIns="0" rIns="0" bIns="0" rtlCol="0" anchor="ctr" anchorCtr="0">
            <a:noAutofit/>
          </a:bodyPr>
          <a:lstStyle/>
          <a:p>
            <a:r>
              <a:rPr lang="en-GB" sz="1200" dirty="0">
                <a:solidFill>
                  <a:srgbClr val="828290"/>
                </a:solidFill>
                <a:latin typeface="EYInterstate Light" panose="02000506000000020004" pitchFamily="2" charset="0"/>
              </a:rPr>
              <a:t>Written by</a:t>
            </a:r>
          </a:p>
        </p:txBody>
      </p:sp>
      <p:sp>
        <p:nvSpPr>
          <p:cNvPr id="10" name="Text Placeholder 16">
            <a:extLst>
              <a:ext uri="{FF2B5EF4-FFF2-40B4-BE49-F238E27FC236}">
                <a16:creationId xmlns="" xmlns:a16="http://schemas.microsoft.com/office/drawing/2014/main" id="{A9465B6B-DFD4-4E0C-9ACE-E88CA2220464}"/>
              </a:ext>
            </a:extLst>
          </p:cNvPr>
          <p:cNvSpPr>
            <a:spLocks noGrp="1"/>
          </p:cNvSpPr>
          <p:nvPr>
            <p:ph type="body" sz="quarter" idx="14" hasCustomPrompt="1"/>
          </p:nvPr>
        </p:nvSpPr>
        <p:spPr>
          <a:xfrm>
            <a:off x="1333184" y="6019189"/>
            <a:ext cx="3089275" cy="180000"/>
          </a:xfrm>
        </p:spPr>
        <p:txBody>
          <a:bodyPr/>
          <a:lstStyle>
            <a:lvl1pPr marL="0" indent="0">
              <a:buNone/>
              <a:defRPr sz="1200">
                <a:solidFill>
                  <a:schemeClr val="bg1"/>
                </a:solidFill>
              </a:defRPr>
            </a:lvl1pPr>
          </a:lstStyle>
          <a:p>
            <a:pPr lvl="0"/>
            <a:r>
              <a:rPr lang="en-US" dirty="0"/>
              <a:t>Name Surname</a:t>
            </a:r>
            <a:endParaRPr lang="en-GB" dirty="0"/>
          </a:p>
        </p:txBody>
      </p:sp>
      <p:sp>
        <p:nvSpPr>
          <p:cNvPr id="13" name="Text Placeholder 16">
            <a:extLst>
              <a:ext uri="{FF2B5EF4-FFF2-40B4-BE49-F238E27FC236}">
                <a16:creationId xmlns="" xmlns:a16="http://schemas.microsoft.com/office/drawing/2014/main" id="{A1F2ED22-5637-4AB8-ABD8-3693A6EA55FD}"/>
              </a:ext>
            </a:extLst>
          </p:cNvPr>
          <p:cNvSpPr>
            <a:spLocks noGrp="1"/>
          </p:cNvSpPr>
          <p:nvPr>
            <p:ph type="body" sz="quarter" idx="15" hasCustomPrompt="1"/>
          </p:nvPr>
        </p:nvSpPr>
        <p:spPr>
          <a:xfrm>
            <a:off x="1333184" y="6216807"/>
            <a:ext cx="3089275" cy="180000"/>
          </a:xfrm>
        </p:spPr>
        <p:txBody>
          <a:bodyPr/>
          <a:lstStyle>
            <a:lvl1pPr marL="0" indent="0">
              <a:buNone/>
              <a:defRPr sz="1200">
                <a:solidFill>
                  <a:schemeClr val="bg1"/>
                </a:solidFill>
              </a:defRPr>
            </a:lvl1pPr>
          </a:lstStyle>
          <a:p>
            <a:pPr lvl="0"/>
            <a:r>
              <a:rPr lang="en-US" dirty="0"/>
              <a:t>Job Title</a:t>
            </a:r>
            <a:endParaRPr lang="en-GB" dirty="0"/>
          </a:p>
        </p:txBody>
      </p:sp>
      <p:sp>
        <p:nvSpPr>
          <p:cNvPr id="14" name="Picture Placeholder 19">
            <a:extLst>
              <a:ext uri="{FF2B5EF4-FFF2-40B4-BE49-F238E27FC236}">
                <a16:creationId xmlns="" xmlns:a16="http://schemas.microsoft.com/office/drawing/2014/main" id="{29A5E1BC-8F6B-43EF-9FF6-8242E7708BDA}"/>
              </a:ext>
            </a:extLst>
          </p:cNvPr>
          <p:cNvSpPr>
            <a:spLocks noGrp="1"/>
          </p:cNvSpPr>
          <p:nvPr>
            <p:ph type="pic" sz="quarter" idx="16"/>
          </p:nvPr>
        </p:nvSpPr>
        <p:spPr>
          <a:xfrm>
            <a:off x="461983" y="5914642"/>
            <a:ext cx="576000" cy="576000"/>
          </a:xfrm>
          <a:prstGeom prst="ellipse">
            <a:avLst/>
          </a:prstGeom>
        </p:spPr>
        <p:txBody>
          <a:bodyPr anchor="ctr"/>
          <a:lstStyle>
            <a:lvl1pPr marL="0" indent="0" algn="ctr">
              <a:buNone/>
              <a:defRPr sz="900">
                <a:solidFill>
                  <a:schemeClr val="bg1"/>
                </a:solidFill>
              </a:defRPr>
            </a:lvl1pPr>
          </a:lstStyle>
          <a:p>
            <a:endParaRPr lang="en-GB" dirty="0"/>
          </a:p>
        </p:txBody>
      </p:sp>
      <p:pic>
        <p:nvPicPr>
          <p:cNvPr id="3" name="Picture 2" descr="A black and yellow logo&#10;&#10;Description automatically generated">
            <a:extLst>
              <a:ext uri="{FF2B5EF4-FFF2-40B4-BE49-F238E27FC236}">
                <a16:creationId xmlns="" xmlns:a16="http://schemas.microsoft.com/office/drawing/2014/main" id="{61EBCBFA-C54B-9845-DF8A-55F1646007F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99767" y="5303850"/>
            <a:ext cx="1287305" cy="1356818"/>
          </a:xfrm>
          <a:prstGeom prst="rect">
            <a:avLst/>
          </a:prstGeom>
        </p:spPr>
      </p:pic>
    </p:spTree>
    <p:extLst>
      <p:ext uri="{BB962C8B-B14F-4D97-AF65-F5344CB8AC3E}">
        <p14:creationId xmlns:p14="http://schemas.microsoft.com/office/powerpoint/2010/main" val="311004377"/>
      </p:ext>
    </p:extLst>
  </p:cSld>
  <p:clrMapOvr>
    <a:masterClrMapping/>
  </p:clrMapOvr>
  <p:extLst>
    <p:ext uri="{DCECCB84-F9BA-43D5-87BE-67443E8EF086}">
      <p15:sldGuideLst xmlns="" xmlns:p15="http://schemas.microsoft.com/office/powerpoint/2012/main">
        <p15:guide id="2" pos="384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Cover alternate">
    <p:spTree>
      <p:nvGrpSpPr>
        <p:cNvPr id="1" name=""/>
        <p:cNvGrpSpPr/>
        <p:nvPr/>
      </p:nvGrpSpPr>
      <p:grpSpPr>
        <a:xfrm>
          <a:off x="0" y="0"/>
          <a:ext cx="0" cy="0"/>
          <a:chOff x="0" y="0"/>
          <a:chExt cx="0" cy="0"/>
        </a:xfrm>
      </p:grpSpPr>
      <p:sp>
        <p:nvSpPr>
          <p:cNvPr id="16" name="Freeform 56">
            <a:extLst>
              <a:ext uri="{FF2B5EF4-FFF2-40B4-BE49-F238E27FC236}">
                <a16:creationId xmlns="" xmlns:a16="http://schemas.microsoft.com/office/drawing/2014/main" id="{13A7AC18-CF42-4EC5-8D40-441EAE30A06C}"/>
              </a:ext>
            </a:extLst>
          </p:cNvPr>
          <p:cNvSpPr/>
          <p:nvPr userDrawn="1"/>
        </p:nvSpPr>
        <p:spPr>
          <a:xfrm>
            <a:off x="498115" y="795662"/>
            <a:ext cx="4930412"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ctrTitle"/>
          </p:nvPr>
        </p:nvSpPr>
        <p:spPr>
          <a:xfrm>
            <a:off x="775504" y="1954221"/>
            <a:ext cx="4328932" cy="979702"/>
          </a:xfr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775504" y="3046158"/>
            <a:ext cx="4328932" cy="1046323"/>
          </a:xfrm>
        </p:spPr>
        <p:txBody>
          <a:bodyPr/>
          <a:lstStyle>
            <a:lvl1pPr marL="0" indent="0" algn="l">
              <a:spcAft>
                <a:spcPts val="1200"/>
              </a:spcAft>
              <a:buNone/>
              <a:defRPr sz="2000">
                <a:solidFill>
                  <a:schemeClr val="bg1"/>
                </a:solidFill>
                <a:latin typeface="EYInterstate" panose="02000503020000020004" pitchFamily="2" charset="0"/>
                <a:cs typeface="Arial" pitchFamily="34" charset="0"/>
              </a:defRPr>
            </a:lvl1pPr>
            <a:lvl2pPr marL="0" indent="0" algn="l">
              <a:buNone/>
              <a:defRPr sz="1600" b="1">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cxnSp>
        <p:nvCxnSpPr>
          <p:cNvPr id="7" name="Straight Connector 6">
            <a:extLst>
              <a:ext uri="{FF2B5EF4-FFF2-40B4-BE49-F238E27FC236}">
                <a16:creationId xmlns="" xmlns:a16="http://schemas.microsoft.com/office/drawing/2014/main" id="{F93BD223-2224-476C-AB5C-300C248C1618}"/>
              </a:ext>
            </a:extLst>
          </p:cNvPr>
          <p:cNvCxnSpPr>
            <a:cxnSpLocks/>
          </p:cNvCxnSpPr>
          <p:nvPr userDrawn="1"/>
        </p:nvCxnSpPr>
        <p:spPr>
          <a:xfrm>
            <a:off x="1333184" y="5709060"/>
            <a:ext cx="8122101"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651B4C43-E5F8-400E-A971-58A3766B1BF0}"/>
              </a:ext>
            </a:extLst>
          </p:cNvPr>
          <p:cNvSpPr txBox="1"/>
          <p:nvPr userDrawn="1"/>
        </p:nvSpPr>
        <p:spPr>
          <a:xfrm>
            <a:off x="461984" y="5605200"/>
            <a:ext cx="1045073" cy="197581"/>
          </a:xfrm>
          <a:prstGeom prst="rect">
            <a:avLst/>
          </a:prstGeom>
          <a:noFill/>
        </p:spPr>
        <p:txBody>
          <a:bodyPr wrap="square" lIns="0" tIns="0" rIns="0" bIns="0" rtlCol="0" anchor="ctr" anchorCtr="0">
            <a:noAutofit/>
          </a:bodyPr>
          <a:lstStyle/>
          <a:p>
            <a:r>
              <a:rPr lang="en-GB" sz="1200" dirty="0">
                <a:solidFill>
                  <a:srgbClr val="828290"/>
                </a:solidFill>
                <a:latin typeface="EYInterstate Light" panose="02000506000000020004" pitchFamily="2" charset="0"/>
              </a:rPr>
              <a:t>Written by</a:t>
            </a:r>
          </a:p>
        </p:txBody>
      </p:sp>
      <p:sp>
        <p:nvSpPr>
          <p:cNvPr id="10" name="Text Placeholder 16">
            <a:extLst>
              <a:ext uri="{FF2B5EF4-FFF2-40B4-BE49-F238E27FC236}">
                <a16:creationId xmlns="" xmlns:a16="http://schemas.microsoft.com/office/drawing/2014/main" id="{A9465B6B-DFD4-4E0C-9ACE-E88CA2220464}"/>
              </a:ext>
            </a:extLst>
          </p:cNvPr>
          <p:cNvSpPr>
            <a:spLocks noGrp="1"/>
          </p:cNvSpPr>
          <p:nvPr>
            <p:ph type="body" sz="quarter" idx="14" hasCustomPrompt="1"/>
          </p:nvPr>
        </p:nvSpPr>
        <p:spPr>
          <a:xfrm>
            <a:off x="461984" y="6019189"/>
            <a:ext cx="3089275" cy="180000"/>
          </a:xfrm>
        </p:spPr>
        <p:txBody>
          <a:bodyPr/>
          <a:lstStyle>
            <a:lvl1pPr marL="0" indent="0">
              <a:buNone/>
              <a:defRPr sz="1200">
                <a:solidFill>
                  <a:schemeClr val="bg1"/>
                </a:solidFill>
              </a:defRPr>
            </a:lvl1pPr>
          </a:lstStyle>
          <a:p>
            <a:pPr lvl="0"/>
            <a:r>
              <a:rPr lang="en-US" dirty="0"/>
              <a:t>Name Surname</a:t>
            </a:r>
            <a:endParaRPr lang="en-GB" dirty="0"/>
          </a:p>
        </p:txBody>
      </p:sp>
      <p:sp>
        <p:nvSpPr>
          <p:cNvPr id="13" name="Text Placeholder 16">
            <a:extLst>
              <a:ext uri="{FF2B5EF4-FFF2-40B4-BE49-F238E27FC236}">
                <a16:creationId xmlns="" xmlns:a16="http://schemas.microsoft.com/office/drawing/2014/main" id="{A1F2ED22-5637-4AB8-ABD8-3693A6EA55FD}"/>
              </a:ext>
            </a:extLst>
          </p:cNvPr>
          <p:cNvSpPr>
            <a:spLocks noGrp="1"/>
          </p:cNvSpPr>
          <p:nvPr>
            <p:ph type="body" sz="quarter" idx="15" hasCustomPrompt="1"/>
          </p:nvPr>
        </p:nvSpPr>
        <p:spPr>
          <a:xfrm>
            <a:off x="461984" y="6216807"/>
            <a:ext cx="3089275" cy="180000"/>
          </a:xfrm>
        </p:spPr>
        <p:txBody>
          <a:bodyPr/>
          <a:lstStyle>
            <a:lvl1pPr marL="0" indent="0">
              <a:buNone/>
              <a:defRPr sz="1200">
                <a:solidFill>
                  <a:schemeClr val="bg1"/>
                </a:solidFill>
              </a:defRPr>
            </a:lvl1pPr>
          </a:lstStyle>
          <a:p>
            <a:pPr lvl="0"/>
            <a:r>
              <a:rPr lang="en-US" dirty="0"/>
              <a:t>Job Title</a:t>
            </a:r>
            <a:endParaRPr lang="en-GB" dirty="0"/>
          </a:p>
        </p:txBody>
      </p:sp>
      <p:pic>
        <p:nvPicPr>
          <p:cNvPr id="2" name="Picture 1" descr="A black and yellow logo&#10;&#10;Description automatically generated">
            <a:extLst>
              <a:ext uri="{FF2B5EF4-FFF2-40B4-BE49-F238E27FC236}">
                <a16:creationId xmlns="" xmlns:a16="http://schemas.microsoft.com/office/drawing/2014/main" id="{EE5DC580-E0E6-76F9-4217-3570850048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99767" y="5303850"/>
            <a:ext cx="1287305" cy="1356818"/>
          </a:xfrm>
          <a:prstGeom prst="rect">
            <a:avLst/>
          </a:prstGeom>
        </p:spPr>
      </p:pic>
    </p:spTree>
    <p:extLst>
      <p:ext uri="{BB962C8B-B14F-4D97-AF65-F5344CB8AC3E}">
        <p14:creationId xmlns:p14="http://schemas.microsoft.com/office/powerpoint/2010/main" val="152480370"/>
      </p:ext>
    </p:extLst>
  </p:cSld>
  <p:clrMapOvr>
    <a:masterClrMapping/>
  </p:clrMapOvr>
  <p:extLst>
    <p:ext uri="{DCECCB84-F9BA-43D5-87BE-67443E8EF086}">
      <p15:sldGuideLst xmlns="" xmlns:p15="http://schemas.microsoft.com/office/powerpoint/2012/main">
        <p15:guide id="2" pos="384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Approved question wide">
    <p:spTree>
      <p:nvGrpSpPr>
        <p:cNvPr id="1" name=""/>
        <p:cNvGrpSpPr/>
        <p:nvPr/>
      </p:nvGrpSpPr>
      <p:grpSpPr>
        <a:xfrm>
          <a:off x="0" y="0"/>
          <a:ext cx="0" cy="0"/>
          <a:chOff x="0" y="0"/>
          <a:chExt cx="0" cy="0"/>
        </a:xfrm>
      </p:grpSpPr>
      <p:grpSp>
        <p:nvGrpSpPr>
          <p:cNvPr id="235" name="Group 234">
            <a:extLst>
              <a:ext uri="{FF2B5EF4-FFF2-40B4-BE49-F238E27FC236}">
                <a16:creationId xmlns="" xmlns:a16="http://schemas.microsoft.com/office/drawing/2014/main" id="{5342E118-6F1D-4C46-956E-4CCCBCAA7952}"/>
              </a:ext>
            </a:extLst>
          </p:cNvPr>
          <p:cNvGrpSpPr/>
          <p:nvPr userDrawn="1"/>
        </p:nvGrpSpPr>
        <p:grpSpPr>
          <a:xfrm>
            <a:off x="498115" y="5826612"/>
            <a:ext cx="3878023" cy="570195"/>
            <a:chOff x="498115" y="5951018"/>
            <a:chExt cx="3878023" cy="570195"/>
          </a:xfrm>
        </p:grpSpPr>
        <p:sp>
          <p:nvSpPr>
            <p:cNvPr id="168" name="Rectangle 167">
              <a:extLst>
                <a:ext uri="{FF2B5EF4-FFF2-40B4-BE49-F238E27FC236}">
                  <a16:creationId xmlns=""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9" name="Rectangle 6">
              <a:extLst>
                <a:ext uri="{FF2B5EF4-FFF2-40B4-BE49-F238E27FC236}">
                  <a16:creationId xmlns=""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0" name="Rectangle 7">
              <a:extLst>
                <a:ext uri="{FF2B5EF4-FFF2-40B4-BE49-F238E27FC236}">
                  <a16:creationId xmlns=""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1" name="Freeform 8">
              <a:extLst>
                <a:ext uri="{FF2B5EF4-FFF2-40B4-BE49-F238E27FC236}">
                  <a16:creationId xmlns=""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2" name="Freeform 9">
              <a:extLst>
                <a:ext uri="{FF2B5EF4-FFF2-40B4-BE49-F238E27FC236}">
                  <a16:creationId xmlns=""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3" name="Freeform 10">
              <a:extLst>
                <a:ext uri="{FF2B5EF4-FFF2-40B4-BE49-F238E27FC236}">
                  <a16:creationId xmlns=""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4" name="Freeform 11">
              <a:extLst>
                <a:ext uri="{FF2B5EF4-FFF2-40B4-BE49-F238E27FC236}">
                  <a16:creationId xmlns=""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5" name="Freeform 12">
              <a:extLst>
                <a:ext uri="{FF2B5EF4-FFF2-40B4-BE49-F238E27FC236}">
                  <a16:creationId xmlns=""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6" name="Freeform 13">
              <a:extLst>
                <a:ext uri="{FF2B5EF4-FFF2-40B4-BE49-F238E27FC236}">
                  <a16:creationId xmlns=""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7" name="Freeform 14">
              <a:extLst>
                <a:ext uri="{FF2B5EF4-FFF2-40B4-BE49-F238E27FC236}">
                  <a16:creationId xmlns=""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8" name="Freeform 15">
              <a:extLst>
                <a:ext uri="{FF2B5EF4-FFF2-40B4-BE49-F238E27FC236}">
                  <a16:creationId xmlns=""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79" name="Freeform 16">
              <a:extLst>
                <a:ext uri="{FF2B5EF4-FFF2-40B4-BE49-F238E27FC236}">
                  <a16:creationId xmlns=""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0" name="Freeform 17">
              <a:extLst>
                <a:ext uri="{FF2B5EF4-FFF2-40B4-BE49-F238E27FC236}">
                  <a16:creationId xmlns=""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1" name="Freeform 18">
              <a:extLst>
                <a:ext uri="{FF2B5EF4-FFF2-40B4-BE49-F238E27FC236}">
                  <a16:creationId xmlns=""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2" name="Freeform 19">
              <a:extLst>
                <a:ext uri="{FF2B5EF4-FFF2-40B4-BE49-F238E27FC236}">
                  <a16:creationId xmlns=""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3" name="Freeform 20">
              <a:extLst>
                <a:ext uri="{FF2B5EF4-FFF2-40B4-BE49-F238E27FC236}">
                  <a16:creationId xmlns=""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4" name="Freeform 21">
              <a:extLst>
                <a:ext uri="{FF2B5EF4-FFF2-40B4-BE49-F238E27FC236}">
                  <a16:creationId xmlns=""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5" name="Freeform 22">
              <a:extLst>
                <a:ext uri="{FF2B5EF4-FFF2-40B4-BE49-F238E27FC236}">
                  <a16:creationId xmlns=""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6" name="Freeform 23">
              <a:extLst>
                <a:ext uri="{FF2B5EF4-FFF2-40B4-BE49-F238E27FC236}">
                  <a16:creationId xmlns=""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7" name="Freeform 24">
              <a:extLst>
                <a:ext uri="{FF2B5EF4-FFF2-40B4-BE49-F238E27FC236}">
                  <a16:creationId xmlns=""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8" name="Freeform 25">
              <a:extLst>
                <a:ext uri="{FF2B5EF4-FFF2-40B4-BE49-F238E27FC236}">
                  <a16:creationId xmlns=""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89" name="Freeform 26">
              <a:extLst>
                <a:ext uri="{FF2B5EF4-FFF2-40B4-BE49-F238E27FC236}">
                  <a16:creationId xmlns=""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0" name="Freeform 27">
              <a:extLst>
                <a:ext uri="{FF2B5EF4-FFF2-40B4-BE49-F238E27FC236}">
                  <a16:creationId xmlns=""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1" name="Freeform 28">
              <a:extLst>
                <a:ext uri="{FF2B5EF4-FFF2-40B4-BE49-F238E27FC236}">
                  <a16:creationId xmlns=""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2" name="Freeform 29">
              <a:extLst>
                <a:ext uri="{FF2B5EF4-FFF2-40B4-BE49-F238E27FC236}">
                  <a16:creationId xmlns=""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3" name="Freeform 30">
              <a:extLst>
                <a:ext uri="{FF2B5EF4-FFF2-40B4-BE49-F238E27FC236}">
                  <a16:creationId xmlns=""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4" name="Freeform 31">
              <a:extLst>
                <a:ext uri="{FF2B5EF4-FFF2-40B4-BE49-F238E27FC236}">
                  <a16:creationId xmlns=""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5" name="Freeform 32">
              <a:extLst>
                <a:ext uri="{FF2B5EF4-FFF2-40B4-BE49-F238E27FC236}">
                  <a16:creationId xmlns=""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6" name="Freeform 33">
              <a:extLst>
                <a:ext uri="{FF2B5EF4-FFF2-40B4-BE49-F238E27FC236}">
                  <a16:creationId xmlns=""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7" name="Freeform 34">
              <a:extLst>
                <a:ext uri="{FF2B5EF4-FFF2-40B4-BE49-F238E27FC236}">
                  <a16:creationId xmlns=""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8" name="Freeform 35">
              <a:extLst>
                <a:ext uri="{FF2B5EF4-FFF2-40B4-BE49-F238E27FC236}">
                  <a16:creationId xmlns=""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199" name="Freeform 36">
              <a:extLst>
                <a:ext uri="{FF2B5EF4-FFF2-40B4-BE49-F238E27FC236}">
                  <a16:creationId xmlns=""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0" name="Freeform 37">
              <a:extLst>
                <a:ext uri="{FF2B5EF4-FFF2-40B4-BE49-F238E27FC236}">
                  <a16:creationId xmlns=""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1" name="Freeform 38">
              <a:extLst>
                <a:ext uri="{FF2B5EF4-FFF2-40B4-BE49-F238E27FC236}">
                  <a16:creationId xmlns=""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2" name="Freeform 39">
              <a:extLst>
                <a:ext uri="{FF2B5EF4-FFF2-40B4-BE49-F238E27FC236}">
                  <a16:creationId xmlns=""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3" name="Freeform 40">
              <a:extLst>
                <a:ext uri="{FF2B5EF4-FFF2-40B4-BE49-F238E27FC236}">
                  <a16:creationId xmlns=""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4" name="Freeform 41">
              <a:extLst>
                <a:ext uri="{FF2B5EF4-FFF2-40B4-BE49-F238E27FC236}">
                  <a16:creationId xmlns=""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5" name="Freeform 42">
              <a:extLst>
                <a:ext uri="{FF2B5EF4-FFF2-40B4-BE49-F238E27FC236}">
                  <a16:creationId xmlns=""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6" name="Freeform 43">
              <a:extLst>
                <a:ext uri="{FF2B5EF4-FFF2-40B4-BE49-F238E27FC236}">
                  <a16:creationId xmlns=""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7" name="Freeform 44">
              <a:extLst>
                <a:ext uri="{FF2B5EF4-FFF2-40B4-BE49-F238E27FC236}">
                  <a16:creationId xmlns=""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8" name="Freeform 45">
              <a:extLst>
                <a:ext uri="{FF2B5EF4-FFF2-40B4-BE49-F238E27FC236}">
                  <a16:creationId xmlns=""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09" name="Freeform 46">
              <a:extLst>
                <a:ext uri="{FF2B5EF4-FFF2-40B4-BE49-F238E27FC236}">
                  <a16:creationId xmlns=""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0" name="Freeform 47">
              <a:extLst>
                <a:ext uri="{FF2B5EF4-FFF2-40B4-BE49-F238E27FC236}">
                  <a16:creationId xmlns=""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1" name="Freeform 48">
              <a:extLst>
                <a:ext uri="{FF2B5EF4-FFF2-40B4-BE49-F238E27FC236}">
                  <a16:creationId xmlns=""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2" name="Freeform 49">
              <a:extLst>
                <a:ext uri="{FF2B5EF4-FFF2-40B4-BE49-F238E27FC236}">
                  <a16:creationId xmlns=""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3" name="Freeform 50">
              <a:extLst>
                <a:ext uri="{FF2B5EF4-FFF2-40B4-BE49-F238E27FC236}">
                  <a16:creationId xmlns=""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4" name="Freeform 51">
              <a:extLst>
                <a:ext uri="{FF2B5EF4-FFF2-40B4-BE49-F238E27FC236}">
                  <a16:creationId xmlns=""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5" name="Freeform 52">
              <a:extLst>
                <a:ext uri="{FF2B5EF4-FFF2-40B4-BE49-F238E27FC236}">
                  <a16:creationId xmlns=""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6" name="Freeform 53">
              <a:extLst>
                <a:ext uri="{FF2B5EF4-FFF2-40B4-BE49-F238E27FC236}">
                  <a16:creationId xmlns=""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7" name="Freeform 54">
              <a:extLst>
                <a:ext uri="{FF2B5EF4-FFF2-40B4-BE49-F238E27FC236}">
                  <a16:creationId xmlns=""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8" name="Freeform 55">
              <a:extLst>
                <a:ext uri="{FF2B5EF4-FFF2-40B4-BE49-F238E27FC236}">
                  <a16:creationId xmlns=""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19" name="Freeform 56">
              <a:extLst>
                <a:ext uri="{FF2B5EF4-FFF2-40B4-BE49-F238E27FC236}">
                  <a16:creationId xmlns=""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0" name="Freeform 57">
              <a:extLst>
                <a:ext uri="{FF2B5EF4-FFF2-40B4-BE49-F238E27FC236}">
                  <a16:creationId xmlns=""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1" name="Freeform 58">
              <a:extLst>
                <a:ext uri="{FF2B5EF4-FFF2-40B4-BE49-F238E27FC236}">
                  <a16:creationId xmlns=""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2" name="Freeform 59">
              <a:extLst>
                <a:ext uri="{FF2B5EF4-FFF2-40B4-BE49-F238E27FC236}">
                  <a16:creationId xmlns=""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3" name="Freeform 60">
              <a:extLst>
                <a:ext uri="{FF2B5EF4-FFF2-40B4-BE49-F238E27FC236}">
                  <a16:creationId xmlns=""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4" name="Freeform 61">
              <a:extLst>
                <a:ext uri="{FF2B5EF4-FFF2-40B4-BE49-F238E27FC236}">
                  <a16:creationId xmlns=""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5" name="Freeform 62">
              <a:extLst>
                <a:ext uri="{FF2B5EF4-FFF2-40B4-BE49-F238E27FC236}">
                  <a16:creationId xmlns=""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6" name="Freeform 63">
              <a:extLst>
                <a:ext uri="{FF2B5EF4-FFF2-40B4-BE49-F238E27FC236}">
                  <a16:creationId xmlns=""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7" name="Freeform 64">
              <a:extLst>
                <a:ext uri="{FF2B5EF4-FFF2-40B4-BE49-F238E27FC236}">
                  <a16:creationId xmlns=""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8" name="Freeform 65">
              <a:extLst>
                <a:ext uri="{FF2B5EF4-FFF2-40B4-BE49-F238E27FC236}">
                  <a16:creationId xmlns=""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29" name="Freeform 66">
              <a:extLst>
                <a:ext uri="{FF2B5EF4-FFF2-40B4-BE49-F238E27FC236}">
                  <a16:creationId xmlns=""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0" name="Freeform 67">
              <a:extLst>
                <a:ext uri="{FF2B5EF4-FFF2-40B4-BE49-F238E27FC236}">
                  <a16:creationId xmlns=""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1" name="Freeform 68">
              <a:extLst>
                <a:ext uri="{FF2B5EF4-FFF2-40B4-BE49-F238E27FC236}">
                  <a16:creationId xmlns=""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2" name="Freeform 69">
              <a:extLst>
                <a:ext uri="{FF2B5EF4-FFF2-40B4-BE49-F238E27FC236}">
                  <a16:creationId xmlns=""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33" name="Freeform 70">
              <a:extLst>
                <a:ext uri="{FF2B5EF4-FFF2-40B4-BE49-F238E27FC236}">
                  <a16:creationId xmlns=""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grpSp>
      <p:sp>
        <p:nvSpPr>
          <p:cNvPr id="18" name="Title 1"/>
          <p:cNvSpPr>
            <a:spLocks noGrp="1"/>
          </p:cNvSpPr>
          <p:nvPr userDrawn="1">
            <p:ph type="ctrTitle"/>
          </p:nvPr>
        </p:nvSpPr>
        <p:spPr>
          <a:xfrm>
            <a:off x="944880" y="2158329"/>
            <a:ext cx="4783882"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9" name="Subtitle 2"/>
          <p:cNvSpPr>
            <a:spLocks noGrp="1"/>
          </p:cNvSpPr>
          <p:nvPr userDrawn="1">
            <p:ph type="subTitle" idx="1"/>
          </p:nvPr>
        </p:nvSpPr>
        <p:spPr>
          <a:xfrm>
            <a:off x="945072" y="3200329"/>
            <a:ext cx="4808028" cy="645742"/>
          </a:xfrm>
          <a:prstGeom prst="rect">
            <a:avLst/>
          </a:prstGeom>
        </p:spPr>
        <p:txBody>
          <a:bodyPr/>
          <a:lstStyle>
            <a:lvl1pPr marL="0" indent="0" algn="l">
              <a:buNone/>
              <a:defRPr sz="2000">
                <a:solidFill>
                  <a:schemeClr val="bg1"/>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
        <p:nvSpPr>
          <p:cNvPr id="3" name="Freeform: Shape 2">
            <a:extLst>
              <a:ext uri="{FF2B5EF4-FFF2-40B4-BE49-F238E27FC236}">
                <a16:creationId xmlns="" xmlns:a16="http://schemas.microsoft.com/office/drawing/2014/main" id="{44A731D0-020D-4D8E-955D-2354AF0FE452}"/>
              </a:ext>
            </a:extLst>
          </p:cNvPr>
          <p:cNvSpPr/>
          <p:nvPr userDrawn="1"/>
        </p:nvSpPr>
        <p:spPr>
          <a:xfrm>
            <a:off x="489366" y="723658"/>
            <a:ext cx="5680945"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a:p>
        </p:txBody>
      </p:sp>
      <p:sp>
        <p:nvSpPr>
          <p:cNvPr id="4" name="Freeform: Shape 3">
            <a:extLst>
              <a:ext uri="{FF2B5EF4-FFF2-40B4-BE49-F238E27FC236}">
                <a16:creationId xmlns="" xmlns:a16="http://schemas.microsoft.com/office/drawing/2014/main" id="{15324C54-B75E-4AC0-90C2-FA558C7716F7}"/>
              </a:ext>
            </a:extLst>
          </p:cNvPr>
          <p:cNvSpPr/>
          <p:nvPr/>
        </p:nvSpPr>
        <p:spPr>
          <a:xfrm>
            <a:off x="489366"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sp>
        <p:nvSpPr>
          <p:cNvPr id="5" name="Freeform: Shape 4">
            <a:extLst>
              <a:ext uri="{FF2B5EF4-FFF2-40B4-BE49-F238E27FC236}">
                <a16:creationId xmlns="" xmlns:a16="http://schemas.microsoft.com/office/drawing/2014/main" id="{CAA95478-C099-485F-AD95-A617656C6C7C}"/>
              </a:ext>
            </a:extLst>
          </p:cNvPr>
          <p:cNvSpPr/>
          <p:nvPr/>
        </p:nvSpPr>
        <p:spPr>
          <a:xfrm>
            <a:off x="774697"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sp>
        <p:nvSpPr>
          <p:cNvPr id="6" name="Freeform: Shape 5">
            <a:extLst>
              <a:ext uri="{FF2B5EF4-FFF2-40B4-BE49-F238E27FC236}">
                <a16:creationId xmlns="" xmlns:a16="http://schemas.microsoft.com/office/drawing/2014/main" id="{D65680A1-86D1-44C2-AA38-0DF5735F1F26}"/>
              </a:ext>
            </a:extLst>
          </p:cNvPr>
          <p:cNvSpPr/>
          <p:nvPr/>
        </p:nvSpPr>
        <p:spPr>
          <a:xfrm>
            <a:off x="1059910" y="4021755"/>
            <a:ext cx="151647"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a:p>
        </p:txBody>
      </p:sp>
      <p:pic>
        <p:nvPicPr>
          <p:cNvPr id="2" name="Picture 1" descr="A black and yellow logo&#10;&#10;Description automatically generated">
            <a:extLst>
              <a:ext uri="{FF2B5EF4-FFF2-40B4-BE49-F238E27FC236}">
                <a16:creationId xmlns="" xmlns:a16="http://schemas.microsoft.com/office/drawing/2014/main" id="{1F8E9B63-F8CA-1683-6ECF-313D9AD5EF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99767" y="5303850"/>
            <a:ext cx="1287305" cy="1356818"/>
          </a:xfrm>
          <a:prstGeom prst="rect">
            <a:avLst/>
          </a:prstGeom>
        </p:spPr>
      </p:pic>
    </p:spTree>
    <p:extLst>
      <p:ext uri="{BB962C8B-B14F-4D97-AF65-F5344CB8AC3E}">
        <p14:creationId xmlns:p14="http://schemas.microsoft.com/office/powerpoint/2010/main" val="1761285936"/>
      </p:ext>
    </p:extLst>
  </p:cSld>
  <p:clrMapOvr>
    <a:masterClrMapping/>
  </p:clrMapOvr>
  <p:extLst>
    <p:ext uri="{DCECCB84-F9BA-43D5-87BE-67443E8EF086}">
      <p15:sldGuideLst xmlns=""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sz="2400">
                <a:solidFill>
                  <a:schemeClr val="bg1"/>
                </a:solidFill>
              </a:defRPr>
            </a:lvl1pPr>
          </a:lstStyle>
          <a:p>
            <a:r>
              <a:rPr lang="en-US" dirty="0"/>
              <a:t>Click to edit Master title style</a:t>
            </a:r>
            <a:endParaRPr lang="en-GB" dirty="0"/>
          </a:p>
        </p:txBody>
      </p:sp>
      <p:sp>
        <p:nvSpPr>
          <p:cNvPr id="12" name="Line 10">
            <a:extLst>
              <a:ext uri="{FF2B5EF4-FFF2-40B4-BE49-F238E27FC236}">
                <a16:creationId xmlns="" xmlns:a16="http://schemas.microsoft.com/office/drawing/2014/main" id="{DA9741B6-D337-4A18-8ECB-FB21A6953E44}"/>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Text Placeholder 2">
            <a:extLst>
              <a:ext uri="{FF2B5EF4-FFF2-40B4-BE49-F238E27FC236}">
                <a16:creationId xmlns="" xmlns:a16="http://schemas.microsoft.com/office/drawing/2014/main" id="{90356C28-34FC-48BD-943E-82B485EB0C49}"/>
              </a:ext>
            </a:extLst>
          </p:cNvPr>
          <p:cNvSpPr>
            <a:spLocks noGrp="1"/>
          </p:cNvSpPr>
          <p:nvPr>
            <p:ph idx="1"/>
          </p:nvPr>
        </p:nvSpPr>
        <p:spPr>
          <a:xfrm>
            <a:off x="609918" y="1137920"/>
            <a:ext cx="10978515" cy="494792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78323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918" y="294200"/>
            <a:ext cx="10978515" cy="590400"/>
          </a:xfrm>
        </p:spPr>
        <p:txBody>
          <a:bodyPr/>
          <a:lstStyle>
            <a:lvl1pPr>
              <a:defRPr sz="2400">
                <a:solidFill>
                  <a:schemeClr val="bg1"/>
                </a:solidFill>
              </a:defRPr>
            </a:lvl1pPr>
          </a:lstStyle>
          <a:p>
            <a:r>
              <a:rPr lang="en-US" dirty="0"/>
              <a:t>Standard slide</a:t>
            </a:r>
            <a:endParaRPr lang="en-GB" dirty="0"/>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545704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8199120" y="1"/>
            <a:ext cx="3999231" cy="6156104"/>
          </a:xfrm>
        </p:spPr>
        <p:txBody>
          <a:bodyPr/>
          <a:lstStyle/>
          <a:p>
            <a:endParaRPr lang="en-IN" dirty="0"/>
          </a:p>
        </p:txBody>
      </p:sp>
      <p:sp>
        <p:nvSpPr>
          <p:cNvPr id="2" name="Title 1"/>
          <p:cNvSpPr>
            <a:spLocks noGrp="1"/>
          </p:cNvSpPr>
          <p:nvPr>
            <p:ph type="title"/>
          </p:nvPr>
        </p:nvSpPr>
        <p:spPr>
          <a:xfrm>
            <a:off x="609919" y="294200"/>
            <a:ext cx="7444422" cy="590400"/>
          </a:xfrm>
        </p:spPr>
        <p:txBody>
          <a:bodyPr/>
          <a:lstStyle>
            <a:lvl1pPr>
              <a:defRPr sz="2400">
                <a:solidFill>
                  <a:schemeClr val="bg1"/>
                </a:solidFill>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609918" y="1137921"/>
            <a:ext cx="7299642" cy="873760"/>
          </a:xfrm>
        </p:spPr>
        <p:txBody>
          <a:bodyPr/>
          <a:lstStyle>
            <a:lvl1pPr marL="0" indent="0">
              <a:buNone/>
              <a:defRPr sz="18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609918" y="2311401"/>
            <a:ext cx="3580117" cy="3844704"/>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2" name="Content Placeholder 2">
            <a:extLst>
              <a:ext uri="{FF2B5EF4-FFF2-40B4-BE49-F238E27FC236}">
                <a16:creationId xmlns="" xmlns:a16="http://schemas.microsoft.com/office/drawing/2014/main" id="{0C7BD71A-882B-40FB-A05F-48ECC69FF73D}"/>
              </a:ext>
            </a:extLst>
          </p:cNvPr>
          <p:cNvSpPr>
            <a:spLocks noGrp="1"/>
          </p:cNvSpPr>
          <p:nvPr>
            <p:ph idx="12" hasCustomPrompt="1"/>
          </p:nvPr>
        </p:nvSpPr>
        <p:spPr>
          <a:xfrm>
            <a:off x="4329443" y="2311401"/>
            <a:ext cx="3580117" cy="1254759"/>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4" name="Content Placeholder 2">
            <a:extLst>
              <a:ext uri="{FF2B5EF4-FFF2-40B4-BE49-F238E27FC236}">
                <a16:creationId xmlns="" xmlns:a16="http://schemas.microsoft.com/office/drawing/2014/main" id="{D87D58C8-1517-42AA-8B2A-E449A3F6F028}"/>
              </a:ext>
            </a:extLst>
          </p:cNvPr>
          <p:cNvSpPr>
            <a:spLocks noGrp="1"/>
          </p:cNvSpPr>
          <p:nvPr>
            <p:ph idx="13" hasCustomPrompt="1"/>
          </p:nvPr>
        </p:nvSpPr>
        <p:spPr>
          <a:xfrm>
            <a:off x="4329443" y="4236721"/>
            <a:ext cx="3580117" cy="1944160"/>
          </a:xfrm>
        </p:spPr>
        <p:txBody>
          <a:bodyPr numCol="1"/>
          <a:lstStyle>
            <a:lvl1pPr marL="0" indent="0">
              <a:buNone/>
              <a:defRPr sz="1800">
                <a:solidFill>
                  <a:schemeClr val="bg1"/>
                </a:solidFill>
                <a:latin typeface="Georgia" panose="02040502050405020303" pitchFamily="18" charset="0"/>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Quote</a:t>
            </a:r>
          </a:p>
        </p:txBody>
      </p:sp>
      <p:sp>
        <p:nvSpPr>
          <p:cNvPr id="23" name="Line 10">
            <a:extLst>
              <a:ext uri="{FF2B5EF4-FFF2-40B4-BE49-F238E27FC236}">
                <a16:creationId xmlns="" xmlns:a16="http://schemas.microsoft.com/office/drawing/2014/main" id="{E820DC59-E206-4DC0-9012-584F8EBAF730}"/>
              </a:ext>
            </a:extLst>
          </p:cNvPr>
          <p:cNvSpPr>
            <a:spLocks noChangeShapeType="1"/>
          </p:cNvSpPr>
          <p:nvPr userDrawn="1"/>
        </p:nvSpPr>
        <p:spPr bwMode="auto">
          <a:xfrm>
            <a:off x="609918" y="907750"/>
            <a:ext cx="772385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4500132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0" y="0"/>
            <a:ext cx="2384460" cy="6857999"/>
          </a:xfrm>
        </p:spPr>
        <p:txBody>
          <a:bodyPr/>
          <a:lstStyle/>
          <a:p>
            <a:endParaRPr lang="en-IN"/>
          </a:p>
        </p:txBody>
      </p:sp>
      <p:sp>
        <p:nvSpPr>
          <p:cNvPr id="2" name="Title 1"/>
          <p:cNvSpPr>
            <a:spLocks noGrp="1"/>
          </p:cNvSpPr>
          <p:nvPr>
            <p:ph type="title"/>
          </p:nvPr>
        </p:nvSpPr>
        <p:spPr>
          <a:xfrm>
            <a:off x="2695294" y="294200"/>
            <a:ext cx="8892000" cy="590400"/>
          </a:xfrm>
        </p:spPr>
        <p:txBody>
          <a:bodyPr/>
          <a:lstStyle>
            <a:lvl1pPr>
              <a:defRPr sz="2400">
                <a:solidFill>
                  <a:schemeClr val="bg1"/>
                </a:solidFill>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2695293" y="1137921"/>
            <a:ext cx="2742882" cy="5018184"/>
          </a:xfrm>
        </p:spPr>
        <p:txBody>
          <a:bodyPr/>
          <a:lstStyle>
            <a:lvl1pPr marL="0" indent="0">
              <a:buNone/>
              <a:defRPr sz="18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5727083" y="1137921"/>
            <a:ext cx="2803842" cy="5018184"/>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23" name="Content Placeholder 2">
            <a:extLst>
              <a:ext uri="{FF2B5EF4-FFF2-40B4-BE49-F238E27FC236}">
                <a16:creationId xmlns="" xmlns:a16="http://schemas.microsoft.com/office/drawing/2014/main" id="{6FF4A6F8-D9C6-4FEE-9324-5200D308BB1F}"/>
              </a:ext>
            </a:extLst>
          </p:cNvPr>
          <p:cNvSpPr>
            <a:spLocks noGrp="1"/>
          </p:cNvSpPr>
          <p:nvPr userDrawn="1">
            <p:ph idx="12" hasCustomPrompt="1"/>
          </p:nvPr>
        </p:nvSpPr>
        <p:spPr>
          <a:xfrm>
            <a:off x="8819832" y="1137921"/>
            <a:ext cx="2768600" cy="2796151"/>
          </a:xfrm>
        </p:spPr>
        <p:txBody>
          <a:bodyPr numCol="1"/>
          <a:lstStyle>
            <a:lvl1pPr marL="0" indent="0">
              <a:buNone/>
              <a:defRPr sz="1400">
                <a:solidFill>
                  <a:schemeClr val="bg1"/>
                </a:solidFill>
              </a:defRPr>
            </a:lvl1pPr>
            <a:lvl2pPr marL="356616" indent="0">
              <a:buNone/>
              <a:defRPr sz="1800">
                <a:solidFill>
                  <a:schemeClr val="bg1"/>
                </a:solidFill>
              </a:defRPr>
            </a:lvl2pPr>
            <a:lvl3pPr marL="713232" indent="0">
              <a:buNone/>
              <a:defRPr sz="1600">
                <a:solidFill>
                  <a:schemeClr val="bg1"/>
                </a:solidFill>
              </a:defRPr>
            </a:lvl3pPr>
            <a:lvl4pPr marL="1069848" indent="0">
              <a:buNone/>
              <a:defRPr sz="1400">
                <a:solidFill>
                  <a:schemeClr val="bg1"/>
                </a:solidFill>
              </a:defRPr>
            </a:lvl4pPr>
            <a:lvl5pPr marL="1426464" indent="0">
              <a:buNone/>
              <a:defRPr sz="1200">
                <a:solidFill>
                  <a:schemeClr val="bg1"/>
                </a:solidFill>
              </a:defRPr>
            </a:lvl5pPr>
          </a:lstStyle>
          <a:p>
            <a:pPr lvl="0"/>
            <a:r>
              <a:rPr lang="en-US" dirty="0"/>
              <a:t>Text</a:t>
            </a:r>
          </a:p>
        </p:txBody>
      </p:sp>
      <p:sp>
        <p:nvSpPr>
          <p:cNvPr id="19" name="Line 10">
            <a:extLst>
              <a:ext uri="{FF2B5EF4-FFF2-40B4-BE49-F238E27FC236}">
                <a16:creationId xmlns="" xmlns:a16="http://schemas.microsoft.com/office/drawing/2014/main" id="{B63A7CBA-3151-452E-BD2F-D3E65CE1595F}"/>
              </a:ext>
            </a:extLst>
          </p:cNvPr>
          <p:cNvSpPr>
            <a:spLocks noChangeShapeType="1"/>
          </p:cNvSpPr>
          <p:nvPr userDrawn="1"/>
        </p:nvSpPr>
        <p:spPr bwMode="auto">
          <a:xfrm>
            <a:off x="2695294" y="907750"/>
            <a:ext cx="8892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710894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a:solidFill>
                  <a:schemeClr val="bg1"/>
                </a:solidFill>
              </a:defRPr>
            </a:lvl1pPr>
          </a:lstStyle>
          <a:p>
            <a:r>
              <a:rPr lang="en-US"/>
              <a:t>Click to edit Master title style</a:t>
            </a:r>
            <a:endParaRPr lang="en-GB" dirty="0"/>
          </a:p>
        </p:txBody>
      </p:sp>
      <p:sp>
        <p:nvSpPr>
          <p:cNvPr id="3" name="Content Placeholder 2"/>
          <p:cNvSpPr>
            <a:spLocks noGrp="1"/>
          </p:cNvSpPr>
          <p:nvPr>
            <p:ph idx="1"/>
          </p:nvPr>
        </p:nvSpPr>
        <p:spPr>
          <a:xfrm>
            <a:off x="609918" y="1137920"/>
            <a:ext cx="8238744" cy="4834800"/>
          </a:xfrm>
        </p:spPr>
        <p:txBody>
          <a:bodyPr/>
          <a:lstStyle>
            <a:lvl1pPr marL="0" indent="0">
              <a:spcBef>
                <a:spcPts val="0"/>
              </a:spcBef>
              <a:buNone/>
              <a:defRPr>
                <a:solidFill>
                  <a:schemeClr val="bg1"/>
                </a:solidFill>
              </a:defRPr>
            </a:lvl1pPr>
            <a:lvl2pPr marL="0" indent="0">
              <a:spcBef>
                <a:spcPts val="0"/>
              </a:spcBef>
              <a:buNone/>
              <a:defRPr sz="1800">
                <a:solidFill>
                  <a:schemeClr val="bg1"/>
                </a:solidFill>
              </a:defRPr>
            </a:lvl2pPr>
            <a:lvl3pPr marL="0" indent="0">
              <a:spcBef>
                <a:spcPts val="0"/>
              </a:spcBef>
              <a:buNone/>
              <a:defRPr sz="1600">
                <a:solidFill>
                  <a:schemeClr val="bg1"/>
                </a:solidFill>
              </a:defRPr>
            </a:lvl3pPr>
            <a:lvl4pPr marL="0" indent="0">
              <a:spcBef>
                <a:spcPts val="0"/>
              </a:spcBef>
              <a:buNone/>
              <a:defRPr sz="1400">
                <a:solidFill>
                  <a:schemeClr val="bg1"/>
                </a:solidFill>
              </a:defRPr>
            </a:lvl4pPr>
            <a:lvl5pPr marL="0" indent="0">
              <a:spcBef>
                <a:spcPts val="0"/>
              </a:spcBef>
              <a:buNone/>
              <a:defRPr sz="12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Line 10">
            <a:extLst>
              <a:ext uri="{FF2B5EF4-FFF2-40B4-BE49-F238E27FC236}">
                <a16:creationId xmlns="" xmlns:a16="http://schemas.microsoft.com/office/drawing/2014/main" id="{CF130104-FAF2-4309-9701-573F37743137}"/>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6460789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0CBA94B7-7BDE-4510-A417-A765301D1371}"/>
              </a:ext>
            </a:extLst>
          </p:cNvPr>
          <p:cNvSpPr>
            <a:spLocks noGrp="1"/>
          </p:cNvSpPr>
          <p:nvPr>
            <p:ph type="pic" sz="quarter" idx="11"/>
          </p:nvPr>
        </p:nvSpPr>
        <p:spPr>
          <a:xfrm>
            <a:off x="0" y="0"/>
            <a:ext cx="12198350" cy="6858000"/>
          </a:xfrm>
          <a:ln>
            <a:noFill/>
          </a:ln>
        </p:spPr>
        <p:txBody>
          <a:bodyPr/>
          <a:lstStyle>
            <a:lvl1pPr marL="0" indent="0" algn="ctr">
              <a:buNone/>
              <a:defRPr/>
            </a:lvl1pPr>
          </a:lstStyle>
          <a:p>
            <a:endParaRPr lang="en-IN"/>
          </a:p>
        </p:txBody>
      </p:sp>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800" y="2851522"/>
            <a:ext cx="4447800" cy="1202318"/>
          </a:xfrm>
        </p:spPr>
        <p:txBody>
          <a:bodyPr vert="horz" lIns="0" tIns="0" rIns="0" bIns="0" rtlCol="0" anchor="ctr" anchorCtr="0">
            <a:noAutofit/>
          </a:bodyPr>
          <a:lstStyle>
            <a:lvl1pPr marL="0" indent="0">
              <a:buNone/>
              <a:defRPr kumimoji="0" lang="en-IN" sz="3600"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616" marR="0" lvl="0" indent="-356616" defTabSz="1007887"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36294362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800" y="2851522"/>
            <a:ext cx="4447800" cy="1202318"/>
          </a:xfrm>
        </p:spPr>
        <p:txBody>
          <a:bodyPr vert="horz" lIns="0" tIns="0" rIns="0" bIns="0" rtlCol="0" anchor="ctr" anchorCtr="0">
            <a:noAutofit/>
          </a:bodyPr>
          <a:lstStyle>
            <a:lvl1pPr marL="0" indent="0">
              <a:buNone/>
              <a:defRPr kumimoji="0" lang="en-IN" sz="3600"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616" marR="0" lvl="0" indent="-356616" defTabSz="1007887"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4931197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 xmlns:a16="http://schemas.microsoft.com/office/drawing/2014/main" id="{8F291EB0-15F5-4E9A-A38B-CE3AC1452E21}"/>
              </a:ext>
            </a:extLst>
          </p:cNvPr>
          <p:cNvSpPr txBox="1">
            <a:spLocks/>
          </p:cNvSpPr>
          <p:nvPr userDrawn="1"/>
        </p:nvSpPr>
        <p:spPr>
          <a:xfrm>
            <a:off x="477351" y="1488927"/>
            <a:ext cx="2338388"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200" dirty="0">
                <a:solidFill>
                  <a:schemeClr val="tx2"/>
                </a:solidFill>
                <a:latin typeface="Georgia" panose="02040502050405020303" pitchFamily="18" charset="0"/>
              </a:rPr>
              <a:t>“</a:t>
            </a:r>
          </a:p>
        </p:txBody>
      </p:sp>
      <p:sp>
        <p:nvSpPr>
          <p:cNvPr id="7" name="Text Placeholder 6">
            <a:extLst>
              <a:ext uri="{FF2B5EF4-FFF2-40B4-BE49-F238E27FC236}">
                <a16:creationId xmlns="" xmlns:a16="http://schemas.microsoft.com/office/drawing/2014/main" id="{FB5D2AC0-B4F7-4455-9AE0-201966050A6D}"/>
              </a:ext>
            </a:extLst>
          </p:cNvPr>
          <p:cNvSpPr>
            <a:spLocks noGrp="1"/>
          </p:cNvSpPr>
          <p:nvPr>
            <p:ph type="body" sz="quarter" idx="10"/>
          </p:nvPr>
        </p:nvSpPr>
        <p:spPr>
          <a:xfrm>
            <a:off x="513350" y="2526765"/>
            <a:ext cx="5292000" cy="1800000"/>
          </a:xfrm>
        </p:spPr>
        <p:txBody>
          <a:bodyPr lIns="90000" tIns="46800" rIns="90000" bIns="46800"/>
          <a:lstStyle>
            <a:lvl1pPr marL="0" indent="0">
              <a:buNone/>
              <a:defRPr lang="en-US" sz="2800" dirty="0" smtClean="0">
                <a:latin typeface="Georgia" panose="02040502050405020303" pitchFamily="18" charset="0"/>
              </a:defRPr>
            </a:lvl1pPr>
          </a:lstStyle>
          <a:p>
            <a:pPr marL="356616" lvl="0" indent="-356616">
              <a:spcBef>
                <a:spcPts val="0"/>
              </a:spcBef>
            </a:pPr>
            <a:r>
              <a:rPr lang="en-US" dirty="0"/>
              <a:t>Edit Master text styles</a:t>
            </a:r>
          </a:p>
        </p:txBody>
      </p:sp>
      <p:sp>
        <p:nvSpPr>
          <p:cNvPr id="8" name="Text Placeholder 6">
            <a:extLst>
              <a:ext uri="{FF2B5EF4-FFF2-40B4-BE49-F238E27FC236}">
                <a16:creationId xmlns="" xmlns:a16="http://schemas.microsoft.com/office/drawing/2014/main" id="{F1BA83A2-78F0-4F7E-836B-9B4B87820F96}"/>
              </a:ext>
            </a:extLst>
          </p:cNvPr>
          <p:cNvSpPr>
            <a:spLocks noGrp="1"/>
          </p:cNvSpPr>
          <p:nvPr>
            <p:ph type="body" sz="quarter" idx="11" hasCustomPrompt="1"/>
          </p:nvPr>
        </p:nvSpPr>
        <p:spPr>
          <a:xfrm>
            <a:off x="513350" y="4632765"/>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rgbClr val="2E2E38"/>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Name Surname</a:t>
            </a:r>
          </a:p>
        </p:txBody>
      </p:sp>
      <p:sp>
        <p:nvSpPr>
          <p:cNvPr id="9" name="Text Placeholder 6">
            <a:extLst>
              <a:ext uri="{FF2B5EF4-FFF2-40B4-BE49-F238E27FC236}">
                <a16:creationId xmlns="" xmlns:a16="http://schemas.microsoft.com/office/drawing/2014/main" id="{034CE9DD-CE12-4D9F-8FD6-A2522F36C807}"/>
              </a:ext>
            </a:extLst>
          </p:cNvPr>
          <p:cNvSpPr>
            <a:spLocks noGrp="1"/>
          </p:cNvSpPr>
          <p:nvPr>
            <p:ph type="body" sz="quarter" idx="12" hasCustomPrompt="1"/>
          </p:nvPr>
        </p:nvSpPr>
        <p:spPr>
          <a:xfrm>
            <a:off x="513350" y="4971442"/>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rgbClr val="2E2E38"/>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Job Title</a:t>
            </a:r>
          </a:p>
        </p:txBody>
      </p:sp>
    </p:spTree>
    <p:extLst>
      <p:ext uri="{BB962C8B-B14F-4D97-AF65-F5344CB8AC3E}">
        <p14:creationId xmlns:p14="http://schemas.microsoft.com/office/powerpoint/2010/main" val="4221737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 xmlns:a16="http://schemas.microsoft.com/office/drawing/2014/main" id="{E28D7EA5-A532-4D8B-9984-8F3D1FEA98DB}"/>
              </a:ext>
            </a:extLst>
          </p:cNvPr>
          <p:cNvSpPr>
            <a:spLocks noGrp="1"/>
          </p:cNvSpPr>
          <p:nvPr>
            <p:ph type="body" sz="quarter" idx="10"/>
          </p:nvPr>
        </p:nvSpPr>
        <p:spPr>
          <a:xfrm>
            <a:off x="3453175" y="2060235"/>
            <a:ext cx="5292000" cy="3025522"/>
          </a:xfrm>
        </p:spPr>
        <p:txBody>
          <a:bodyPr lIns="0" tIns="0" rIns="0" bIns="0">
            <a:noAutofit/>
          </a:bodyPr>
          <a:lstStyle>
            <a:lvl1pPr marL="0" indent="0" algn="ctr">
              <a:buNone/>
              <a:defRPr lang="en-US" sz="2800" dirty="0" smtClean="0">
                <a:latin typeface="Georgia" panose="02040502050405020303" pitchFamily="18" charset="0"/>
              </a:defRPr>
            </a:lvl1pPr>
          </a:lstStyle>
          <a:p>
            <a:pPr marL="356616" lvl="0" indent="-356616" algn="ctr">
              <a:spcBef>
                <a:spcPts val="0"/>
              </a:spcBef>
            </a:pPr>
            <a:r>
              <a:rPr lang="en-US" dirty="0"/>
              <a:t>Edit Master text styles</a:t>
            </a:r>
          </a:p>
        </p:txBody>
      </p:sp>
      <p:sp>
        <p:nvSpPr>
          <p:cNvPr id="5" name="Text Placeholder 6">
            <a:extLst>
              <a:ext uri="{FF2B5EF4-FFF2-40B4-BE49-F238E27FC236}">
                <a16:creationId xmlns="" xmlns:a16="http://schemas.microsoft.com/office/drawing/2014/main" id="{9F9B9C3C-16F2-40B2-A460-0480520ECF89}"/>
              </a:ext>
            </a:extLst>
          </p:cNvPr>
          <p:cNvSpPr>
            <a:spLocks noGrp="1"/>
          </p:cNvSpPr>
          <p:nvPr>
            <p:ph type="body" sz="quarter" idx="11" hasCustomPrompt="1"/>
          </p:nvPr>
        </p:nvSpPr>
        <p:spPr>
          <a:xfrm>
            <a:off x="3453175" y="5506678"/>
            <a:ext cx="5292000" cy="316838"/>
          </a:xfrm>
        </p:spPr>
        <p:txBody>
          <a:bodyPr lIns="0" tIns="0" rIns="0" bIns="0">
            <a:noAutofit/>
          </a:bodyPr>
          <a:lstStyle>
            <a:lvl1pPr marL="0" indent="0" algn="ctr">
              <a:buNone/>
              <a:defRPr lang="en-US" sz="1600" dirty="0" smtClean="0">
                <a:solidFill>
                  <a:srgbClr val="2E2E38"/>
                </a:solidFill>
                <a:latin typeface="+mn-lt"/>
              </a:defRPr>
            </a:lvl1pPr>
          </a:lstStyle>
          <a:p>
            <a:pPr marL="356616" lvl="0" indent="-356616" algn="ctr">
              <a:spcBef>
                <a:spcPts val="0"/>
              </a:spcBef>
              <a:spcAft>
                <a:spcPts val="600"/>
              </a:spcAft>
            </a:pPr>
            <a:r>
              <a:rPr lang="en-US" dirty="0"/>
              <a:t>Name Surname</a:t>
            </a:r>
          </a:p>
        </p:txBody>
      </p:sp>
      <p:sp>
        <p:nvSpPr>
          <p:cNvPr id="6" name="Text Placeholder 6">
            <a:extLst>
              <a:ext uri="{FF2B5EF4-FFF2-40B4-BE49-F238E27FC236}">
                <a16:creationId xmlns="" xmlns:a16="http://schemas.microsoft.com/office/drawing/2014/main" id="{8E04541C-CC5D-4455-8271-73223AE0A881}"/>
              </a:ext>
            </a:extLst>
          </p:cNvPr>
          <p:cNvSpPr>
            <a:spLocks noGrp="1"/>
          </p:cNvSpPr>
          <p:nvPr>
            <p:ph type="body" sz="quarter" idx="12" hasCustomPrompt="1"/>
          </p:nvPr>
        </p:nvSpPr>
        <p:spPr>
          <a:xfrm>
            <a:off x="3453175" y="5818717"/>
            <a:ext cx="5292000" cy="316838"/>
          </a:xfrm>
        </p:spPr>
        <p:txBody>
          <a:bodyPr vert="horz" lIns="0" tIns="0" rIns="0" bIns="0" rtlCol="0" anchor="t" anchorCtr="0">
            <a:noAutofit/>
          </a:bodyPr>
          <a:lstStyle>
            <a:lvl1pPr marL="0" indent="0" algn="ctr">
              <a:buNone/>
              <a:defRPr lang="en-US" sz="1600" dirty="0" smtClean="0">
                <a:solidFill>
                  <a:srgbClr val="2E2E38"/>
                </a:solidFill>
                <a:latin typeface="+mn-lt"/>
              </a:defRPr>
            </a:lvl1pPr>
          </a:lstStyle>
          <a:p>
            <a:pPr marL="356616" lvl="0" indent="-356616" algn="ctr">
              <a:spcBef>
                <a:spcPts val="0"/>
              </a:spcBef>
              <a:spcAft>
                <a:spcPts val="600"/>
              </a:spcAft>
            </a:pPr>
            <a:r>
              <a:rPr lang="en-US" dirty="0"/>
              <a:t>Job Title</a:t>
            </a:r>
          </a:p>
        </p:txBody>
      </p:sp>
      <p:sp>
        <p:nvSpPr>
          <p:cNvPr id="9" name="Text Placeholder 11">
            <a:extLst>
              <a:ext uri="{FF2B5EF4-FFF2-40B4-BE49-F238E27FC236}">
                <a16:creationId xmlns="" xmlns:a16="http://schemas.microsoft.com/office/drawing/2014/main" id="{FBD672D3-B116-471A-8511-D80D5D920D93}"/>
              </a:ext>
            </a:extLst>
          </p:cNvPr>
          <p:cNvSpPr txBox="1">
            <a:spLocks/>
          </p:cNvSpPr>
          <p:nvPr userDrawn="1"/>
        </p:nvSpPr>
        <p:spPr>
          <a:xfrm>
            <a:off x="4929981" y="979787"/>
            <a:ext cx="2338388"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200" dirty="0">
                <a:solidFill>
                  <a:schemeClr val="tx2"/>
                </a:solidFill>
                <a:latin typeface="Georgia" panose="02040502050405020303" pitchFamily="18" charset="0"/>
              </a:rPr>
              <a:t>“ </a:t>
            </a:r>
          </a:p>
        </p:txBody>
      </p:sp>
    </p:spTree>
    <p:extLst>
      <p:ext uri="{BB962C8B-B14F-4D97-AF65-F5344CB8AC3E}">
        <p14:creationId xmlns:p14="http://schemas.microsoft.com/office/powerpoint/2010/main" val="30489916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 xmlns:a16="http://schemas.microsoft.com/office/drawing/2014/main" id="{628F8CDB-776D-4811-AE2C-217236ECDECA}"/>
              </a:ext>
            </a:extLst>
          </p:cNvPr>
          <p:cNvSpPr>
            <a:spLocks noGrp="1"/>
          </p:cNvSpPr>
          <p:nvPr>
            <p:ph type="pic" sz="quarter" idx="12"/>
          </p:nvPr>
        </p:nvSpPr>
        <p:spPr>
          <a:xfrm>
            <a:off x="6227180" y="0"/>
            <a:ext cx="5971170" cy="6858000"/>
          </a:xfrm>
        </p:spPr>
        <p:txBody>
          <a:bodyPr/>
          <a:lstStyle/>
          <a:p>
            <a:endParaRPr lang="en-IN"/>
          </a:p>
        </p:txBody>
      </p:sp>
      <p:sp>
        <p:nvSpPr>
          <p:cNvPr id="5" name="Text Placeholder 4">
            <a:extLst>
              <a:ext uri="{FF2B5EF4-FFF2-40B4-BE49-F238E27FC236}">
                <a16:creationId xmlns="" xmlns:a16="http://schemas.microsoft.com/office/drawing/2014/main" id="{626E96BA-E9E4-496B-8CA5-6DA27B8AD7E4}"/>
              </a:ext>
            </a:extLst>
          </p:cNvPr>
          <p:cNvSpPr>
            <a:spLocks noGrp="1"/>
          </p:cNvSpPr>
          <p:nvPr>
            <p:ph type="body" sz="quarter" idx="10" hasCustomPrompt="1"/>
          </p:nvPr>
        </p:nvSpPr>
        <p:spPr>
          <a:xfrm>
            <a:off x="617221" y="2578743"/>
            <a:ext cx="4537959" cy="1055708"/>
          </a:xfrm>
        </p:spPr>
        <p:txBody>
          <a:bodyPr/>
          <a:lstStyle>
            <a:lvl1pPr marL="0" indent="0">
              <a:buNone/>
              <a:defRPr sz="3000"/>
            </a:lvl1pPr>
          </a:lstStyle>
          <a:p>
            <a:pPr lvl="0"/>
            <a:r>
              <a:rPr lang="en-IN" dirty="0"/>
              <a:t>Chapter Title</a:t>
            </a:r>
          </a:p>
          <a:p>
            <a:pPr lvl="0"/>
            <a:r>
              <a:rPr lang="en-IN" dirty="0"/>
              <a:t>EY Interstate Light</a:t>
            </a:r>
          </a:p>
        </p:txBody>
      </p:sp>
      <p:sp>
        <p:nvSpPr>
          <p:cNvPr id="14" name="Text Placeholder 4">
            <a:extLst>
              <a:ext uri="{FF2B5EF4-FFF2-40B4-BE49-F238E27FC236}">
                <a16:creationId xmlns="" xmlns:a16="http://schemas.microsoft.com/office/drawing/2014/main" id="{1173C8A3-BA2F-497B-A214-45B02D73AF20}"/>
              </a:ext>
            </a:extLst>
          </p:cNvPr>
          <p:cNvSpPr>
            <a:spLocks noGrp="1"/>
          </p:cNvSpPr>
          <p:nvPr>
            <p:ph type="body" sz="quarter" idx="11" hasCustomPrompt="1"/>
          </p:nvPr>
        </p:nvSpPr>
        <p:spPr>
          <a:xfrm>
            <a:off x="617221" y="3840384"/>
            <a:ext cx="4537959" cy="1055708"/>
          </a:xfrm>
        </p:spPr>
        <p:txBody>
          <a:bodyPr/>
          <a:lstStyle>
            <a:lvl1pPr marL="0" indent="0">
              <a:buNone/>
              <a:defRPr sz="1600"/>
            </a:lvl1pPr>
          </a:lstStyle>
          <a:p>
            <a:pPr lvl="0"/>
            <a:r>
              <a:rPr lang="en-IN" dirty="0"/>
              <a:t>text</a:t>
            </a:r>
          </a:p>
        </p:txBody>
      </p:sp>
    </p:spTree>
    <p:extLst>
      <p:ext uri="{BB962C8B-B14F-4D97-AF65-F5344CB8AC3E}">
        <p14:creationId xmlns:p14="http://schemas.microsoft.com/office/powerpoint/2010/main" val="16786273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a:solidFill>
                  <a:schemeClr val="bg1"/>
                </a:solidFill>
              </a:defRPr>
            </a:lvl1pPr>
          </a:lstStyle>
          <a:p>
            <a:r>
              <a:rPr lang="en-US" dirty="0"/>
              <a:t>Click to edit Master title style</a:t>
            </a:r>
            <a:endParaRPr lang="en-GB" dirty="0"/>
          </a:p>
        </p:txBody>
      </p:sp>
      <p:sp>
        <p:nvSpPr>
          <p:cNvPr id="5" name="Table Placeholder 4">
            <a:extLst>
              <a:ext uri="{FF2B5EF4-FFF2-40B4-BE49-F238E27FC236}">
                <a16:creationId xmlns="" xmlns:a16="http://schemas.microsoft.com/office/drawing/2014/main" id="{95A2BE92-ABF7-4A82-BC35-00F28F500FED}"/>
              </a:ext>
            </a:extLst>
          </p:cNvPr>
          <p:cNvSpPr>
            <a:spLocks noGrp="1"/>
          </p:cNvSpPr>
          <p:nvPr>
            <p:ph type="tbl" sz="quarter" idx="10"/>
          </p:nvPr>
        </p:nvSpPr>
        <p:spPr>
          <a:xfrm>
            <a:off x="609917" y="1137920"/>
            <a:ext cx="4957505" cy="4267457"/>
          </a:xfrm>
        </p:spPr>
        <p:txBody>
          <a:bodyPr/>
          <a:lstStyle/>
          <a:p>
            <a:endParaRPr lang="en-IN"/>
          </a:p>
        </p:txBody>
      </p:sp>
      <p:sp>
        <p:nvSpPr>
          <p:cNvPr id="10" name="Text Placeholder 16">
            <a:extLst>
              <a:ext uri="{FF2B5EF4-FFF2-40B4-BE49-F238E27FC236}">
                <a16:creationId xmlns="" xmlns:a16="http://schemas.microsoft.com/office/drawing/2014/main" id="{DA81FCAA-64D2-4A9C-B16E-9C4E3BB431BB}"/>
              </a:ext>
            </a:extLst>
          </p:cNvPr>
          <p:cNvSpPr>
            <a:spLocks noGrp="1"/>
          </p:cNvSpPr>
          <p:nvPr>
            <p:ph type="body" sz="quarter" idx="14" hasCustomPrompt="1"/>
          </p:nvPr>
        </p:nvSpPr>
        <p:spPr>
          <a:xfrm>
            <a:off x="7133461" y="3813288"/>
            <a:ext cx="3089275" cy="180000"/>
          </a:xfrm>
        </p:spPr>
        <p:txBody>
          <a:bodyPr/>
          <a:lstStyle>
            <a:lvl1pPr marL="0" indent="0">
              <a:buNone/>
              <a:defRPr sz="1200">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 xmlns:a16="http://schemas.microsoft.com/office/drawing/2014/main" id="{03CDC117-35F2-47B2-85B2-29CB8EE7E096}"/>
              </a:ext>
            </a:extLst>
          </p:cNvPr>
          <p:cNvSpPr>
            <a:spLocks noGrp="1"/>
          </p:cNvSpPr>
          <p:nvPr>
            <p:ph type="body" sz="quarter" idx="15" hasCustomPrompt="1"/>
          </p:nvPr>
        </p:nvSpPr>
        <p:spPr>
          <a:xfrm>
            <a:off x="7133461" y="4055931"/>
            <a:ext cx="3089275" cy="180000"/>
          </a:xfrm>
        </p:spPr>
        <p:txBody>
          <a:bodyPr/>
          <a:lstStyle>
            <a:lvl1pPr marL="0" indent="0">
              <a:buNone/>
              <a:defRPr sz="1200">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 xmlns:a16="http://schemas.microsoft.com/office/drawing/2014/main" id="{00A15EA9-2372-4E06-83C2-1E13AB1FA626}"/>
              </a:ext>
            </a:extLst>
          </p:cNvPr>
          <p:cNvSpPr>
            <a:spLocks noGrp="1"/>
          </p:cNvSpPr>
          <p:nvPr>
            <p:ph type="pic" sz="quarter" idx="16"/>
          </p:nvPr>
        </p:nvSpPr>
        <p:spPr>
          <a:xfrm>
            <a:off x="6123007" y="3578083"/>
            <a:ext cx="778959" cy="778959"/>
          </a:xfrm>
          <a:prstGeom prst="ellipse">
            <a:avLst/>
          </a:prstGeom>
        </p:spPr>
        <p:txBody>
          <a:bodyPr anchor="ctr"/>
          <a:lstStyle>
            <a:lvl1pPr marL="0" indent="0" algn="ctr">
              <a:buNone/>
              <a:defRPr sz="900">
                <a:solidFill>
                  <a:schemeClr val="bg1"/>
                </a:solidFill>
              </a:defRPr>
            </a:lvl1pPr>
          </a:lstStyle>
          <a:p>
            <a:endParaRPr lang="en-GB" dirty="0"/>
          </a:p>
        </p:txBody>
      </p:sp>
      <p:sp>
        <p:nvSpPr>
          <p:cNvPr id="9" name="Text Placeholder 8">
            <a:extLst>
              <a:ext uri="{FF2B5EF4-FFF2-40B4-BE49-F238E27FC236}">
                <a16:creationId xmlns="" xmlns:a16="http://schemas.microsoft.com/office/drawing/2014/main" id="{5DB83DAE-9FEB-4E9C-85BA-A34BD239275A}"/>
              </a:ext>
            </a:extLst>
          </p:cNvPr>
          <p:cNvSpPr>
            <a:spLocks noGrp="1"/>
          </p:cNvSpPr>
          <p:nvPr>
            <p:ph type="body" sz="quarter" idx="17" hasCustomPrompt="1"/>
          </p:nvPr>
        </p:nvSpPr>
        <p:spPr>
          <a:xfrm>
            <a:off x="6123008" y="1137920"/>
            <a:ext cx="5465425" cy="373807"/>
          </a:xfrm>
        </p:spPr>
        <p:txBody>
          <a:bodyPr/>
          <a:lstStyle>
            <a:lvl1pPr marL="0" indent="0">
              <a:buNone/>
              <a:defRPr/>
            </a:lvl1pPr>
          </a:lstStyle>
          <a:p>
            <a:pPr lvl="0"/>
            <a:r>
              <a:rPr lang="en-US" dirty="0"/>
              <a:t>Key Takeaways</a:t>
            </a:r>
          </a:p>
        </p:txBody>
      </p:sp>
      <p:sp>
        <p:nvSpPr>
          <p:cNvPr id="15" name="Text Placeholder 8">
            <a:extLst>
              <a:ext uri="{FF2B5EF4-FFF2-40B4-BE49-F238E27FC236}">
                <a16:creationId xmlns="" xmlns:a16="http://schemas.microsoft.com/office/drawing/2014/main" id="{C1ABE303-7041-4312-AD03-0E872AEF99BE}"/>
              </a:ext>
            </a:extLst>
          </p:cNvPr>
          <p:cNvSpPr>
            <a:spLocks noGrp="1"/>
          </p:cNvSpPr>
          <p:nvPr>
            <p:ph type="body" sz="quarter" idx="18" hasCustomPrompt="1"/>
          </p:nvPr>
        </p:nvSpPr>
        <p:spPr>
          <a:xfrm>
            <a:off x="6123008" y="1635009"/>
            <a:ext cx="5465425" cy="1611554"/>
          </a:xfrm>
        </p:spPr>
        <p:txBody>
          <a:bodyPr/>
          <a:lstStyle>
            <a:lvl1pPr marL="0" indent="0">
              <a:buNone/>
              <a:defRPr sz="1600"/>
            </a:lvl1pPr>
          </a:lstStyle>
          <a:p>
            <a:pPr lvl="0"/>
            <a:r>
              <a:rPr lang="en-US" dirty="0"/>
              <a:t>Content EY Interstate Light, 16pt, Lorem ipsum dolor, 12pt, </a:t>
            </a:r>
            <a:r>
              <a:rPr lang="en-US" dirty="0" err="1"/>
              <a:t>Utinam</a:t>
            </a:r>
            <a:r>
              <a:rPr lang="en-US" dirty="0"/>
              <a:t> </a:t>
            </a:r>
            <a:r>
              <a:rPr lang="en-US" dirty="0" err="1"/>
              <a:t>nonumy</a:t>
            </a:r>
            <a:r>
              <a:rPr lang="en-US" dirty="0"/>
              <a:t> </a:t>
            </a:r>
            <a:r>
              <a:rPr lang="en-US" dirty="0" err="1"/>
              <a:t>abhorreant</a:t>
            </a:r>
            <a:r>
              <a:rPr lang="en-US" dirty="0"/>
              <a:t> </a:t>
            </a:r>
            <a:r>
              <a:rPr lang="en-US" dirty="0" err="1"/>
              <a:t>sead</a:t>
            </a:r>
            <a:r>
              <a:rPr lang="en-US" dirty="0"/>
              <a:t>. </a:t>
            </a:r>
            <a:r>
              <a:rPr lang="en-US" dirty="0" err="1"/>
              <a:t>Putant</a:t>
            </a:r>
            <a:r>
              <a:rPr lang="en-US" dirty="0"/>
              <a:t> </a:t>
            </a:r>
            <a:r>
              <a:rPr lang="en-US" dirty="0" err="1"/>
              <a:t>probatus</a:t>
            </a:r>
            <a:r>
              <a:rPr lang="en-US" dirty="0"/>
              <a:t> id vis, ad his </a:t>
            </a:r>
            <a:r>
              <a:rPr lang="en-US" dirty="0" err="1"/>
              <a:t>meis</a:t>
            </a:r>
            <a:r>
              <a:rPr lang="en-US" dirty="0"/>
              <a:t> </a:t>
            </a:r>
            <a:r>
              <a:rPr lang="en-US" dirty="0" err="1"/>
              <a:t>habemus</a:t>
            </a:r>
            <a:r>
              <a:rPr lang="en-US" dirty="0"/>
              <a:t> </a:t>
            </a:r>
            <a:r>
              <a:rPr lang="en-US" dirty="0" err="1"/>
              <a:t>repudiare</a:t>
            </a:r>
            <a:r>
              <a:rPr lang="en-US" dirty="0"/>
              <a:t>, has an </a:t>
            </a:r>
            <a:r>
              <a:rPr lang="en-US" dirty="0" err="1"/>
              <a:t>pericula</a:t>
            </a:r>
            <a:r>
              <a:rPr lang="en-US" dirty="0"/>
              <a:t> </a:t>
            </a:r>
            <a:r>
              <a:rPr lang="en-US" dirty="0" err="1"/>
              <a:t>tractatos</a:t>
            </a:r>
            <a:r>
              <a:rPr lang="en-US" dirty="0"/>
              <a:t>. </a:t>
            </a:r>
            <a:r>
              <a:rPr lang="en-US" dirty="0" err="1"/>
              <a:t>Nec</a:t>
            </a:r>
            <a:r>
              <a:rPr lang="en-US" dirty="0"/>
              <a:t> </a:t>
            </a:r>
            <a:r>
              <a:rPr lang="en-US" dirty="0" err="1"/>
              <a:t>debitis</a:t>
            </a:r>
            <a:r>
              <a:rPr lang="en-US" dirty="0"/>
              <a:t> </a:t>
            </a:r>
            <a:r>
              <a:rPr lang="en-US" dirty="0" err="1"/>
              <a:t>dissentias</a:t>
            </a:r>
            <a:r>
              <a:rPr lang="en-US" dirty="0"/>
              <a:t> ad. </a:t>
            </a:r>
            <a:r>
              <a:rPr lang="en-US" dirty="0" err="1"/>
              <a:t>Patrioque</a:t>
            </a:r>
            <a:r>
              <a:rPr lang="en-US" dirty="0"/>
              <a:t> </a:t>
            </a:r>
            <a:r>
              <a:rPr lang="en-US" dirty="0" err="1"/>
              <a:t>voluptatum</a:t>
            </a:r>
            <a:r>
              <a:rPr lang="en-US" dirty="0"/>
              <a:t> </a:t>
            </a:r>
            <a:r>
              <a:rPr lang="en-US" dirty="0" err="1"/>
              <a:t>sed</a:t>
            </a:r>
            <a:r>
              <a:rPr lang="en-US" dirty="0"/>
              <a:t> ex, id </a:t>
            </a:r>
            <a:r>
              <a:rPr lang="en-US" dirty="0" err="1"/>
              <a:t>admodum</a:t>
            </a:r>
            <a:r>
              <a:rPr lang="en-US" dirty="0"/>
              <a:t>.</a:t>
            </a:r>
          </a:p>
          <a:p>
            <a:pPr lvl="0"/>
            <a:endParaRPr lang="en-US" dirty="0"/>
          </a:p>
        </p:txBody>
      </p:sp>
      <p:sp>
        <p:nvSpPr>
          <p:cNvPr id="20" name="Line 10">
            <a:extLst>
              <a:ext uri="{FF2B5EF4-FFF2-40B4-BE49-F238E27FC236}">
                <a16:creationId xmlns="" xmlns:a16="http://schemas.microsoft.com/office/drawing/2014/main" id="{B69EB865-6B86-419B-923C-F7DDC68C9C66}"/>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5254414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70507BA1-EA97-432B-8AAE-BE8FEE624583}"/>
              </a:ext>
            </a:extLst>
          </p:cNvPr>
          <p:cNvSpPr>
            <a:spLocks noGrp="1"/>
          </p:cNvSpPr>
          <p:nvPr>
            <p:ph type="pic" sz="quarter" idx="10"/>
          </p:nvPr>
        </p:nvSpPr>
        <p:spPr>
          <a:xfrm>
            <a:off x="0" y="0"/>
            <a:ext cx="12198350" cy="6858000"/>
          </a:xfr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895650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400"/>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idx="1"/>
          </p:nvPr>
        </p:nvSpPr>
        <p:spPr>
          <a:xfrm>
            <a:off x="609918" y="1137920"/>
            <a:ext cx="8238744" cy="4834800"/>
          </a:xfrm>
        </p:spPr>
        <p:txBody>
          <a:bodyPr/>
          <a:lstStyle>
            <a:lvl1pPr marL="0" indent="0">
              <a:buNone/>
              <a:defRPr>
                <a:solidFill>
                  <a:schemeClr val="bg1"/>
                </a:solidFill>
              </a:defRPr>
            </a:lvl1pPr>
            <a:lvl2pPr marL="356616">
              <a:defRPr>
                <a:solidFill>
                  <a:schemeClr val="bg1"/>
                </a:solidFill>
              </a:defRPr>
            </a:lvl2pPr>
            <a:lvl3pPr marL="713232">
              <a:defRPr>
                <a:solidFill>
                  <a:schemeClr val="bg1"/>
                </a:solidFill>
              </a:defRPr>
            </a:lvl3pPr>
            <a:lvl4pPr marL="1069848">
              <a:defRPr>
                <a:solidFill>
                  <a:schemeClr val="bg1"/>
                </a:solidFill>
              </a:defRPr>
            </a:lvl4pPr>
            <a:lvl5pPr marL="1426464">
              <a:defRPr sz="12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Line 10">
            <a:extLst>
              <a:ext uri="{FF2B5EF4-FFF2-40B4-BE49-F238E27FC236}">
                <a16:creationId xmlns="" xmlns:a16="http://schemas.microsoft.com/office/drawing/2014/main" id="{8D4CA674-C969-4C5C-9EA4-6D41FE961DE2}"/>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6075811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880"/>
          </a:xfrm>
        </p:spPr>
        <p:txBody>
          <a:bodyPr/>
          <a:lstStyle>
            <a:lvl1pPr>
              <a:defRPr>
                <a:solidFill>
                  <a:schemeClr val="bg2"/>
                </a:solidFill>
              </a:defRPr>
            </a:lvl1pPr>
          </a:lstStyle>
          <a:p>
            <a:r>
              <a:rPr lang="en-US" dirty="0"/>
              <a:t>Click to edit Master title style</a:t>
            </a:r>
            <a:endParaRPr lang="en-GB" dirty="0"/>
          </a:p>
        </p:txBody>
      </p:sp>
      <p:sp>
        <p:nvSpPr>
          <p:cNvPr id="6" name="Line 10">
            <a:extLst>
              <a:ext uri="{FF2B5EF4-FFF2-40B4-BE49-F238E27FC236}">
                <a16:creationId xmlns="" xmlns:a16="http://schemas.microsoft.com/office/drawing/2014/main" id="{97A26880-8DD7-4A78-ADAF-91ED2E744A7C}"/>
              </a:ext>
            </a:extLst>
          </p:cNvPr>
          <p:cNvSpPr>
            <a:spLocks noChangeShapeType="1"/>
          </p:cNvSpPr>
          <p:nvPr userDrawn="1"/>
        </p:nvSpPr>
        <p:spPr bwMode="auto">
          <a:xfrm>
            <a:off x="609918" y="907750"/>
            <a:ext cx="10980000" cy="0"/>
          </a:xfrm>
          <a:prstGeom prst="line">
            <a:avLst/>
          </a:prstGeom>
          <a:noFill/>
          <a:ln w="12700">
            <a:solidFill>
              <a:srgbClr val="7474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Line 10">
            <a:extLst>
              <a:ext uri="{FF2B5EF4-FFF2-40B4-BE49-F238E27FC236}">
                <a16:creationId xmlns="" xmlns:a16="http://schemas.microsoft.com/office/drawing/2014/main" id="{4879DABB-2E40-40A1-B22E-02A1F753D2B3}"/>
              </a:ext>
            </a:extLst>
          </p:cNvPr>
          <p:cNvSpPr>
            <a:spLocks noChangeShapeType="1"/>
          </p:cNvSpPr>
          <p:nvPr userDrawn="1"/>
        </p:nvSpPr>
        <p:spPr bwMode="auto">
          <a:xfrm>
            <a:off x="609918" y="907750"/>
            <a:ext cx="2732722" cy="0"/>
          </a:xfrm>
          <a:prstGeom prst="line">
            <a:avLst/>
          </a:prstGeom>
          <a:noFill/>
          <a:ln w="7620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5761593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918" y="294200"/>
            <a:ext cx="10978515" cy="590880"/>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609918" y="1137919"/>
            <a:ext cx="5387605"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0828" y="1137919"/>
            <a:ext cx="5387605"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Line 10">
            <a:extLst>
              <a:ext uri="{FF2B5EF4-FFF2-40B4-BE49-F238E27FC236}">
                <a16:creationId xmlns="" xmlns:a16="http://schemas.microsoft.com/office/drawing/2014/main" id="{9B070B28-7AAC-47E5-9EB5-96B8B8B88057}"/>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9546440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648" y="1869440"/>
            <a:ext cx="5393208" cy="4256075"/>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9632" y="1869440"/>
            <a:ext cx="5393208" cy="4256075"/>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9"/>
          <p:cNvSpPr>
            <a:spLocks noGrp="1"/>
          </p:cNvSpPr>
          <p:nvPr>
            <p:ph type="body" sz="quarter" idx="12"/>
          </p:nvPr>
        </p:nvSpPr>
        <p:spPr>
          <a:xfrm>
            <a:off x="609918" y="1137920"/>
            <a:ext cx="5393208" cy="640800"/>
          </a:xfrm>
        </p:spPr>
        <p:txBody>
          <a:bodyPr anchor="t" anchorCtr="0"/>
          <a:lstStyle>
            <a:lvl1pPr>
              <a:buNone/>
              <a:defRPr b="1">
                <a:solidFill>
                  <a:schemeClr val="bg1"/>
                </a:solidFill>
              </a:defRPr>
            </a:lvl1pPr>
          </a:lstStyle>
          <a:p>
            <a:pPr lvl="0"/>
            <a:endParaRPr lang="en-GB" dirty="0"/>
          </a:p>
        </p:txBody>
      </p:sp>
      <p:sp>
        <p:nvSpPr>
          <p:cNvPr id="11" name="Text Placeholder 9"/>
          <p:cNvSpPr>
            <a:spLocks noGrp="1"/>
          </p:cNvSpPr>
          <p:nvPr>
            <p:ph type="body" sz="quarter" idx="13"/>
          </p:nvPr>
        </p:nvSpPr>
        <p:spPr>
          <a:xfrm>
            <a:off x="6199632" y="1137920"/>
            <a:ext cx="5393208" cy="640800"/>
          </a:xfrm>
        </p:spPr>
        <p:txBody>
          <a:bodyPr anchor="t" anchorCtr="0"/>
          <a:lstStyle>
            <a:lvl1pPr>
              <a:buNone/>
              <a:defRPr b="1">
                <a:solidFill>
                  <a:schemeClr val="bg1"/>
                </a:solidFill>
              </a:defRPr>
            </a:lvl1pPr>
          </a:lstStyle>
          <a:p>
            <a:pPr lvl="0"/>
            <a:endParaRPr lang="en-GB" dirty="0"/>
          </a:p>
        </p:txBody>
      </p:sp>
      <p:sp>
        <p:nvSpPr>
          <p:cNvPr id="2" name="Title 1"/>
          <p:cNvSpPr>
            <a:spLocks noGrp="1"/>
          </p:cNvSpPr>
          <p:nvPr>
            <p:ph type="title"/>
          </p:nvPr>
        </p:nvSpPr>
        <p:spPr>
          <a:xfrm>
            <a:off x="609918" y="294200"/>
            <a:ext cx="10978515" cy="590880"/>
          </a:xfrm>
        </p:spPr>
        <p:txBody>
          <a:bodyPr/>
          <a:lstStyle>
            <a:lvl1pPr>
              <a:defRPr>
                <a:solidFill>
                  <a:schemeClr val="bg1"/>
                </a:solidFill>
              </a:defRPr>
            </a:lvl1pPr>
          </a:lstStyle>
          <a:p>
            <a:r>
              <a:rPr lang="en-US" dirty="0"/>
              <a:t>Click to edit Master title style</a:t>
            </a:r>
          </a:p>
        </p:txBody>
      </p:sp>
      <p:sp>
        <p:nvSpPr>
          <p:cNvPr id="14" name="Line 10">
            <a:extLst>
              <a:ext uri="{FF2B5EF4-FFF2-40B4-BE49-F238E27FC236}">
                <a16:creationId xmlns="" xmlns:a16="http://schemas.microsoft.com/office/drawing/2014/main" id="{9773E7D9-2434-4381-A00D-27B62C086733}"/>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5966410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180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5310548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GeneralInnerslide">
    <p:spTree>
      <p:nvGrpSpPr>
        <p:cNvPr id="1" name=""/>
        <p:cNvGrpSpPr/>
        <p:nvPr/>
      </p:nvGrpSpPr>
      <p:grpSpPr>
        <a:xfrm>
          <a:off x="0" y="0"/>
          <a:ext cx="0" cy="0"/>
          <a:chOff x="0" y="0"/>
          <a:chExt cx="0" cy="0"/>
        </a:xfrm>
      </p:grpSpPr>
      <p:sp>
        <p:nvSpPr>
          <p:cNvPr id="88" name="Rectangle 87">
            <a:extLst>
              <a:ext uri="{FF2B5EF4-FFF2-40B4-BE49-F238E27FC236}">
                <a16:creationId xmlns="" xmlns:a16="http://schemas.microsoft.com/office/drawing/2014/main" id="{1BCAA06D-28A6-4D9D-8D6C-A1057834A56D}"/>
              </a:ext>
            </a:extLst>
          </p:cNvPr>
          <p:cNvSpPr/>
          <p:nvPr userDrawn="1"/>
        </p:nvSpPr>
        <p:spPr>
          <a:xfrm>
            <a:off x="1" y="2"/>
            <a:ext cx="12198351" cy="971593"/>
          </a:xfrm>
          <a:prstGeom prst="rect">
            <a:avLst/>
          </a:prstGeom>
          <a:solidFill>
            <a:srgbClr val="2E2E38"/>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dirty="0">
              <a:solidFill>
                <a:schemeClr val="tx1"/>
              </a:solidFill>
            </a:endParaRPr>
          </a:p>
        </p:txBody>
      </p:sp>
      <p:sp>
        <p:nvSpPr>
          <p:cNvPr id="105" name="Freeform 29">
            <a:extLst>
              <a:ext uri="{FF2B5EF4-FFF2-40B4-BE49-F238E27FC236}">
                <a16:creationId xmlns="" xmlns:a16="http://schemas.microsoft.com/office/drawing/2014/main" id="{4401AF06-F043-44F6-ADDF-CC78A0AC53D4}"/>
              </a:ext>
            </a:extLst>
          </p:cNvPr>
          <p:cNvSpPr>
            <a:spLocks/>
          </p:cNvSpPr>
          <p:nvPr userDrawn="1"/>
        </p:nvSpPr>
        <p:spPr bwMode="auto">
          <a:xfrm>
            <a:off x="-434023" y="231881"/>
            <a:ext cx="1493203" cy="231735"/>
          </a:xfrm>
          <a:custGeom>
            <a:avLst/>
            <a:gdLst>
              <a:gd name="T0" fmla="*/ 11 w 1521"/>
              <a:gd name="T1" fmla="*/ 236 h 236"/>
              <a:gd name="T2" fmla="*/ 22 w 1521"/>
              <a:gd name="T3" fmla="*/ 227 h 236"/>
              <a:gd name="T4" fmla="*/ 942 w 1521"/>
              <a:gd name="T5" fmla="*/ 227 h 236"/>
              <a:gd name="T6" fmla="*/ 1121 w 1521"/>
              <a:gd name="T7" fmla="*/ 14 h 236"/>
              <a:gd name="T8" fmla="*/ 1499 w 1521"/>
              <a:gd name="T9" fmla="*/ 14 h 236"/>
              <a:gd name="T10" fmla="*/ 1510 w 1521"/>
              <a:gd name="T11" fmla="*/ 22 h 236"/>
              <a:gd name="T12" fmla="*/ 1521 w 1521"/>
              <a:gd name="T13" fmla="*/ 11 h 236"/>
              <a:gd name="T14" fmla="*/ 1510 w 1521"/>
              <a:gd name="T15" fmla="*/ 0 h 236"/>
              <a:gd name="T16" fmla="*/ 1499 w 1521"/>
              <a:gd name="T17" fmla="*/ 9 h 236"/>
              <a:gd name="T18" fmla="*/ 1119 w 1521"/>
              <a:gd name="T19" fmla="*/ 9 h 236"/>
              <a:gd name="T20" fmla="*/ 939 w 1521"/>
              <a:gd name="T21" fmla="*/ 222 h 236"/>
              <a:gd name="T22" fmla="*/ 22 w 1521"/>
              <a:gd name="T23" fmla="*/ 222 h 236"/>
              <a:gd name="T24" fmla="*/ 11 w 1521"/>
              <a:gd name="T25" fmla="*/ 214 h 236"/>
              <a:gd name="T26" fmla="*/ 0 w 1521"/>
              <a:gd name="T27" fmla="*/ 225 h 236"/>
              <a:gd name="T28" fmla="*/ 11 w 1521"/>
              <a:gd name="T29"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1" h="236">
                <a:moveTo>
                  <a:pt x="11" y="236"/>
                </a:moveTo>
                <a:cubicBezTo>
                  <a:pt x="16" y="236"/>
                  <a:pt x="21" y="232"/>
                  <a:pt x="22" y="227"/>
                </a:cubicBezTo>
                <a:cubicBezTo>
                  <a:pt x="942" y="227"/>
                  <a:pt x="942" y="227"/>
                  <a:pt x="942" y="227"/>
                </a:cubicBezTo>
                <a:cubicBezTo>
                  <a:pt x="1121" y="14"/>
                  <a:pt x="1121" y="14"/>
                  <a:pt x="1121" y="14"/>
                </a:cubicBezTo>
                <a:cubicBezTo>
                  <a:pt x="1499" y="14"/>
                  <a:pt x="1499" y="14"/>
                  <a:pt x="1499" y="14"/>
                </a:cubicBezTo>
                <a:cubicBezTo>
                  <a:pt x="1500" y="19"/>
                  <a:pt x="1505" y="22"/>
                  <a:pt x="1510" y="22"/>
                </a:cubicBezTo>
                <a:cubicBezTo>
                  <a:pt x="1516" y="22"/>
                  <a:pt x="1521" y="17"/>
                  <a:pt x="1521" y="11"/>
                </a:cubicBezTo>
                <a:cubicBezTo>
                  <a:pt x="1521" y="5"/>
                  <a:pt x="1516" y="0"/>
                  <a:pt x="1510" y="0"/>
                </a:cubicBezTo>
                <a:cubicBezTo>
                  <a:pt x="1505" y="0"/>
                  <a:pt x="1500" y="4"/>
                  <a:pt x="1499" y="9"/>
                </a:cubicBezTo>
                <a:cubicBezTo>
                  <a:pt x="1119" y="9"/>
                  <a:pt x="1119" y="9"/>
                  <a:pt x="1119" y="9"/>
                </a:cubicBezTo>
                <a:cubicBezTo>
                  <a:pt x="939" y="222"/>
                  <a:pt x="939" y="222"/>
                  <a:pt x="939" y="222"/>
                </a:cubicBezTo>
                <a:cubicBezTo>
                  <a:pt x="22" y="222"/>
                  <a:pt x="22" y="222"/>
                  <a:pt x="22" y="222"/>
                </a:cubicBezTo>
                <a:cubicBezTo>
                  <a:pt x="21" y="217"/>
                  <a:pt x="16" y="214"/>
                  <a:pt x="11" y="214"/>
                </a:cubicBezTo>
                <a:cubicBezTo>
                  <a:pt x="5" y="214"/>
                  <a:pt x="0" y="219"/>
                  <a:pt x="0" y="225"/>
                </a:cubicBezTo>
                <a:cubicBezTo>
                  <a:pt x="0" y="231"/>
                  <a:pt x="5" y="236"/>
                  <a:pt x="11" y="236"/>
                </a:cubicBezTo>
                <a:close/>
              </a:path>
            </a:pathLst>
          </a:custGeom>
          <a:solidFill>
            <a:schemeClr val="tx1"/>
          </a:solidFill>
          <a:ln>
            <a:solidFill>
              <a:schemeClr val="tx1"/>
            </a:solidFill>
          </a:ln>
        </p:spPr>
        <p:txBody>
          <a:bodyPr vert="horz" wrap="square" lIns="91392" tIns="45696" rIns="91392" bIns="45696" numCol="1" anchor="t" anchorCtr="0" compatLnSpc="1">
            <a:prstTxWarp prst="textNoShape">
              <a:avLst/>
            </a:prstTxWarp>
          </a:bodyPr>
          <a:lstStyle/>
          <a:p>
            <a:endParaRPr lang="en-IN" sz="1799" dirty="0"/>
          </a:p>
        </p:txBody>
      </p:sp>
      <p:sp>
        <p:nvSpPr>
          <p:cNvPr id="107" name="Freeform 34">
            <a:extLst>
              <a:ext uri="{FF2B5EF4-FFF2-40B4-BE49-F238E27FC236}">
                <a16:creationId xmlns="" xmlns:a16="http://schemas.microsoft.com/office/drawing/2014/main" id="{6B8D1DBD-E791-4812-8619-735C73A0D956}"/>
              </a:ext>
            </a:extLst>
          </p:cNvPr>
          <p:cNvSpPr>
            <a:spLocks/>
          </p:cNvSpPr>
          <p:nvPr userDrawn="1"/>
        </p:nvSpPr>
        <p:spPr bwMode="auto">
          <a:xfrm flipV="1">
            <a:off x="-628030" y="639646"/>
            <a:ext cx="1212311" cy="266093"/>
          </a:xfrm>
          <a:custGeom>
            <a:avLst/>
            <a:gdLst>
              <a:gd name="T0" fmla="*/ 451 w 1309"/>
              <a:gd name="T1" fmla="*/ 159 h 318"/>
              <a:gd name="T2" fmla="*/ 540 w 1309"/>
              <a:gd name="T3" fmla="*/ 70 h 318"/>
              <a:gd name="T4" fmla="*/ 834 w 1309"/>
              <a:gd name="T5" fmla="*/ 309 h 318"/>
              <a:gd name="T6" fmla="*/ 834 w 1309"/>
              <a:gd name="T7" fmla="*/ 309 h 318"/>
              <a:gd name="T8" fmla="*/ 1151 w 1309"/>
              <a:gd name="T9" fmla="*/ 309 h 318"/>
              <a:gd name="T10" fmla="*/ 1161 w 1309"/>
              <a:gd name="T11" fmla="*/ 318 h 318"/>
              <a:gd name="T12" fmla="*/ 1172 w 1309"/>
              <a:gd name="T13" fmla="*/ 307 h 318"/>
              <a:gd name="T14" fmla="*/ 1161 w 1309"/>
              <a:gd name="T15" fmla="*/ 296 h 318"/>
              <a:gd name="T16" fmla="*/ 1151 w 1309"/>
              <a:gd name="T17" fmla="*/ 304 h 318"/>
              <a:gd name="T18" fmla="*/ 837 w 1309"/>
              <a:gd name="T19" fmla="*/ 304 h 318"/>
              <a:gd name="T20" fmla="*/ 544 w 1309"/>
              <a:gd name="T21" fmla="*/ 67 h 318"/>
              <a:gd name="T22" fmla="*/ 541 w 1309"/>
              <a:gd name="T23" fmla="*/ 69 h 318"/>
              <a:gd name="T24" fmla="*/ 596 w 1309"/>
              <a:gd name="T25" fmla="*/ 13 h 318"/>
              <a:gd name="T26" fmla="*/ 1287 w 1309"/>
              <a:gd name="T27" fmla="*/ 13 h 318"/>
              <a:gd name="T28" fmla="*/ 1298 w 1309"/>
              <a:gd name="T29" fmla="*/ 22 h 318"/>
              <a:gd name="T30" fmla="*/ 1309 w 1309"/>
              <a:gd name="T31" fmla="*/ 11 h 318"/>
              <a:gd name="T32" fmla="*/ 1298 w 1309"/>
              <a:gd name="T33" fmla="*/ 0 h 318"/>
              <a:gd name="T34" fmla="*/ 1287 w 1309"/>
              <a:gd name="T35" fmla="*/ 8 h 318"/>
              <a:gd name="T36" fmla="*/ 594 w 1309"/>
              <a:gd name="T37" fmla="*/ 8 h 318"/>
              <a:gd name="T38" fmla="*/ 449 w 1309"/>
              <a:gd name="T39" fmla="*/ 154 h 318"/>
              <a:gd name="T40" fmla="*/ 128 w 1309"/>
              <a:gd name="T41" fmla="*/ 154 h 318"/>
              <a:gd name="T42" fmla="*/ 16 w 1309"/>
              <a:gd name="T43" fmla="*/ 264 h 318"/>
              <a:gd name="T44" fmla="*/ 11 w 1309"/>
              <a:gd name="T45" fmla="*/ 262 h 318"/>
              <a:gd name="T46" fmla="*/ 0 w 1309"/>
              <a:gd name="T47" fmla="*/ 274 h 318"/>
              <a:gd name="T48" fmla="*/ 11 w 1309"/>
              <a:gd name="T49" fmla="*/ 285 h 318"/>
              <a:gd name="T50" fmla="*/ 22 w 1309"/>
              <a:gd name="T51" fmla="*/ 274 h 318"/>
              <a:gd name="T52" fmla="*/ 20 w 1309"/>
              <a:gd name="T53" fmla="*/ 267 h 318"/>
              <a:gd name="T54" fmla="*/ 130 w 1309"/>
              <a:gd name="T55" fmla="*/ 159 h 318"/>
              <a:gd name="T56" fmla="*/ 451 w 1309"/>
              <a:gd name="T57" fmla="*/ 159 h 318"/>
              <a:gd name="connsiteX0" fmla="*/ 3445 w 10000"/>
              <a:gd name="connsiteY0" fmla="*/ 5000 h 10032"/>
              <a:gd name="connsiteX1" fmla="*/ 4125 w 10000"/>
              <a:gd name="connsiteY1" fmla="*/ 2201 h 10032"/>
              <a:gd name="connsiteX2" fmla="*/ 6371 w 10000"/>
              <a:gd name="connsiteY2" fmla="*/ 9717 h 10032"/>
              <a:gd name="connsiteX3" fmla="*/ 6371 w 10000"/>
              <a:gd name="connsiteY3" fmla="*/ 9717 h 10032"/>
              <a:gd name="connsiteX4" fmla="*/ 8793 w 10000"/>
              <a:gd name="connsiteY4" fmla="*/ 9717 h 10032"/>
              <a:gd name="connsiteX5" fmla="*/ 8869 w 10000"/>
              <a:gd name="connsiteY5" fmla="*/ 10000 h 10032"/>
              <a:gd name="connsiteX6" fmla="*/ 8953 w 10000"/>
              <a:gd name="connsiteY6" fmla="*/ 9654 h 10032"/>
              <a:gd name="connsiteX7" fmla="*/ 8869 w 10000"/>
              <a:gd name="connsiteY7" fmla="*/ 9308 h 10032"/>
              <a:gd name="connsiteX8" fmla="*/ 6394 w 10000"/>
              <a:gd name="connsiteY8" fmla="*/ 9560 h 10032"/>
              <a:gd name="connsiteX9" fmla="*/ 4156 w 10000"/>
              <a:gd name="connsiteY9" fmla="*/ 2107 h 10032"/>
              <a:gd name="connsiteX10" fmla="*/ 4133 w 10000"/>
              <a:gd name="connsiteY10" fmla="*/ 2170 h 10032"/>
              <a:gd name="connsiteX11" fmla="*/ 4553 w 10000"/>
              <a:gd name="connsiteY11" fmla="*/ 409 h 10032"/>
              <a:gd name="connsiteX12" fmla="*/ 9832 w 10000"/>
              <a:gd name="connsiteY12" fmla="*/ 409 h 10032"/>
              <a:gd name="connsiteX13" fmla="*/ 9916 w 10000"/>
              <a:gd name="connsiteY13" fmla="*/ 692 h 10032"/>
              <a:gd name="connsiteX14" fmla="*/ 10000 w 10000"/>
              <a:gd name="connsiteY14" fmla="*/ 346 h 10032"/>
              <a:gd name="connsiteX15" fmla="*/ 9916 w 10000"/>
              <a:gd name="connsiteY15" fmla="*/ 0 h 10032"/>
              <a:gd name="connsiteX16" fmla="*/ 9832 w 10000"/>
              <a:gd name="connsiteY16" fmla="*/ 252 h 10032"/>
              <a:gd name="connsiteX17" fmla="*/ 4538 w 10000"/>
              <a:gd name="connsiteY17" fmla="*/ 252 h 10032"/>
              <a:gd name="connsiteX18" fmla="*/ 3430 w 10000"/>
              <a:gd name="connsiteY18" fmla="*/ 4843 h 10032"/>
              <a:gd name="connsiteX19" fmla="*/ 978 w 10000"/>
              <a:gd name="connsiteY19" fmla="*/ 4843 h 10032"/>
              <a:gd name="connsiteX20" fmla="*/ 122 w 10000"/>
              <a:gd name="connsiteY20" fmla="*/ 8302 h 10032"/>
              <a:gd name="connsiteX21" fmla="*/ 84 w 10000"/>
              <a:gd name="connsiteY21" fmla="*/ 8239 h 10032"/>
              <a:gd name="connsiteX22" fmla="*/ 0 w 10000"/>
              <a:gd name="connsiteY22" fmla="*/ 8616 h 10032"/>
              <a:gd name="connsiteX23" fmla="*/ 84 w 10000"/>
              <a:gd name="connsiteY23" fmla="*/ 8962 h 10032"/>
              <a:gd name="connsiteX24" fmla="*/ 168 w 10000"/>
              <a:gd name="connsiteY24" fmla="*/ 8616 h 10032"/>
              <a:gd name="connsiteX25" fmla="*/ 153 w 10000"/>
              <a:gd name="connsiteY25" fmla="*/ 8396 h 10032"/>
              <a:gd name="connsiteX26" fmla="*/ 993 w 10000"/>
              <a:gd name="connsiteY26" fmla="*/ 5000 h 10032"/>
              <a:gd name="connsiteX27" fmla="*/ 3445 w 10000"/>
              <a:gd name="connsiteY27" fmla="*/ 5000 h 10032"/>
              <a:gd name="connsiteX0" fmla="*/ 8869 w 10000"/>
              <a:gd name="connsiteY0" fmla="*/ 9308 h 12388"/>
              <a:gd name="connsiteX1" fmla="*/ 6394 w 10000"/>
              <a:gd name="connsiteY1" fmla="*/ 9560 h 12388"/>
              <a:gd name="connsiteX2" fmla="*/ 4156 w 10000"/>
              <a:gd name="connsiteY2" fmla="*/ 2107 h 12388"/>
              <a:gd name="connsiteX3" fmla="*/ 4133 w 10000"/>
              <a:gd name="connsiteY3" fmla="*/ 2170 h 12388"/>
              <a:gd name="connsiteX4" fmla="*/ 4553 w 10000"/>
              <a:gd name="connsiteY4" fmla="*/ 409 h 12388"/>
              <a:gd name="connsiteX5" fmla="*/ 9832 w 10000"/>
              <a:gd name="connsiteY5" fmla="*/ 409 h 12388"/>
              <a:gd name="connsiteX6" fmla="*/ 9916 w 10000"/>
              <a:gd name="connsiteY6" fmla="*/ 692 h 12388"/>
              <a:gd name="connsiteX7" fmla="*/ 10000 w 10000"/>
              <a:gd name="connsiteY7" fmla="*/ 346 h 12388"/>
              <a:gd name="connsiteX8" fmla="*/ 9916 w 10000"/>
              <a:gd name="connsiteY8" fmla="*/ 0 h 12388"/>
              <a:gd name="connsiteX9" fmla="*/ 9832 w 10000"/>
              <a:gd name="connsiteY9" fmla="*/ 252 h 12388"/>
              <a:gd name="connsiteX10" fmla="*/ 4538 w 10000"/>
              <a:gd name="connsiteY10" fmla="*/ 252 h 12388"/>
              <a:gd name="connsiteX11" fmla="*/ 3430 w 10000"/>
              <a:gd name="connsiteY11" fmla="*/ 4843 h 12388"/>
              <a:gd name="connsiteX12" fmla="*/ 978 w 10000"/>
              <a:gd name="connsiteY12" fmla="*/ 4843 h 12388"/>
              <a:gd name="connsiteX13" fmla="*/ 122 w 10000"/>
              <a:gd name="connsiteY13" fmla="*/ 8302 h 12388"/>
              <a:gd name="connsiteX14" fmla="*/ 84 w 10000"/>
              <a:gd name="connsiteY14" fmla="*/ 8239 h 12388"/>
              <a:gd name="connsiteX15" fmla="*/ 0 w 10000"/>
              <a:gd name="connsiteY15" fmla="*/ 8616 h 12388"/>
              <a:gd name="connsiteX16" fmla="*/ 84 w 10000"/>
              <a:gd name="connsiteY16" fmla="*/ 8962 h 12388"/>
              <a:gd name="connsiteX17" fmla="*/ 168 w 10000"/>
              <a:gd name="connsiteY17" fmla="*/ 8616 h 12388"/>
              <a:gd name="connsiteX18" fmla="*/ 153 w 10000"/>
              <a:gd name="connsiteY18" fmla="*/ 8396 h 12388"/>
              <a:gd name="connsiteX19" fmla="*/ 993 w 10000"/>
              <a:gd name="connsiteY19" fmla="*/ 5000 h 12388"/>
              <a:gd name="connsiteX20" fmla="*/ 3445 w 10000"/>
              <a:gd name="connsiteY20" fmla="*/ 5000 h 12388"/>
              <a:gd name="connsiteX21" fmla="*/ 4125 w 10000"/>
              <a:gd name="connsiteY21" fmla="*/ 2201 h 12388"/>
              <a:gd name="connsiteX22" fmla="*/ 6371 w 10000"/>
              <a:gd name="connsiteY22" fmla="*/ 9717 h 12388"/>
              <a:gd name="connsiteX23" fmla="*/ 6371 w 10000"/>
              <a:gd name="connsiteY23" fmla="*/ 9717 h 12388"/>
              <a:gd name="connsiteX24" fmla="*/ 8793 w 10000"/>
              <a:gd name="connsiteY24" fmla="*/ 9717 h 12388"/>
              <a:gd name="connsiteX25" fmla="*/ 8869 w 10000"/>
              <a:gd name="connsiteY25" fmla="*/ 10000 h 12388"/>
              <a:gd name="connsiteX26" fmla="*/ 8953 w 10000"/>
              <a:gd name="connsiteY26" fmla="*/ 9654 h 12388"/>
              <a:gd name="connsiteX27" fmla="*/ 9623 w 10000"/>
              <a:gd name="connsiteY27" fmla="*/ 12388 h 12388"/>
              <a:gd name="connsiteX0" fmla="*/ 8869 w 10000"/>
              <a:gd name="connsiteY0" fmla="*/ 9308 h 12388"/>
              <a:gd name="connsiteX1" fmla="*/ 6394 w 10000"/>
              <a:gd name="connsiteY1" fmla="*/ 9560 h 12388"/>
              <a:gd name="connsiteX2" fmla="*/ 4156 w 10000"/>
              <a:gd name="connsiteY2" fmla="*/ 2107 h 12388"/>
              <a:gd name="connsiteX3" fmla="*/ 4133 w 10000"/>
              <a:gd name="connsiteY3" fmla="*/ 2170 h 12388"/>
              <a:gd name="connsiteX4" fmla="*/ 4553 w 10000"/>
              <a:gd name="connsiteY4" fmla="*/ 409 h 12388"/>
              <a:gd name="connsiteX5" fmla="*/ 9832 w 10000"/>
              <a:gd name="connsiteY5" fmla="*/ 409 h 12388"/>
              <a:gd name="connsiteX6" fmla="*/ 9916 w 10000"/>
              <a:gd name="connsiteY6" fmla="*/ 692 h 12388"/>
              <a:gd name="connsiteX7" fmla="*/ 10000 w 10000"/>
              <a:gd name="connsiteY7" fmla="*/ 346 h 12388"/>
              <a:gd name="connsiteX8" fmla="*/ 9916 w 10000"/>
              <a:gd name="connsiteY8" fmla="*/ 0 h 12388"/>
              <a:gd name="connsiteX9" fmla="*/ 9832 w 10000"/>
              <a:gd name="connsiteY9" fmla="*/ 252 h 12388"/>
              <a:gd name="connsiteX10" fmla="*/ 4538 w 10000"/>
              <a:gd name="connsiteY10" fmla="*/ 252 h 12388"/>
              <a:gd name="connsiteX11" fmla="*/ 3430 w 10000"/>
              <a:gd name="connsiteY11" fmla="*/ 4843 h 12388"/>
              <a:gd name="connsiteX12" fmla="*/ 978 w 10000"/>
              <a:gd name="connsiteY12" fmla="*/ 4843 h 12388"/>
              <a:gd name="connsiteX13" fmla="*/ 122 w 10000"/>
              <a:gd name="connsiteY13" fmla="*/ 8302 h 12388"/>
              <a:gd name="connsiteX14" fmla="*/ 84 w 10000"/>
              <a:gd name="connsiteY14" fmla="*/ 8239 h 12388"/>
              <a:gd name="connsiteX15" fmla="*/ 0 w 10000"/>
              <a:gd name="connsiteY15" fmla="*/ 8616 h 12388"/>
              <a:gd name="connsiteX16" fmla="*/ 84 w 10000"/>
              <a:gd name="connsiteY16" fmla="*/ 8962 h 12388"/>
              <a:gd name="connsiteX17" fmla="*/ 168 w 10000"/>
              <a:gd name="connsiteY17" fmla="*/ 8616 h 12388"/>
              <a:gd name="connsiteX18" fmla="*/ 153 w 10000"/>
              <a:gd name="connsiteY18" fmla="*/ 8396 h 12388"/>
              <a:gd name="connsiteX19" fmla="*/ 993 w 10000"/>
              <a:gd name="connsiteY19" fmla="*/ 5000 h 12388"/>
              <a:gd name="connsiteX20" fmla="*/ 3445 w 10000"/>
              <a:gd name="connsiteY20" fmla="*/ 5000 h 12388"/>
              <a:gd name="connsiteX21" fmla="*/ 4125 w 10000"/>
              <a:gd name="connsiteY21" fmla="*/ 2201 h 12388"/>
              <a:gd name="connsiteX22" fmla="*/ 6371 w 10000"/>
              <a:gd name="connsiteY22" fmla="*/ 9717 h 12388"/>
              <a:gd name="connsiteX23" fmla="*/ 6371 w 10000"/>
              <a:gd name="connsiteY23" fmla="*/ 9717 h 12388"/>
              <a:gd name="connsiteX24" fmla="*/ 8793 w 10000"/>
              <a:gd name="connsiteY24" fmla="*/ 9717 h 12388"/>
              <a:gd name="connsiteX25" fmla="*/ 8869 w 10000"/>
              <a:gd name="connsiteY25" fmla="*/ 10000 h 12388"/>
              <a:gd name="connsiteX26" fmla="*/ 9623 w 10000"/>
              <a:gd name="connsiteY26" fmla="*/ 12388 h 12388"/>
              <a:gd name="connsiteX0" fmla="*/ 8869 w 10000"/>
              <a:gd name="connsiteY0" fmla="*/ 9308 h 12388"/>
              <a:gd name="connsiteX1" fmla="*/ 6394 w 10000"/>
              <a:gd name="connsiteY1" fmla="*/ 9560 h 12388"/>
              <a:gd name="connsiteX2" fmla="*/ 4156 w 10000"/>
              <a:gd name="connsiteY2" fmla="*/ 2107 h 12388"/>
              <a:gd name="connsiteX3" fmla="*/ 4133 w 10000"/>
              <a:gd name="connsiteY3" fmla="*/ 2170 h 12388"/>
              <a:gd name="connsiteX4" fmla="*/ 4553 w 10000"/>
              <a:gd name="connsiteY4" fmla="*/ 409 h 12388"/>
              <a:gd name="connsiteX5" fmla="*/ 9832 w 10000"/>
              <a:gd name="connsiteY5" fmla="*/ 409 h 12388"/>
              <a:gd name="connsiteX6" fmla="*/ 9916 w 10000"/>
              <a:gd name="connsiteY6" fmla="*/ 692 h 12388"/>
              <a:gd name="connsiteX7" fmla="*/ 10000 w 10000"/>
              <a:gd name="connsiteY7" fmla="*/ 346 h 12388"/>
              <a:gd name="connsiteX8" fmla="*/ 9916 w 10000"/>
              <a:gd name="connsiteY8" fmla="*/ 0 h 12388"/>
              <a:gd name="connsiteX9" fmla="*/ 9832 w 10000"/>
              <a:gd name="connsiteY9" fmla="*/ 252 h 12388"/>
              <a:gd name="connsiteX10" fmla="*/ 4538 w 10000"/>
              <a:gd name="connsiteY10" fmla="*/ 252 h 12388"/>
              <a:gd name="connsiteX11" fmla="*/ 3430 w 10000"/>
              <a:gd name="connsiteY11" fmla="*/ 4843 h 12388"/>
              <a:gd name="connsiteX12" fmla="*/ 978 w 10000"/>
              <a:gd name="connsiteY12" fmla="*/ 4843 h 12388"/>
              <a:gd name="connsiteX13" fmla="*/ 122 w 10000"/>
              <a:gd name="connsiteY13" fmla="*/ 8302 h 12388"/>
              <a:gd name="connsiteX14" fmla="*/ 84 w 10000"/>
              <a:gd name="connsiteY14" fmla="*/ 8239 h 12388"/>
              <a:gd name="connsiteX15" fmla="*/ 0 w 10000"/>
              <a:gd name="connsiteY15" fmla="*/ 8616 h 12388"/>
              <a:gd name="connsiteX16" fmla="*/ 84 w 10000"/>
              <a:gd name="connsiteY16" fmla="*/ 8962 h 12388"/>
              <a:gd name="connsiteX17" fmla="*/ 168 w 10000"/>
              <a:gd name="connsiteY17" fmla="*/ 8616 h 12388"/>
              <a:gd name="connsiteX18" fmla="*/ 153 w 10000"/>
              <a:gd name="connsiteY18" fmla="*/ 8396 h 12388"/>
              <a:gd name="connsiteX19" fmla="*/ 993 w 10000"/>
              <a:gd name="connsiteY19" fmla="*/ 5000 h 12388"/>
              <a:gd name="connsiteX20" fmla="*/ 3445 w 10000"/>
              <a:gd name="connsiteY20" fmla="*/ 5000 h 12388"/>
              <a:gd name="connsiteX21" fmla="*/ 4125 w 10000"/>
              <a:gd name="connsiteY21" fmla="*/ 2201 h 12388"/>
              <a:gd name="connsiteX22" fmla="*/ 6371 w 10000"/>
              <a:gd name="connsiteY22" fmla="*/ 9717 h 12388"/>
              <a:gd name="connsiteX23" fmla="*/ 6371 w 10000"/>
              <a:gd name="connsiteY23" fmla="*/ 9717 h 12388"/>
              <a:gd name="connsiteX24" fmla="*/ 8793 w 10000"/>
              <a:gd name="connsiteY24" fmla="*/ 9717 h 12388"/>
              <a:gd name="connsiteX25" fmla="*/ 9623 w 10000"/>
              <a:gd name="connsiteY25" fmla="*/ 12388 h 12388"/>
              <a:gd name="connsiteX0" fmla="*/ 8869 w 10000"/>
              <a:gd name="connsiteY0" fmla="*/ 9308 h 12388"/>
              <a:gd name="connsiteX1" fmla="*/ 6394 w 10000"/>
              <a:gd name="connsiteY1" fmla="*/ 9560 h 12388"/>
              <a:gd name="connsiteX2" fmla="*/ 4156 w 10000"/>
              <a:gd name="connsiteY2" fmla="*/ 2107 h 12388"/>
              <a:gd name="connsiteX3" fmla="*/ 4133 w 10000"/>
              <a:gd name="connsiteY3" fmla="*/ 2170 h 12388"/>
              <a:gd name="connsiteX4" fmla="*/ 4553 w 10000"/>
              <a:gd name="connsiteY4" fmla="*/ 409 h 12388"/>
              <a:gd name="connsiteX5" fmla="*/ 9832 w 10000"/>
              <a:gd name="connsiteY5" fmla="*/ 409 h 12388"/>
              <a:gd name="connsiteX6" fmla="*/ 9916 w 10000"/>
              <a:gd name="connsiteY6" fmla="*/ 692 h 12388"/>
              <a:gd name="connsiteX7" fmla="*/ 10000 w 10000"/>
              <a:gd name="connsiteY7" fmla="*/ 346 h 12388"/>
              <a:gd name="connsiteX8" fmla="*/ 9916 w 10000"/>
              <a:gd name="connsiteY8" fmla="*/ 0 h 12388"/>
              <a:gd name="connsiteX9" fmla="*/ 9832 w 10000"/>
              <a:gd name="connsiteY9" fmla="*/ 252 h 12388"/>
              <a:gd name="connsiteX10" fmla="*/ 4538 w 10000"/>
              <a:gd name="connsiteY10" fmla="*/ 252 h 12388"/>
              <a:gd name="connsiteX11" fmla="*/ 3430 w 10000"/>
              <a:gd name="connsiteY11" fmla="*/ 4843 h 12388"/>
              <a:gd name="connsiteX12" fmla="*/ 978 w 10000"/>
              <a:gd name="connsiteY12" fmla="*/ 4843 h 12388"/>
              <a:gd name="connsiteX13" fmla="*/ 122 w 10000"/>
              <a:gd name="connsiteY13" fmla="*/ 8302 h 12388"/>
              <a:gd name="connsiteX14" fmla="*/ 84 w 10000"/>
              <a:gd name="connsiteY14" fmla="*/ 8239 h 12388"/>
              <a:gd name="connsiteX15" fmla="*/ 0 w 10000"/>
              <a:gd name="connsiteY15" fmla="*/ 8616 h 12388"/>
              <a:gd name="connsiteX16" fmla="*/ 84 w 10000"/>
              <a:gd name="connsiteY16" fmla="*/ 8962 h 12388"/>
              <a:gd name="connsiteX17" fmla="*/ 168 w 10000"/>
              <a:gd name="connsiteY17" fmla="*/ 8616 h 12388"/>
              <a:gd name="connsiteX18" fmla="*/ 153 w 10000"/>
              <a:gd name="connsiteY18" fmla="*/ 8396 h 12388"/>
              <a:gd name="connsiteX19" fmla="*/ 993 w 10000"/>
              <a:gd name="connsiteY19" fmla="*/ 5000 h 12388"/>
              <a:gd name="connsiteX20" fmla="*/ 3445 w 10000"/>
              <a:gd name="connsiteY20" fmla="*/ 5000 h 12388"/>
              <a:gd name="connsiteX21" fmla="*/ 4125 w 10000"/>
              <a:gd name="connsiteY21" fmla="*/ 2201 h 12388"/>
              <a:gd name="connsiteX22" fmla="*/ 6371 w 10000"/>
              <a:gd name="connsiteY22" fmla="*/ 9717 h 12388"/>
              <a:gd name="connsiteX23" fmla="*/ 6371 w 10000"/>
              <a:gd name="connsiteY23" fmla="*/ 9717 h 12388"/>
              <a:gd name="connsiteX24" fmla="*/ 9623 w 10000"/>
              <a:gd name="connsiteY24" fmla="*/ 12388 h 12388"/>
              <a:gd name="connsiteX0" fmla="*/ 8869 w 10000"/>
              <a:gd name="connsiteY0" fmla="*/ 9308 h 10032"/>
              <a:gd name="connsiteX1" fmla="*/ 6394 w 10000"/>
              <a:gd name="connsiteY1" fmla="*/ 9560 h 10032"/>
              <a:gd name="connsiteX2" fmla="*/ 4156 w 10000"/>
              <a:gd name="connsiteY2" fmla="*/ 2107 h 10032"/>
              <a:gd name="connsiteX3" fmla="*/ 4133 w 10000"/>
              <a:gd name="connsiteY3" fmla="*/ 2170 h 10032"/>
              <a:gd name="connsiteX4" fmla="*/ 4553 w 10000"/>
              <a:gd name="connsiteY4" fmla="*/ 409 h 10032"/>
              <a:gd name="connsiteX5" fmla="*/ 9832 w 10000"/>
              <a:gd name="connsiteY5" fmla="*/ 409 h 10032"/>
              <a:gd name="connsiteX6" fmla="*/ 9916 w 10000"/>
              <a:gd name="connsiteY6" fmla="*/ 692 h 10032"/>
              <a:gd name="connsiteX7" fmla="*/ 10000 w 10000"/>
              <a:gd name="connsiteY7" fmla="*/ 346 h 10032"/>
              <a:gd name="connsiteX8" fmla="*/ 9916 w 10000"/>
              <a:gd name="connsiteY8" fmla="*/ 0 h 10032"/>
              <a:gd name="connsiteX9" fmla="*/ 9832 w 10000"/>
              <a:gd name="connsiteY9" fmla="*/ 252 h 10032"/>
              <a:gd name="connsiteX10" fmla="*/ 4538 w 10000"/>
              <a:gd name="connsiteY10" fmla="*/ 252 h 10032"/>
              <a:gd name="connsiteX11" fmla="*/ 3430 w 10000"/>
              <a:gd name="connsiteY11" fmla="*/ 4843 h 10032"/>
              <a:gd name="connsiteX12" fmla="*/ 978 w 10000"/>
              <a:gd name="connsiteY12" fmla="*/ 4843 h 10032"/>
              <a:gd name="connsiteX13" fmla="*/ 122 w 10000"/>
              <a:gd name="connsiteY13" fmla="*/ 8302 h 10032"/>
              <a:gd name="connsiteX14" fmla="*/ 84 w 10000"/>
              <a:gd name="connsiteY14" fmla="*/ 8239 h 10032"/>
              <a:gd name="connsiteX15" fmla="*/ 0 w 10000"/>
              <a:gd name="connsiteY15" fmla="*/ 8616 h 10032"/>
              <a:gd name="connsiteX16" fmla="*/ 84 w 10000"/>
              <a:gd name="connsiteY16" fmla="*/ 8962 h 10032"/>
              <a:gd name="connsiteX17" fmla="*/ 168 w 10000"/>
              <a:gd name="connsiteY17" fmla="*/ 8616 h 10032"/>
              <a:gd name="connsiteX18" fmla="*/ 153 w 10000"/>
              <a:gd name="connsiteY18" fmla="*/ 8396 h 10032"/>
              <a:gd name="connsiteX19" fmla="*/ 993 w 10000"/>
              <a:gd name="connsiteY19" fmla="*/ 5000 h 10032"/>
              <a:gd name="connsiteX20" fmla="*/ 3445 w 10000"/>
              <a:gd name="connsiteY20" fmla="*/ 5000 h 10032"/>
              <a:gd name="connsiteX21" fmla="*/ 4125 w 10000"/>
              <a:gd name="connsiteY21" fmla="*/ 2201 h 10032"/>
              <a:gd name="connsiteX22" fmla="*/ 6371 w 10000"/>
              <a:gd name="connsiteY22" fmla="*/ 9717 h 10032"/>
              <a:gd name="connsiteX23" fmla="*/ 6371 w 10000"/>
              <a:gd name="connsiteY23" fmla="*/ 9717 h 10032"/>
              <a:gd name="connsiteX0" fmla="*/ 6394 w 10000"/>
              <a:gd name="connsiteY0" fmla="*/ 9560 h 9717"/>
              <a:gd name="connsiteX1" fmla="*/ 4156 w 10000"/>
              <a:gd name="connsiteY1" fmla="*/ 2107 h 9717"/>
              <a:gd name="connsiteX2" fmla="*/ 4133 w 10000"/>
              <a:gd name="connsiteY2" fmla="*/ 2170 h 9717"/>
              <a:gd name="connsiteX3" fmla="*/ 4553 w 10000"/>
              <a:gd name="connsiteY3" fmla="*/ 409 h 9717"/>
              <a:gd name="connsiteX4" fmla="*/ 9832 w 10000"/>
              <a:gd name="connsiteY4" fmla="*/ 409 h 9717"/>
              <a:gd name="connsiteX5" fmla="*/ 9916 w 10000"/>
              <a:gd name="connsiteY5" fmla="*/ 692 h 9717"/>
              <a:gd name="connsiteX6" fmla="*/ 10000 w 10000"/>
              <a:gd name="connsiteY6" fmla="*/ 346 h 9717"/>
              <a:gd name="connsiteX7" fmla="*/ 9916 w 10000"/>
              <a:gd name="connsiteY7" fmla="*/ 0 h 9717"/>
              <a:gd name="connsiteX8" fmla="*/ 9832 w 10000"/>
              <a:gd name="connsiteY8" fmla="*/ 252 h 9717"/>
              <a:gd name="connsiteX9" fmla="*/ 4538 w 10000"/>
              <a:gd name="connsiteY9" fmla="*/ 252 h 9717"/>
              <a:gd name="connsiteX10" fmla="*/ 3430 w 10000"/>
              <a:gd name="connsiteY10" fmla="*/ 4843 h 9717"/>
              <a:gd name="connsiteX11" fmla="*/ 978 w 10000"/>
              <a:gd name="connsiteY11" fmla="*/ 4843 h 9717"/>
              <a:gd name="connsiteX12" fmla="*/ 122 w 10000"/>
              <a:gd name="connsiteY12" fmla="*/ 8302 h 9717"/>
              <a:gd name="connsiteX13" fmla="*/ 84 w 10000"/>
              <a:gd name="connsiteY13" fmla="*/ 8239 h 9717"/>
              <a:gd name="connsiteX14" fmla="*/ 0 w 10000"/>
              <a:gd name="connsiteY14" fmla="*/ 8616 h 9717"/>
              <a:gd name="connsiteX15" fmla="*/ 84 w 10000"/>
              <a:gd name="connsiteY15" fmla="*/ 8962 h 9717"/>
              <a:gd name="connsiteX16" fmla="*/ 168 w 10000"/>
              <a:gd name="connsiteY16" fmla="*/ 8616 h 9717"/>
              <a:gd name="connsiteX17" fmla="*/ 153 w 10000"/>
              <a:gd name="connsiteY17" fmla="*/ 8396 h 9717"/>
              <a:gd name="connsiteX18" fmla="*/ 993 w 10000"/>
              <a:gd name="connsiteY18" fmla="*/ 5000 h 9717"/>
              <a:gd name="connsiteX19" fmla="*/ 3445 w 10000"/>
              <a:gd name="connsiteY19" fmla="*/ 5000 h 9717"/>
              <a:gd name="connsiteX20" fmla="*/ 4125 w 10000"/>
              <a:gd name="connsiteY20" fmla="*/ 2201 h 9717"/>
              <a:gd name="connsiteX21" fmla="*/ 6371 w 10000"/>
              <a:gd name="connsiteY21" fmla="*/ 9717 h 9717"/>
              <a:gd name="connsiteX22" fmla="*/ 6371 w 10000"/>
              <a:gd name="connsiteY22" fmla="*/ 9717 h 9717"/>
              <a:gd name="connsiteX0" fmla="*/ 6394 w 10000"/>
              <a:gd name="connsiteY0" fmla="*/ 9838 h 10000"/>
              <a:gd name="connsiteX1" fmla="*/ 4156 w 10000"/>
              <a:gd name="connsiteY1" fmla="*/ 2168 h 10000"/>
              <a:gd name="connsiteX2" fmla="*/ 4133 w 10000"/>
              <a:gd name="connsiteY2" fmla="*/ 2233 h 10000"/>
              <a:gd name="connsiteX3" fmla="*/ 4553 w 10000"/>
              <a:gd name="connsiteY3" fmla="*/ 421 h 10000"/>
              <a:gd name="connsiteX4" fmla="*/ 9832 w 10000"/>
              <a:gd name="connsiteY4" fmla="*/ 421 h 10000"/>
              <a:gd name="connsiteX5" fmla="*/ 9916 w 10000"/>
              <a:gd name="connsiteY5" fmla="*/ 712 h 10000"/>
              <a:gd name="connsiteX6" fmla="*/ 10000 w 10000"/>
              <a:gd name="connsiteY6" fmla="*/ 356 h 10000"/>
              <a:gd name="connsiteX7" fmla="*/ 9916 w 10000"/>
              <a:gd name="connsiteY7" fmla="*/ 0 h 10000"/>
              <a:gd name="connsiteX8" fmla="*/ 9832 w 10000"/>
              <a:gd name="connsiteY8" fmla="*/ 259 h 10000"/>
              <a:gd name="connsiteX9" fmla="*/ 4538 w 10000"/>
              <a:gd name="connsiteY9" fmla="*/ 259 h 10000"/>
              <a:gd name="connsiteX10" fmla="*/ 3430 w 10000"/>
              <a:gd name="connsiteY10" fmla="*/ 4984 h 10000"/>
              <a:gd name="connsiteX11" fmla="*/ 978 w 10000"/>
              <a:gd name="connsiteY11" fmla="*/ 4984 h 10000"/>
              <a:gd name="connsiteX12" fmla="*/ 122 w 10000"/>
              <a:gd name="connsiteY12" fmla="*/ 8544 h 10000"/>
              <a:gd name="connsiteX13" fmla="*/ 84 w 10000"/>
              <a:gd name="connsiteY13" fmla="*/ 8479 h 10000"/>
              <a:gd name="connsiteX14" fmla="*/ 0 w 10000"/>
              <a:gd name="connsiteY14" fmla="*/ 8867 h 10000"/>
              <a:gd name="connsiteX15" fmla="*/ 84 w 10000"/>
              <a:gd name="connsiteY15" fmla="*/ 9223 h 10000"/>
              <a:gd name="connsiteX16" fmla="*/ 168 w 10000"/>
              <a:gd name="connsiteY16" fmla="*/ 8867 h 10000"/>
              <a:gd name="connsiteX17" fmla="*/ 153 w 10000"/>
              <a:gd name="connsiteY17" fmla="*/ 8641 h 10000"/>
              <a:gd name="connsiteX18" fmla="*/ 993 w 10000"/>
              <a:gd name="connsiteY18" fmla="*/ 5146 h 10000"/>
              <a:gd name="connsiteX19" fmla="*/ 3445 w 10000"/>
              <a:gd name="connsiteY19" fmla="*/ 5146 h 10000"/>
              <a:gd name="connsiteX20" fmla="*/ 4125 w 10000"/>
              <a:gd name="connsiteY20" fmla="*/ 2265 h 10000"/>
              <a:gd name="connsiteX21" fmla="*/ 6371 w 10000"/>
              <a:gd name="connsiteY21" fmla="*/ 10000 h 10000"/>
              <a:gd name="connsiteX0" fmla="*/ 6394 w 10000"/>
              <a:gd name="connsiteY0" fmla="*/ 9838 h 9838"/>
              <a:gd name="connsiteX1" fmla="*/ 4156 w 10000"/>
              <a:gd name="connsiteY1" fmla="*/ 2168 h 9838"/>
              <a:gd name="connsiteX2" fmla="*/ 4133 w 10000"/>
              <a:gd name="connsiteY2" fmla="*/ 2233 h 9838"/>
              <a:gd name="connsiteX3" fmla="*/ 4553 w 10000"/>
              <a:gd name="connsiteY3" fmla="*/ 421 h 9838"/>
              <a:gd name="connsiteX4" fmla="*/ 9832 w 10000"/>
              <a:gd name="connsiteY4" fmla="*/ 421 h 9838"/>
              <a:gd name="connsiteX5" fmla="*/ 9916 w 10000"/>
              <a:gd name="connsiteY5" fmla="*/ 712 h 9838"/>
              <a:gd name="connsiteX6" fmla="*/ 10000 w 10000"/>
              <a:gd name="connsiteY6" fmla="*/ 356 h 9838"/>
              <a:gd name="connsiteX7" fmla="*/ 9916 w 10000"/>
              <a:gd name="connsiteY7" fmla="*/ 0 h 9838"/>
              <a:gd name="connsiteX8" fmla="*/ 9832 w 10000"/>
              <a:gd name="connsiteY8" fmla="*/ 259 h 9838"/>
              <a:gd name="connsiteX9" fmla="*/ 4538 w 10000"/>
              <a:gd name="connsiteY9" fmla="*/ 259 h 9838"/>
              <a:gd name="connsiteX10" fmla="*/ 3430 w 10000"/>
              <a:gd name="connsiteY10" fmla="*/ 4984 h 9838"/>
              <a:gd name="connsiteX11" fmla="*/ 978 w 10000"/>
              <a:gd name="connsiteY11" fmla="*/ 4984 h 9838"/>
              <a:gd name="connsiteX12" fmla="*/ 122 w 10000"/>
              <a:gd name="connsiteY12" fmla="*/ 8544 h 9838"/>
              <a:gd name="connsiteX13" fmla="*/ 84 w 10000"/>
              <a:gd name="connsiteY13" fmla="*/ 8479 h 9838"/>
              <a:gd name="connsiteX14" fmla="*/ 0 w 10000"/>
              <a:gd name="connsiteY14" fmla="*/ 8867 h 9838"/>
              <a:gd name="connsiteX15" fmla="*/ 84 w 10000"/>
              <a:gd name="connsiteY15" fmla="*/ 9223 h 9838"/>
              <a:gd name="connsiteX16" fmla="*/ 168 w 10000"/>
              <a:gd name="connsiteY16" fmla="*/ 8867 h 9838"/>
              <a:gd name="connsiteX17" fmla="*/ 153 w 10000"/>
              <a:gd name="connsiteY17" fmla="*/ 8641 h 9838"/>
              <a:gd name="connsiteX18" fmla="*/ 993 w 10000"/>
              <a:gd name="connsiteY18" fmla="*/ 5146 h 9838"/>
              <a:gd name="connsiteX19" fmla="*/ 3445 w 10000"/>
              <a:gd name="connsiteY19" fmla="*/ 5146 h 9838"/>
              <a:gd name="connsiteX20" fmla="*/ 4125 w 10000"/>
              <a:gd name="connsiteY20" fmla="*/ 2265 h 9838"/>
              <a:gd name="connsiteX0" fmla="*/ 4156 w 10000"/>
              <a:gd name="connsiteY0" fmla="*/ 2204 h 9375"/>
              <a:gd name="connsiteX1" fmla="*/ 4133 w 10000"/>
              <a:gd name="connsiteY1" fmla="*/ 2270 h 9375"/>
              <a:gd name="connsiteX2" fmla="*/ 4553 w 10000"/>
              <a:gd name="connsiteY2" fmla="*/ 428 h 9375"/>
              <a:gd name="connsiteX3" fmla="*/ 9832 w 10000"/>
              <a:gd name="connsiteY3" fmla="*/ 428 h 9375"/>
              <a:gd name="connsiteX4" fmla="*/ 9916 w 10000"/>
              <a:gd name="connsiteY4" fmla="*/ 724 h 9375"/>
              <a:gd name="connsiteX5" fmla="*/ 10000 w 10000"/>
              <a:gd name="connsiteY5" fmla="*/ 362 h 9375"/>
              <a:gd name="connsiteX6" fmla="*/ 9916 w 10000"/>
              <a:gd name="connsiteY6" fmla="*/ 0 h 9375"/>
              <a:gd name="connsiteX7" fmla="*/ 9832 w 10000"/>
              <a:gd name="connsiteY7" fmla="*/ 263 h 9375"/>
              <a:gd name="connsiteX8" fmla="*/ 4538 w 10000"/>
              <a:gd name="connsiteY8" fmla="*/ 263 h 9375"/>
              <a:gd name="connsiteX9" fmla="*/ 3430 w 10000"/>
              <a:gd name="connsiteY9" fmla="*/ 5066 h 9375"/>
              <a:gd name="connsiteX10" fmla="*/ 978 w 10000"/>
              <a:gd name="connsiteY10" fmla="*/ 5066 h 9375"/>
              <a:gd name="connsiteX11" fmla="*/ 122 w 10000"/>
              <a:gd name="connsiteY11" fmla="*/ 8685 h 9375"/>
              <a:gd name="connsiteX12" fmla="*/ 84 w 10000"/>
              <a:gd name="connsiteY12" fmla="*/ 8619 h 9375"/>
              <a:gd name="connsiteX13" fmla="*/ 0 w 10000"/>
              <a:gd name="connsiteY13" fmla="*/ 9013 h 9375"/>
              <a:gd name="connsiteX14" fmla="*/ 84 w 10000"/>
              <a:gd name="connsiteY14" fmla="*/ 9375 h 9375"/>
              <a:gd name="connsiteX15" fmla="*/ 168 w 10000"/>
              <a:gd name="connsiteY15" fmla="*/ 9013 h 9375"/>
              <a:gd name="connsiteX16" fmla="*/ 153 w 10000"/>
              <a:gd name="connsiteY16" fmla="*/ 8783 h 9375"/>
              <a:gd name="connsiteX17" fmla="*/ 993 w 10000"/>
              <a:gd name="connsiteY17" fmla="*/ 5231 h 9375"/>
              <a:gd name="connsiteX18" fmla="*/ 3445 w 10000"/>
              <a:gd name="connsiteY18" fmla="*/ 5231 h 9375"/>
              <a:gd name="connsiteX19" fmla="*/ 4125 w 10000"/>
              <a:gd name="connsiteY19" fmla="*/ 2302 h 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00" h="9375">
                <a:moveTo>
                  <a:pt x="4156" y="2204"/>
                </a:moveTo>
                <a:cubicBezTo>
                  <a:pt x="4148" y="2226"/>
                  <a:pt x="4141" y="2248"/>
                  <a:pt x="4133" y="2270"/>
                </a:cubicBezTo>
                <a:lnTo>
                  <a:pt x="4553" y="428"/>
                </a:lnTo>
                <a:lnTo>
                  <a:pt x="9832" y="428"/>
                </a:lnTo>
                <a:cubicBezTo>
                  <a:pt x="9847" y="592"/>
                  <a:pt x="9878" y="724"/>
                  <a:pt x="9916" y="724"/>
                </a:cubicBezTo>
                <a:cubicBezTo>
                  <a:pt x="9962" y="724"/>
                  <a:pt x="10000" y="560"/>
                  <a:pt x="10000" y="362"/>
                </a:cubicBezTo>
                <a:cubicBezTo>
                  <a:pt x="10000" y="165"/>
                  <a:pt x="9962" y="0"/>
                  <a:pt x="9916" y="0"/>
                </a:cubicBezTo>
                <a:cubicBezTo>
                  <a:pt x="9878" y="0"/>
                  <a:pt x="9847" y="99"/>
                  <a:pt x="9832" y="263"/>
                </a:cubicBezTo>
                <a:lnTo>
                  <a:pt x="4538" y="263"/>
                </a:lnTo>
                <a:lnTo>
                  <a:pt x="3430" y="5066"/>
                </a:lnTo>
                <a:lnTo>
                  <a:pt x="978" y="5066"/>
                </a:lnTo>
                <a:lnTo>
                  <a:pt x="122" y="8685"/>
                </a:lnTo>
                <a:cubicBezTo>
                  <a:pt x="115" y="8651"/>
                  <a:pt x="99" y="8619"/>
                  <a:pt x="84" y="8619"/>
                </a:cubicBezTo>
                <a:cubicBezTo>
                  <a:pt x="38" y="8619"/>
                  <a:pt x="0" y="8783"/>
                  <a:pt x="0" y="9013"/>
                </a:cubicBezTo>
                <a:cubicBezTo>
                  <a:pt x="0" y="9210"/>
                  <a:pt x="38" y="9375"/>
                  <a:pt x="84" y="9375"/>
                </a:cubicBezTo>
                <a:cubicBezTo>
                  <a:pt x="130" y="9375"/>
                  <a:pt x="168" y="9210"/>
                  <a:pt x="168" y="9013"/>
                </a:cubicBezTo>
                <a:cubicBezTo>
                  <a:pt x="168" y="8914"/>
                  <a:pt x="168" y="8848"/>
                  <a:pt x="153" y="8783"/>
                </a:cubicBezTo>
                <a:lnTo>
                  <a:pt x="993" y="5231"/>
                </a:lnTo>
                <a:lnTo>
                  <a:pt x="3445" y="5231"/>
                </a:lnTo>
                <a:lnTo>
                  <a:pt x="4125" y="2302"/>
                </a:lnTo>
              </a:path>
            </a:pathLst>
          </a:custGeom>
          <a:solidFill>
            <a:schemeClr val="tx1"/>
          </a:solidFill>
          <a:ln>
            <a:solidFill>
              <a:schemeClr val="tx1"/>
            </a:solidFill>
          </a:ln>
        </p:spPr>
        <p:txBody>
          <a:bodyPr vert="horz" wrap="square" lIns="91392" tIns="45696" rIns="91392" bIns="45696" numCol="1" anchor="t" anchorCtr="0" compatLnSpc="1">
            <a:prstTxWarp prst="textNoShape">
              <a:avLst/>
            </a:prstTxWarp>
          </a:bodyPr>
          <a:lstStyle/>
          <a:p>
            <a:endParaRPr lang="en-IN" sz="1799" dirty="0"/>
          </a:p>
        </p:txBody>
      </p:sp>
      <p:sp>
        <p:nvSpPr>
          <p:cNvPr id="2" name="Title 1">
            <a:extLst>
              <a:ext uri="{FF2B5EF4-FFF2-40B4-BE49-F238E27FC236}">
                <a16:creationId xmlns="" xmlns:a16="http://schemas.microsoft.com/office/drawing/2014/main" id="{0837078A-EBE3-4DBE-A359-471BDC24D806}"/>
              </a:ext>
            </a:extLst>
          </p:cNvPr>
          <p:cNvSpPr>
            <a:spLocks noGrp="1"/>
          </p:cNvSpPr>
          <p:nvPr userDrawn="1">
            <p:ph type="title"/>
          </p:nvPr>
        </p:nvSpPr>
        <p:spPr>
          <a:xfrm>
            <a:off x="692942" y="294200"/>
            <a:ext cx="10147011" cy="590400"/>
          </a:xfrm>
          <a:prstGeom prst="rect">
            <a:avLst/>
          </a:prstGeom>
        </p:spPr>
        <p:txBody>
          <a:bodyPr lIns="0" tIns="0" rIns="0" bIns="0" anchor="ctr"/>
          <a:lstStyle>
            <a:lvl1pPr>
              <a:lnSpc>
                <a:spcPct val="100000"/>
              </a:lnSpc>
              <a:defRPr sz="1999">
                <a:solidFill>
                  <a:schemeClr val="tx1"/>
                </a:solidFill>
              </a:defRPr>
            </a:lvl1pPr>
          </a:lstStyle>
          <a:p>
            <a:endParaRPr lang="en-US" dirty="0"/>
          </a:p>
        </p:txBody>
      </p:sp>
      <p:sp>
        <p:nvSpPr>
          <p:cNvPr id="167" name="Rectangle 166">
            <a:extLst>
              <a:ext uri="{FF2B5EF4-FFF2-40B4-BE49-F238E27FC236}">
                <a16:creationId xmlns="" xmlns:a16="http://schemas.microsoft.com/office/drawing/2014/main" id="{ACC7B43A-6A3B-432E-A345-83691F660511}"/>
              </a:ext>
            </a:extLst>
          </p:cNvPr>
          <p:cNvSpPr>
            <a:spLocks noChangeArrowheads="1"/>
          </p:cNvSpPr>
          <p:nvPr userDrawn="1"/>
        </p:nvSpPr>
        <p:spPr bwMode="auto">
          <a:xfrm>
            <a:off x="0" y="981231"/>
            <a:ext cx="12198350" cy="5922827"/>
          </a:xfrm>
          <a:prstGeom prst="rect">
            <a:avLst/>
          </a:prstGeom>
          <a:solidFill>
            <a:srgbClr val="F6F6FA"/>
          </a:solidFill>
          <a:ln>
            <a:solidFill>
              <a:srgbClr val="F6F6FA"/>
            </a:solidFill>
          </a:ln>
          <a:effectLst>
            <a:outerShdw blurRad="50800" dist="38100" dir="18900000" algn="bl" rotWithShape="0">
              <a:prstClr val="black">
                <a:alpha val="23000"/>
              </a:prstClr>
            </a:outerShdw>
          </a:effectLst>
        </p:spPr>
        <p:txBody>
          <a:bodyPr vert="horz" wrap="square" lIns="91392" tIns="45696" rIns="91392" bIns="45696" numCol="1" anchor="t" anchorCtr="0" compatLnSpc="1">
            <a:prstTxWarp prst="textNoShape">
              <a:avLst/>
            </a:prstTxWarp>
          </a:bodyPr>
          <a:lstStyle/>
          <a:p>
            <a:endParaRPr lang="en-IN" sz="1799" dirty="0"/>
          </a:p>
        </p:txBody>
      </p:sp>
      <p:cxnSp>
        <p:nvCxnSpPr>
          <p:cNvPr id="187" name="Straight Arrow Connector 186">
            <a:extLst>
              <a:ext uri="{FF2B5EF4-FFF2-40B4-BE49-F238E27FC236}">
                <a16:creationId xmlns="" xmlns:a16="http://schemas.microsoft.com/office/drawing/2014/main" id="{586899F7-0AE8-43E9-9B49-8CBCCB865AB1}"/>
              </a:ext>
            </a:extLst>
          </p:cNvPr>
          <p:cNvCxnSpPr>
            <a:cxnSpLocks/>
          </p:cNvCxnSpPr>
          <p:nvPr userDrawn="1"/>
        </p:nvCxnSpPr>
        <p:spPr>
          <a:xfrm>
            <a:off x="0" y="6495677"/>
            <a:ext cx="5814060" cy="6088"/>
          </a:xfrm>
          <a:prstGeom prst="straightConnector1">
            <a:avLst/>
          </a:prstGeom>
          <a:ln w="12700">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 xmlns:a16="http://schemas.microsoft.com/office/drawing/2014/main" id="{ADDCC06A-BD0C-4C9D-824F-FE95A829EBC7}"/>
              </a:ext>
            </a:extLst>
          </p:cNvPr>
          <p:cNvCxnSpPr>
            <a:cxnSpLocks/>
          </p:cNvCxnSpPr>
          <p:nvPr userDrawn="1"/>
        </p:nvCxnSpPr>
        <p:spPr>
          <a:xfrm flipH="1">
            <a:off x="6376210" y="6495677"/>
            <a:ext cx="5822142" cy="0"/>
          </a:xfrm>
          <a:prstGeom prst="straightConnector1">
            <a:avLst/>
          </a:prstGeom>
          <a:ln w="12700">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 xmlns:a16="http://schemas.microsoft.com/office/drawing/2014/main" id="{BB728D59-B52B-411F-91D4-638D507728AE}"/>
              </a:ext>
            </a:extLst>
          </p:cNvPr>
          <p:cNvGrpSpPr/>
          <p:nvPr userDrawn="1"/>
        </p:nvGrpSpPr>
        <p:grpSpPr>
          <a:xfrm>
            <a:off x="5922850" y="6340001"/>
            <a:ext cx="328482" cy="328482"/>
            <a:chOff x="3736975" y="1066800"/>
            <a:chExt cx="4724400" cy="4724400"/>
          </a:xfrm>
        </p:grpSpPr>
        <p:sp>
          <p:nvSpPr>
            <p:cNvPr id="190" name="Freeform: Shape 189">
              <a:extLst>
                <a:ext uri="{FF2B5EF4-FFF2-40B4-BE49-F238E27FC236}">
                  <a16:creationId xmlns="" xmlns:a16="http://schemas.microsoft.com/office/drawing/2014/main" id="{97995659-B3A7-4D2E-9B96-8D5791F6910A}"/>
                </a:ext>
              </a:extLst>
            </p:cNvPr>
            <p:cNvSpPr/>
            <p:nvPr/>
          </p:nvSpPr>
          <p:spPr>
            <a:xfrm>
              <a:off x="3965575" y="1295400"/>
              <a:ext cx="4267200" cy="4267200"/>
            </a:xfrm>
            <a:custGeom>
              <a:avLst/>
              <a:gdLst>
                <a:gd name="connsiteX0" fmla="*/ 4267200 w 4267200"/>
                <a:gd name="connsiteY0" fmla="*/ 2133600 h 4267200"/>
                <a:gd name="connsiteX1" fmla="*/ 2133600 w 4267200"/>
                <a:gd name="connsiteY1" fmla="*/ 4267200 h 4267200"/>
                <a:gd name="connsiteX2" fmla="*/ 0 w 4267200"/>
                <a:gd name="connsiteY2" fmla="*/ 2133600 h 4267200"/>
                <a:gd name="connsiteX3" fmla="*/ 2133600 w 4267200"/>
                <a:gd name="connsiteY3" fmla="*/ 0 h 4267200"/>
                <a:gd name="connsiteX4" fmla="*/ 4267200 w 4267200"/>
                <a:gd name="connsiteY4" fmla="*/ 2133600 h 4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4267200">
                  <a:moveTo>
                    <a:pt x="4267200" y="2133600"/>
                  </a:moveTo>
                  <a:cubicBezTo>
                    <a:pt x="4267200" y="3311955"/>
                    <a:pt x="3311955" y="4267200"/>
                    <a:pt x="2133600" y="4267200"/>
                  </a:cubicBezTo>
                  <a:cubicBezTo>
                    <a:pt x="955245" y="4267200"/>
                    <a:pt x="0" y="3311955"/>
                    <a:pt x="0" y="2133600"/>
                  </a:cubicBezTo>
                  <a:cubicBezTo>
                    <a:pt x="0" y="955245"/>
                    <a:pt x="955245" y="0"/>
                    <a:pt x="2133600" y="0"/>
                  </a:cubicBezTo>
                  <a:cubicBezTo>
                    <a:pt x="3311955" y="0"/>
                    <a:pt x="4267200" y="955245"/>
                    <a:pt x="4267200" y="2133600"/>
                  </a:cubicBezTo>
                  <a:close/>
                </a:path>
              </a:pathLst>
            </a:custGeom>
            <a:solidFill>
              <a:srgbClr val="FFE600"/>
            </a:solidFill>
            <a:ln w="9525" cap="flat">
              <a:noFill/>
              <a:prstDash val="solid"/>
              <a:miter/>
            </a:ln>
          </p:spPr>
          <p:txBody>
            <a:bodyPr rtlCol="0" anchor="ctr"/>
            <a:lstStyle/>
            <a:p>
              <a:endParaRPr lang="en-IN" sz="1799" dirty="0"/>
            </a:p>
          </p:txBody>
        </p:sp>
        <p:grpSp>
          <p:nvGrpSpPr>
            <p:cNvPr id="191" name="Graphic 4">
              <a:extLst>
                <a:ext uri="{FF2B5EF4-FFF2-40B4-BE49-F238E27FC236}">
                  <a16:creationId xmlns="" xmlns:a16="http://schemas.microsoft.com/office/drawing/2014/main" id="{2497F525-50AD-4D5C-A18D-6301766CFF95}"/>
                </a:ext>
              </a:extLst>
            </p:cNvPr>
            <p:cNvGrpSpPr/>
            <p:nvPr/>
          </p:nvGrpSpPr>
          <p:grpSpPr>
            <a:xfrm>
              <a:off x="3736975" y="1066800"/>
              <a:ext cx="4724400" cy="4724400"/>
              <a:chOff x="3736975" y="1066800"/>
              <a:chExt cx="4724400" cy="4724400"/>
            </a:xfrm>
            <a:solidFill>
              <a:srgbClr val="000000"/>
            </a:solidFill>
          </p:grpSpPr>
          <p:sp>
            <p:nvSpPr>
              <p:cNvPr id="192" name="Freeform: Shape 191">
                <a:extLst>
                  <a:ext uri="{FF2B5EF4-FFF2-40B4-BE49-F238E27FC236}">
                    <a16:creationId xmlns="" xmlns:a16="http://schemas.microsoft.com/office/drawing/2014/main" id="{C9867017-00AF-4AC9-A514-7A37BF996B27}"/>
                  </a:ext>
                </a:extLst>
              </p:cNvPr>
              <p:cNvSpPr/>
              <p:nvPr/>
            </p:nvSpPr>
            <p:spPr>
              <a:xfrm>
                <a:off x="3736975" y="1066800"/>
                <a:ext cx="4724400" cy="4724400"/>
              </a:xfrm>
              <a:custGeom>
                <a:avLst/>
                <a:gdLst>
                  <a:gd name="connsiteX0" fmla="*/ 4648200 w 4724400"/>
                  <a:gd name="connsiteY0" fmla="*/ 2286000 h 4724400"/>
                  <a:gd name="connsiteX1" fmla="*/ 4570572 w 4724400"/>
                  <a:gd name="connsiteY1" fmla="*/ 2286000 h 4724400"/>
                  <a:gd name="connsiteX2" fmla="*/ 2438400 w 4724400"/>
                  <a:gd name="connsiteY2" fmla="*/ 153829 h 4724400"/>
                  <a:gd name="connsiteX3" fmla="*/ 2438400 w 4724400"/>
                  <a:gd name="connsiteY3" fmla="*/ 76200 h 4724400"/>
                  <a:gd name="connsiteX4" fmla="*/ 2362200 w 4724400"/>
                  <a:gd name="connsiteY4" fmla="*/ 0 h 4724400"/>
                  <a:gd name="connsiteX5" fmla="*/ 2286000 w 4724400"/>
                  <a:gd name="connsiteY5" fmla="*/ 76200 h 4724400"/>
                  <a:gd name="connsiteX6" fmla="*/ 2286000 w 4724400"/>
                  <a:gd name="connsiteY6" fmla="*/ 153829 h 4724400"/>
                  <a:gd name="connsiteX7" fmla="*/ 153829 w 4724400"/>
                  <a:gd name="connsiteY7" fmla="*/ 2286000 h 4724400"/>
                  <a:gd name="connsiteX8" fmla="*/ 76200 w 4724400"/>
                  <a:gd name="connsiteY8" fmla="*/ 2286000 h 4724400"/>
                  <a:gd name="connsiteX9" fmla="*/ 0 w 4724400"/>
                  <a:gd name="connsiteY9" fmla="*/ 2362200 h 4724400"/>
                  <a:gd name="connsiteX10" fmla="*/ 76200 w 4724400"/>
                  <a:gd name="connsiteY10" fmla="*/ 2438400 h 4724400"/>
                  <a:gd name="connsiteX11" fmla="*/ 153829 w 4724400"/>
                  <a:gd name="connsiteY11" fmla="*/ 2438400 h 4724400"/>
                  <a:gd name="connsiteX12" fmla="*/ 2286000 w 4724400"/>
                  <a:gd name="connsiteY12" fmla="*/ 4570572 h 4724400"/>
                  <a:gd name="connsiteX13" fmla="*/ 2286000 w 4724400"/>
                  <a:gd name="connsiteY13" fmla="*/ 4648200 h 4724400"/>
                  <a:gd name="connsiteX14" fmla="*/ 2362200 w 4724400"/>
                  <a:gd name="connsiteY14" fmla="*/ 4724400 h 4724400"/>
                  <a:gd name="connsiteX15" fmla="*/ 2438400 w 4724400"/>
                  <a:gd name="connsiteY15" fmla="*/ 4648200 h 4724400"/>
                  <a:gd name="connsiteX16" fmla="*/ 2438400 w 4724400"/>
                  <a:gd name="connsiteY16" fmla="*/ 4570572 h 4724400"/>
                  <a:gd name="connsiteX17" fmla="*/ 4570572 w 4724400"/>
                  <a:gd name="connsiteY17" fmla="*/ 2438400 h 4724400"/>
                  <a:gd name="connsiteX18" fmla="*/ 4648200 w 4724400"/>
                  <a:gd name="connsiteY18" fmla="*/ 2438400 h 4724400"/>
                  <a:gd name="connsiteX19" fmla="*/ 4724400 w 4724400"/>
                  <a:gd name="connsiteY19" fmla="*/ 2362200 h 4724400"/>
                  <a:gd name="connsiteX20" fmla="*/ 4648200 w 4724400"/>
                  <a:gd name="connsiteY20" fmla="*/ 2286000 h 4724400"/>
                  <a:gd name="connsiteX21" fmla="*/ 4343400 w 4724400"/>
                  <a:gd name="connsiteY21" fmla="*/ 2438400 h 4724400"/>
                  <a:gd name="connsiteX22" fmla="*/ 4418076 w 4724400"/>
                  <a:gd name="connsiteY22" fmla="*/ 2438400 h 4724400"/>
                  <a:gd name="connsiteX23" fmla="*/ 2438400 w 4724400"/>
                  <a:gd name="connsiteY23" fmla="*/ 4418076 h 4724400"/>
                  <a:gd name="connsiteX24" fmla="*/ 2438400 w 4724400"/>
                  <a:gd name="connsiteY24" fmla="*/ 4343400 h 4724400"/>
                  <a:gd name="connsiteX25" fmla="*/ 2362200 w 4724400"/>
                  <a:gd name="connsiteY25" fmla="*/ 4267200 h 4724400"/>
                  <a:gd name="connsiteX26" fmla="*/ 2286000 w 4724400"/>
                  <a:gd name="connsiteY26" fmla="*/ 4343400 h 4724400"/>
                  <a:gd name="connsiteX27" fmla="*/ 2286000 w 4724400"/>
                  <a:gd name="connsiteY27" fmla="*/ 4418076 h 4724400"/>
                  <a:gd name="connsiteX28" fmla="*/ 306324 w 4724400"/>
                  <a:gd name="connsiteY28" fmla="*/ 2438400 h 4724400"/>
                  <a:gd name="connsiteX29" fmla="*/ 381000 w 4724400"/>
                  <a:gd name="connsiteY29" fmla="*/ 2438400 h 4724400"/>
                  <a:gd name="connsiteX30" fmla="*/ 457200 w 4724400"/>
                  <a:gd name="connsiteY30" fmla="*/ 2362200 h 4724400"/>
                  <a:gd name="connsiteX31" fmla="*/ 381000 w 4724400"/>
                  <a:gd name="connsiteY31" fmla="*/ 2286000 h 4724400"/>
                  <a:gd name="connsiteX32" fmla="*/ 306324 w 4724400"/>
                  <a:gd name="connsiteY32" fmla="*/ 2286000 h 4724400"/>
                  <a:gd name="connsiteX33" fmla="*/ 2286000 w 4724400"/>
                  <a:gd name="connsiteY33" fmla="*/ 306324 h 4724400"/>
                  <a:gd name="connsiteX34" fmla="*/ 2286000 w 4724400"/>
                  <a:gd name="connsiteY34" fmla="*/ 381000 h 4724400"/>
                  <a:gd name="connsiteX35" fmla="*/ 2362200 w 4724400"/>
                  <a:gd name="connsiteY35" fmla="*/ 457200 h 4724400"/>
                  <a:gd name="connsiteX36" fmla="*/ 2438400 w 4724400"/>
                  <a:gd name="connsiteY36" fmla="*/ 381000 h 4724400"/>
                  <a:gd name="connsiteX37" fmla="*/ 2438400 w 4724400"/>
                  <a:gd name="connsiteY37" fmla="*/ 306324 h 4724400"/>
                  <a:gd name="connsiteX38" fmla="*/ 4418076 w 4724400"/>
                  <a:gd name="connsiteY38" fmla="*/ 2286000 h 4724400"/>
                  <a:gd name="connsiteX39" fmla="*/ 4343400 w 4724400"/>
                  <a:gd name="connsiteY39" fmla="*/ 2286000 h 4724400"/>
                  <a:gd name="connsiteX40" fmla="*/ 4267200 w 4724400"/>
                  <a:gd name="connsiteY40" fmla="*/ 2362200 h 4724400"/>
                  <a:gd name="connsiteX41" fmla="*/ 4343400 w 4724400"/>
                  <a:gd name="connsiteY41" fmla="*/ 2438400 h 472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24400" h="4724400">
                    <a:moveTo>
                      <a:pt x="4648200" y="2286000"/>
                    </a:moveTo>
                    <a:lnTo>
                      <a:pt x="4570572" y="2286000"/>
                    </a:lnTo>
                    <a:cubicBezTo>
                      <a:pt x="4530696" y="1125352"/>
                      <a:pt x="3599048" y="193704"/>
                      <a:pt x="2438400" y="153829"/>
                    </a:cubicBezTo>
                    <a:lnTo>
                      <a:pt x="2438400" y="76200"/>
                    </a:lnTo>
                    <a:cubicBezTo>
                      <a:pt x="2438400" y="34116"/>
                      <a:pt x="2404284" y="0"/>
                      <a:pt x="2362200" y="0"/>
                    </a:cubicBezTo>
                    <a:cubicBezTo>
                      <a:pt x="2320116" y="0"/>
                      <a:pt x="2286000" y="34116"/>
                      <a:pt x="2286000" y="76200"/>
                    </a:cubicBezTo>
                    <a:lnTo>
                      <a:pt x="2286000" y="153829"/>
                    </a:lnTo>
                    <a:cubicBezTo>
                      <a:pt x="1125352" y="193704"/>
                      <a:pt x="193704" y="1125352"/>
                      <a:pt x="153829" y="2286000"/>
                    </a:cubicBezTo>
                    <a:lnTo>
                      <a:pt x="76200" y="2286000"/>
                    </a:lnTo>
                    <a:cubicBezTo>
                      <a:pt x="34116" y="2286000"/>
                      <a:pt x="0" y="2320116"/>
                      <a:pt x="0" y="2362200"/>
                    </a:cubicBezTo>
                    <a:cubicBezTo>
                      <a:pt x="0" y="2404284"/>
                      <a:pt x="34116" y="2438400"/>
                      <a:pt x="76200" y="2438400"/>
                    </a:cubicBezTo>
                    <a:lnTo>
                      <a:pt x="153829" y="2438400"/>
                    </a:lnTo>
                    <a:cubicBezTo>
                      <a:pt x="193704" y="3599048"/>
                      <a:pt x="1125352" y="4530696"/>
                      <a:pt x="2286000" y="4570572"/>
                    </a:cubicBezTo>
                    <a:lnTo>
                      <a:pt x="2286000" y="4648200"/>
                    </a:lnTo>
                    <a:cubicBezTo>
                      <a:pt x="2286000" y="4690284"/>
                      <a:pt x="2320116" y="4724400"/>
                      <a:pt x="2362200" y="4724400"/>
                    </a:cubicBezTo>
                    <a:cubicBezTo>
                      <a:pt x="2404284" y="4724400"/>
                      <a:pt x="2438400" y="4690284"/>
                      <a:pt x="2438400" y="4648200"/>
                    </a:cubicBezTo>
                    <a:lnTo>
                      <a:pt x="2438400" y="4570572"/>
                    </a:lnTo>
                    <a:cubicBezTo>
                      <a:pt x="3599048" y="4530696"/>
                      <a:pt x="4530696" y="3599048"/>
                      <a:pt x="4570572" y="2438400"/>
                    </a:cubicBezTo>
                    <a:lnTo>
                      <a:pt x="4648200" y="2438400"/>
                    </a:lnTo>
                    <a:cubicBezTo>
                      <a:pt x="4690284" y="2438400"/>
                      <a:pt x="4724400" y="2404284"/>
                      <a:pt x="4724400" y="2362200"/>
                    </a:cubicBezTo>
                    <a:cubicBezTo>
                      <a:pt x="4724400" y="2320116"/>
                      <a:pt x="4690284" y="2286000"/>
                      <a:pt x="4648200" y="2286000"/>
                    </a:cubicBezTo>
                    <a:close/>
                    <a:moveTo>
                      <a:pt x="4343400" y="2438400"/>
                    </a:moveTo>
                    <a:lnTo>
                      <a:pt x="4418076" y="2438400"/>
                    </a:lnTo>
                    <a:cubicBezTo>
                      <a:pt x="4378327" y="3514851"/>
                      <a:pt x="3514851" y="4378327"/>
                      <a:pt x="2438400" y="4418076"/>
                    </a:cubicBezTo>
                    <a:lnTo>
                      <a:pt x="2438400" y="4343400"/>
                    </a:lnTo>
                    <a:cubicBezTo>
                      <a:pt x="2438400" y="4301316"/>
                      <a:pt x="2404284" y="4267200"/>
                      <a:pt x="2362200" y="4267200"/>
                    </a:cubicBezTo>
                    <a:cubicBezTo>
                      <a:pt x="2320116" y="4267200"/>
                      <a:pt x="2286000" y="4301316"/>
                      <a:pt x="2286000" y="4343400"/>
                    </a:cubicBezTo>
                    <a:lnTo>
                      <a:pt x="2286000" y="4418076"/>
                    </a:lnTo>
                    <a:cubicBezTo>
                      <a:pt x="1209549" y="4378327"/>
                      <a:pt x="346073" y="3514851"/>
                      <a:pt x="306324" y="2438400"/>
                    </a:cubicBezTo>
                    <a:lnTo>
                      <a:pt x="381000" y="2438400"/>
                    </a:lnTo>
                    <a:cubicBezTo>
                      <a:pt x="423084" y="2438400"/>
                      <a:pt x="457200" y="2404284"/>
                      <a:pt x="457200" y="2362200"/>
                    </a:cubicBezTo>
                    <a:cubicBezTo>
                      <a:pt x="457200" y="2320116"/>
                      <a:pt x="423084" y="2286000"/>
                      <a:pt x="381000" y="2286000"/>
                    </a:cubicBezTo>
                    <a:lnTo>
                      <a:pt x="306324" y="2286000"/>
                    </a:lnTo>
                    <a:cubicBezTo>
                      <a:pt x="346073" y="1209549"/>
                      <a:pt x="1209549" y="346073"/>
                      <a:pt x="2286000" y="306324"/>
                    </a:cubicBezTo>
                    <a:lnTo>
                      <a:pt x="2286000" y="381000"/>
                    </a:lnTo>
                    <a:cubicBezTo>
                      <a:pt x="2286000" y="423084"/>
                      <a:pt x="2320116" y="457200"/>
                      <a:pt x="2362200" y="457200"/>
                    </a:cubicBezTo>
                    <a:cubicBezTo>
                      <a:pt x="2404284" y="457200"/>
                      <a:pt x="2438400" y="423084"/>
                      <a:pt x="2438400" y="381000"/>
                    </a:cubicBezTo>
                    <a:lnTo>
                      <a:pt x="2438400" y="306324"/>
                    </a:lnTo>
                    <a:cubicBezTo>
                      <a:pt x="3514851" y="346073"/>
                      <a:pt x="4378327" y="1209549"/>
                      <a:pt x="4418076" y="2286000"/>
                    </a:cubicBezTo>
                    <a:lnTo>
                      <a:pt x="4343400" y="2286000"/>
                    </a:lnTo>
                    <a:cubicBezTo>
                      <a:pt x="4301316" y="2286000"/>
                      <a:pt x="4267200" y="2320116"/>
                      <a:pt x="4267200" y="2362200"/>
                    </a:cubicBezTo>
                    <a:cubicBezTo>
                      <a:pt x="4267200" y="2404284"/>
                      <a:pt x="4301316" y="2438400"/>
                      <a:pt x="4343400" y="2438400"/>
                    </a:cubicBezTo>
                    <a:close/>
                  </a:path>
                </a:pathLst>
              </a:custGeom>
              <a:solidFill>
                <a:srgbClr val="000000"/>
              </a:solidFill>
              <a:ln w="9525" cap="flat">
                <a:noFill/>
                <a:prstDash val="solid"/>
                <a:miter/>
              </a:ln>
            </p:spPr>
            <p:txBody>
              <a:bodyPr rtlCol="0" anchor="ctr"/>
              <a:lstStyle/>
              <a:p>
                <a:endParaRPr lang="en-IN" sz="1799" dirty="0"/>
              </a:p>
            </p:txBody>
          </p:sp>
          <p:sp>
            <p:nvSpPr>
              <p:cNvPr id="193" name="Freeform: Shape 192">
                <a:extLst>
                  <a:ext uri="{FF2B5EF4-FFF2-40B4-BE49-F238E27FC236}">
                    <a16:creationId xmlns="" xmlns:a16="http://schemas.microsoft.com/office/drawing/2014/main" id="{DC73751C-F4A7-470B-9B85-B8E83FE1FCD9}"/>
                  </a:ext>
                </a:extLst>
              </p:cNvPr>
              <p:cNvSpPr/>
              <p:nvPr/>
            </p:nvSpPr>
            <p:spPr>
              <a:xfrm>
                <a:off x="4270375" y="3352800"/>
                <a:ext cx="228600" cy="152400"/>
              </a:xfrm>
              <a:custGeom>
                <a:avLst/>
                <a:gdLst>
                  <a:gd name="connsiteX0" fmla="*/ 152400 w 228600"/>
                  <a:gd name="connsiteY0" fmla="*/ 0 h 152400"/>
                  <a:gd name="connsiteX1" fmla="*/ 76200 w 228600"/>
                  <a:gd name="connsiteY1" fmla="*/ 0 h 152400"/>
                  <a:gd name="connsiteX2" fmla="*/ 0 w 228600"/>
                  <a:gd name="connsiteY2" fmla="*/ 76200 h 152400"/>
                  <a:gd name="connsiteX3" fmla="*/ 76200 w 228600"/>
                  <a:gd name="connsiteY3" fmla="*/ 152400 h 152400"/>
                  <a:gd name="connsiteX4" fmla="*/ 152400 w 228600"/>
                  <a:gd name="connsiteY4" fmla="*/ 152400 h 152400"/>
                  <a:gd name="connsiteX5" fmla="*/ 228600 w 228600"/>
                  <a:gd name="connsiteY5" fmla="*/ 76200 h 152400"/>
                  <a:gd name="connsiteX6" fmla="*/ 152400 w 228600"/>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600" h="152400">
                    <a:moveTo>
                      <a:pt x="152400" y="0"/>
                    </a:moveTo>
                    <a:lnTo>
                      <a:pt x="76200" y="0"/>
                    </a:lnTo>
                    <a:cubicBezTo>
                      <a:pt x="34116" y="0"/>
                      <a:pt x="0" y="34116"/>
                      <a:pt x="0" y="76200"/>
                    </a:cubicBezTo>
                    <a:cubicBezTo>
                      <a:pt x="0" y="118284"/>
                      <a:pt x="34116" y="152400"/>
                      <a:pt x="76200" y="152400"/>
                    </a:cubicBezTo>
                    <a:lnTo>
                      <a:pt x="152400" y="152400"/>
                    </a:lnTo>
                    <a:cubicBezTo>
                      <a:pt x="194484" y="152400"/>
                      <a:pt x="228600" y="118284"/>
                      <a:pt x="228600" y="76200"/>
                    </a:cubicBezTo>
                    <a:cubicBezTo>
                      <a:pt x="228600" y="34116"/>
                      <a:pt x="194484" y="0"/>
                      <a:pt x="152400" y="0"/>
                    </a:cubicBezTo>
                    <a:close/>
                  </a:path>
                </a:pathLst>
              </a:custGeom>
              <a:solidFill>
                <a:srgbClr val="000000"/>
              </a:solidFill>
              <a:ln w="9525" cap="flat">
                <a:noFill/>
                <a:prstDash val="solid"/>
                <a:miter/>
              </a:ln>
            </p:spPr>
            <p:txBody>
              <a:bodyPr rtlCol="0" anchor="ctr"/>
              <a:lstStyle/>
              <a:p>
                <a:endParaRPr lang="en-IN" sz="1799" dirty="0"/>
              </a:p>
            </p:txBody>
          </p:sp>
        </p:grpSp>
      </p:grpSp>
      <p:grpSp>
        <p:nvGrpSpPr>
          <p:cNvPr id="194" name="Group 193">
            <a:extLst>
              <a:ext uri="{FF2B5EF4-FFF2-40B4-BE49-F238E27FC236}">
                <a16:creationId xmlns="" xmlns:a16="http://schemas.microsoft.com/office/drawing/2014/main" id="{366EC3AB-A277-4FD4-822E-A554F246FE28}"/>
              </a:ext>
            </a:extLst>
          </p:cNvPr>
          <p:cNvGrpSpPr/>
          <p:nvPr userDrawn="1"/>
        </p:nvGrpSpPr>
        <p:grpSpPr>
          <a:xfrm>
            <a:off x="5909946" y="6315012"/>
            <a:ext cx="378460" cy="378460"/>
            <a:chOff x="-7347194" y="7596554"/>
            <a:chExt cx="4572000" cy="4572000"/>
          </a:xfrm>
          <a:solidFill>
            <a:srgbClr val="2E2E38"/>
          </a:solidFill>
        </p:grpSpPr>
        <p:sp>
          <p:nvSpPr>
            <p:cNvPr id="195" name="Freeform: Shape 194">
              <a:extLst>
                <a:ext uri="{FF2B5EF4-FFF2-40B4-BE49-F238E27FC236}">
                  <a16:creationId xmlns="" xmlns:a16="http://schemas.microsoft.com/office/drawing/2014/main" id="{4E582EF7-AAA2-480A-8771-773FCB50D254}"/>
                </a:ext>
              </a:extLst>
            </p:cNvPr>
            <p:cNvSpPr/>
            <p:nvPr/>
          </p:nvSpPr>
          <p:spPr>
            <a:xfrm>
              <a:off x="-7347194" y="7596554"/>
              <a:ext cx="914400" cy="914400"/>
            </a:xfrm>
            <a:custGeom>
              <a:avLst/>
              <a:gdLst>
                <a:gd name="connsiteX0" fmla="*/ 152400 w 914400"/>
                <a:gd name="connsiteY0" fmla="*/ 152400 h 914400"/>
                <a:gd name="connsiteX1" fmla="*/ 914400 w 914400"/>
                <a:gd name="connsiteY1" fmla="*/ 152400 h 914400"/>
                <a:gd name="connsiteX2" fmla="*/ 914400 w 914400"/>
                <a:gd name="connsiteY2" fmla="*/ 0 h 914400"/>
                <a:gd name="connsiteX3" fmla="*/ 76200 w 914400"/>
                <a:gd name="connsiteY3" fmla="*/ 0 h 914400"/>
                <a:gd name="connsiteX4" fmla="*/ 0 w 914400"/>
                <a:gd name="connsiteY4" fmla="*/ 76200 h 914400"/>
                <a:gd name="connsiteX5" fmla="*/ 0 w 914400"/>
                <a:gd name="connsiteY5" fmla="*/ 914400 h 914400"/>
                <a:gd name="connsiteX6" fmla="*/ 152400 w 914400"/>
                <a:gd name="connsiteY6" fmla="*/ 914400 h 914400"/>
                <a:gd name="connsiteX7" fmla="*/ 152400 w 914400"/>
                <a:gd name="connsiteY7" fmla="*/ 152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 h="914400">
                  <a:moveTo>
                    <a:pt x="152400" y="152400"/>
                  </a:moveTo>
                  <a:lnTo>
                    <a:pt x="914400" y="152400"/>
                  </a:lnTo>
                  <a:lnTo>
                    <a:pt x="914400" y="0"/>
                  </a:lnTo>
                  <a:lnTo>
                    <a:pt x="76200" y="0"/>
                  </a:lnTo>
                  <a:cubicBezTo>
                    <a:pt x="34061" y="0"/>
                    <a:pt x="0" y="34138"/>
                    <a:pt x="0" y="76200"/>
                  </a:cubicBezTo>
                  <a:lnTo>
                    <a:pt x="0" y="914400"/>
                  </a:lnTo>
                  <a:lnTo>
                    <a:pt x="152400" y="914400"/>
                  </a:lnTo>
                  <a:lnTo>
                    <a:pt x="152400" y="152400"/>
                  </a:lnTo>
                  <a:close/>
                </a:path>
              </a:pathLst>
            </a:custGeom>
            <a:grpFill/>
            <a:ln w="9525" cap="flat">
              <a:noFill/>
              <a:prstDash val="solid"/>
              <a:miter/>
            </a:ln>
          </p:spPr>
          <p:txBody>
            <a:bodyPr rtlCol="0" anchor="ctr"/>
            <a:lstStyle/>
            <a:p>
              <a:endParaRPr lang="en-IN" sz="1799" dirty="0"/>
            </a:p>
          </p:txBody>
        </p:sp>
        <p:sp>
          <p:nvSpPr>
            <p:cNvPr id="196" name="Freeform: Shape 195">
              <a:extLst>
                <a:ext uri="{FF2B5EF4-FFF2-40B4-BE49-F238E27FC236}">
                  <a16:creationId xmlns="" xmlns:a16="http://schemas.microsoft.com/office/drawing/2014/main" id="{09F0E7A0-BA14-4FE0-87EB-3CFCF8E7618E}"/>
                </a:ext>
              </a:extLst>
            </p:cNvPr>
            <p:cNvSpPr/>
            <p:nvPr/>
          </p:nvSpPr>
          <p:spPr>
            <a:xfrm>
              <a:off x="-3689594" y="7596554"/>
              <a:ext cx="914400" cy="914400"/>
            </a:xfrm>
            <a:custGeom>
              <a:avLst/>
              <a:gdLst>
                <a:gd name="connsiteX0" fmla="*/ 914400 w 914400"/>
                <a:gd name="connsiteY0" fmla="*/ 914400 h 914400"/>
                <a:gd name="connsiteX1" fmla="*/ 914400 w 914400"/>
                <a:gd name="connsiteY1" fmla="*/ 76200 h 914400"/>
                <a:gd name="connsiteX2" fmla="*/ 838200 w 914400"/>
                <a:gd name="connsiteY2" fmla="*/ 0 h 914400"/>
                <a:gd name="connsiteX3" fmla="*/ 0 w 914400"/>
                <a:gd name="connsiteY3" fmla="*/ 0 h 914400"/>
                <a:gd name="connsiteX4" fmla="*/ 0 w 914400"/>
                <a:gd name="connsiteY4" fmla="*/ 152400 h 914400"/>
                <a:gd name="connsiteX5" fmla="*/ 762000 w 914400"/>
                <a:gd name="connsiteY5" fmla="*/ 152400 h 914400"/>
                <a:gd name="connsiteX6" fmla="*/ 762000 w 914400"/>
                <a:gd name="connsiteY6" fmla="*/ 914400 h 914400"/>
                <a:gd name="connsiteX7" fmla="*/ 914400 w 914400"/>
                <a:gd name="connsiteY7"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 h="914400">
                  <a:moveTo>
                    <a:pt x="914400" y="914400"/>
                  </a:moveTo>
                  <a:lnTo>
                    <a:pt x="914400" y="76200"/>
                  </a:lnTo>
                  <a:cubicBezTo>
                    <a:pt x="914400" y="34138"/>
                    <a:pt x="880339" y="0"/>
                    <a:pt x="838200" y="0"/>
                  </a:cubicBezTo>
                  <a:lnTo>
                    <a:pt x="0" y="0"/>
                  </a:lnTo>
                  <a:lnTo>
                    <a:pt x="0" y="152400"/>
                  </a:lnTo>
                  <a:lnTo>
                    <a:pt x="762000" y="152400"/>
                  </a:lnTo>
                  <a:lnTo>
                    <a:pt x="762000" y="914400"/>
                  </a:lnTo>
                  <a:lnTo>
                    <a:pt x="914400" y="914400"/>
                  </a:lnTo>
                  <a:close/>
                </a:path>
              </a:pathLst>
            </a:custGeom>
            <a:grpFill/>
            <a:ln w="9525" cap="flat">
              <a:noFill/>
              <a:prstDash val="solid"/>
              <a:miter/>
            </a:ln>
          </p:spPr>
          <p:txBody>
            <a:bodyPr rtlCol="0" anchor="ctr"/>
            <a:lstStyle/>
            <a:p>
              <a:endParaRPr lang="en-IN" sz="1799" dirty="0"/>
            </a:p>
          </p:txBody>
        </p:sp>
        <p:sp>
          <p:nvSpPr>
            <p:cNvPr id="197" name="Freeform: Shape 196">
              <a:extLst>
                <a:ext uri="{FF2B5EF4-FFF2-40B4-BE49-F238E27FC236}">
                  <a16:creationId xmlns="" xmlns:a16="http://schemas.microsoft.com/office/drawing/2014/main" id="{95D22545-81CB-4BBE-8F0B-80544FCC36BD}"/>
                </a:ext>
              </a:extLst>
            </p:cNvPr>
            <p:cNvSpPr/>
            <p:nvPr/>
          </p:nvSpPr>
          <p:spPr>
            <a:xfrm>
              <a:off x="-7347194" y="11254154"/>
              <a:ext cx="914400" cy="914400"/>
            </a:xfrm>
            <a:custGeom>
              <a:avLst/>
              <a:gdLst>
                <a:gd name="connsiteX0" fmla="*/ 76200 w 914400"/>
                <a:gd name="connsiteY0" fmla="*/ 914400 h 914400"/>
                <a:gd name="connsiteX1" fmla="*/ 914400 w 914400"/>
                <a:gd name="connsiteY1" fmla="*/ 914400 h 914400"/>
                <a:gd name="connsiteX2" fmla="*/ 914400 w 914400"/>
                <a:gd name="connsiteY2" fmla="*/ 762000 h 914400"/>
                <a:gd name="connsiteX3" fmla="*/ 152400 w 914400"/>
                <a:gd name="connsiteY3" fmla="*/ 762000 h 914400"/>
                <a:gd name="connsiteX4" fmla="*/ 152400 w 914400"/>
                <a:gd name="connsiteY4" fmla="*/ 0 h 914400"/>
                <a:gd name="connsiteX5" fmla="*/ 0 w 914400"/>
                <a:gd name="connsiteY5" fmla="*/ 0 h 914400"/>
                <a:gd name="connsiteX6" fmla="*/ 0 w 914400"/>
                <a:gd name="connsiteY6" fmla="*/ 838200 h 914400"/>
                <a:gd name="connsiteX7" fmla="*/ 76200 w 914400"/>
                <a:gd name="connsiteY7"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 h="914400">
                  <a:moveTo>
                    <a:pt x="76200" y="914400"/>
                  </a:moveTo>
                  <a:lnTo>
                    <a:pt x="914400" y="914400"/>
                  </a:lnTo>
                  <a:lnTo>
                    <a:pt x="914400" y="762000"/>
                  </a:lnTo>
                  <a:lnTo>
                    <a:pt x="152400" y="762000"/>
                  </a:lnTo>
                  <a:lnTo>
                    <a:pt x="152400" y="0"/>
                  </a:lnTo>
                  <a:lnTo>
                    <a:pt x="0" y="0"/>
                  </a:lnTo>
                  <a:lnTo>
                    <a:pt x="0" y="838200"/>
                  </a:lnTo>
                  <a:cubicBezTo>
                    <a:pt x="0" y="880262"/>
                    <a:pt x="34061" y="914400"/>
                    <a:pt x="76200" y="914400"/>
                  </a:cubicBezTo>
                  <a:close/>
                </a:path>
              </a:pathLst>
            </a:custGeom>
            <a:grpFill/>
            <a:ln w="9525" cap="flat">
              <a:noFill/>
              <a:prstDash val="solid"/>
              <a:miter/>
            </a:ln>
          </p:spPr>
          <p:txBody>
            <a:bodyPr rtlCol="0" anchor="ctr"/>
            <a:lstStyle/>
            <a:p>
              <a:endParaRPr lang="en-IN" sz="1799" dirty="0"/>
            </a:p>
          </p:txBody>
        </p:sp>
        <p:sp>
          <p:nvSpPr>
            <p:cNvPr id="198" name="Freeform: Shape 197">
              <a:extLst>
                <a:ext uri="{FF2B5EF4-FFF2-40B4-BE49-F238E27FC236}">
                  <a16:creationId xmlns="" xmlns:a16="http://schemas.microsoft.com/office/drawing/2014/main" id="{2E84AB59-C8F5-4842-BCF4-E26F7247926C}"/>
                </a:ext>
              </a:extLst>
            </p:cNvPr>
            <p:cNvSpPr/>
            <p:nvPr/>
          </p:nvSpPr>
          <p:spPr>
            <a:xfrm>
              <a:off x="-3689594" y="11254154"/>
              <a:ext cx="914400" cy="914400"/>
            </a:xfrm>
            <a:custGeom>
              <a:avLst/>
              <a:gdLst>
                <a:gd name="connsiteX0" fmla="*/ 0 w 914400"/>
                <a:gd name="connsiteY0" fmla="*/ 762000 h 914400"/>
                <a:gd name="connsiteX1" fmla="*/ 0 w 914400"/>
                <a:gd name="connsiteY1" fmla="*/ 914400 h 914400"/>
                <a:gd name="connsiteX2" fmla="*/ 838200 w 914400"/>
                <a:gd name="connsiteY2" fmla="*/ 914400 h 914400"/>
                <a:gd name="connsiteX3" fmla="*/ 914400 w 914400"/>
                <a:gd name="connsiteY3" fmla="*/ 838200 h 914400"/>
                <a:gd name="connsiteX4" fmla="*/ 914400 w 914400"/>
                <a:gd name="connsiteY4" fmla="*/ 0 h 914400"/>
                <a:gd name="connsiteX5" fmla="*/ 762000 w 914400"/>
                <a:gd name="connsiteY5" fmla="*/ 0 h 914400"/>
                <a:gd name="connsiteX6" fmla="*/ 762000 w 914400"/>
                <a:gd name="connsiteY6" fmla="*/ 762000 h 914400"/>
                <a:gd name="connsiteX7" fmla="*/ 0 w 914400"/>
                <a:gd name="connsiteY7" fmla="*/ 7620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 h="914400">
                  <a:moveTo>
                    <a:pt x="0" y="762000"/>
                  </a:moveTo>
                  <a:lnTo>
                    <a:pt x="0" y="914400"/>
                  </a:lnTo>
                  <a:lnTo>
                    <a:pt x="838200" y="914400"/>
                  </a:lnTo>
                  <a:cubicBezTo>
                    <a:pt x="880339" y="914400"/>
                    <a:pt x="914400" y="880262"/>
                    <a:pt x="914400" y="838200"/>
                  </a:cubicBezTo>
                  <a:lnTo>
                    <a:pt x="914400" y="0"/>
                  </a:lnTo>
                  <a:lnTo>
                    <a:pt x="762000" y="0"/>
                  </a:lnTo>
                  <a:lnTo>
                    <a:pt x="762000" y="762000"/>
                  </a:lnTo>
                  <a:lnTo>
                    <a:pt x="0" y="762000"/>
                  </a:lnTo>
                  <a:close/>
                </a:path>
              </a:pathLst>
            </a:custGeom>
            <a:grpFill/>
            <a:ln w="9525" cap="flat">
              <a:noFill/>
              <a:prstDash val="solid"/>
              <a:miter/>
            </a:ln>
          </p:spPr>
          <p:txBody>
            <a:bodyPr rtlCol="0" anchor="ctr"/>
            <a:lstStyle/>
            <a:p>
              <a:endParaRPr lang="en-IN" sz="1799" dirty="0"/>
            </a:p>
          </p:txBody>
        </p:sp>
      </p:grpSp>
      <p:sp>
        <p:nvSpPr>
          <p:cNvPr id="199" name="TextBox 198">
            <a:extLst>
              <a:ext uri="{FF2B5EF4-FFF2-40B4-BE49-F238E27FC236}">
                <a16:creationId xmlns="" xmlns:a16="http://schemas.microsoft.com/office/drawing/2014/main" id="{97CB64A2-4456-4FC2-957A-C6EFF3194C18}"/>
              </a:ext>
            </a:extLst>
          </p:cNvPr>
          <p:cNvSpPr txBox="1"/>
          <p:nvPr userDrawn="1"/>
        </p:nvSpPr>
        <p:spPr>
          <a:xfrm flipH="1">
            <a:off x="5888990" y="6412064"/>
            <a:ext cx="396818" cy="154658"/>
          </a:xfrm>
          <a:prstGeom prst="rect">
            <a:avLst/>
          </a:prstGeom>
          <a:noFill/>
        </p:spPr>
        <p:txBody>
          <a:bodyPr wrap="square" lIns="0" tIns="36557" rIns="0" bIns="0" rtlCol="0">
            <a:spAutoFit/>
          </a:bodyPr>
          <a:lstStyle/>
          <a:p>
            <a:pPr algn="ctr">
              <a:lnSpc>
                <a:spcPct val="85000"/>
              </a:lnSpc>
              <a:spcAft>
                <a:spcPts val="600"/>
              </a:spcAft>
              <a:buClr>
                <a:srgbClr val="ED7D31"/>
              </a:buClr>
              <a:buSzPct val="70000"/>
              <a:buFont typeface="Arial" pitchFamily="34" charset="0"/>
              <a:buNone/>
            </a:pPr>
            <a:fld id="{31C4FAE2-10DA-48CB-9086-6B4C4EE78FDA}" type="slidenum">
              <a:rPr lang="en-US" sz="900" smtClean="0">
                <a:solidFill>
                  <a:srgbClr val="2E2E38"/>
                </a:solidFill>
                <a:latin typeface="EYInterstate" panose="02000503020000020004" pitchFamily="2" charset="0"/>
              </a:rPr>
              <a:pPr algn="ctr">
                <a:lnSpc>
                  <a:spcPct val="85000"/>
                </a:lnSpc>
                <a:spcAft>
                  <a:spcPts val="600"/>
                </a:spcAft>
                <a:buClr>
                  <a:srgbClr val="ED7D31"/>
                </a:buClr>
                <a:buSzPct val="70000"/>
                <a:buFont typeface="Arial" pitchFamily="34" charset="0"/>
                <a:buNone/>
              </a:pPr>
              <a:t>‹#›</a:t>
            </a:fld>
            <a:endParaRPr lang="en-US" sz="900" dirty="0">
              <a:solidFill>
                <a:srgbClr val="2E2E38"/>
              </a:solidFill>
              <a:latin typeface="EYInterstate" panose="02000503020000020004" pitchFamily="2" charset="0"/>
            </a:endParaRPr>
          </a:p>
        </p:txBody>
      </p:sp>
      <p:sp>
        <p:nvSpPr>
          <p:cNvPr id="200" name="Rectangle 199">
            <a:extLst>
              <a:ext uri="{FF2B5EF4-FFF2-40B4-BE49-F238E27FC236}">
                <a16:creationId xmlns="" xmlns:a16="http://schemas.microsoft.com/office/drawing/2014/main" id="{BBD528AD-B18A-469E-8647-B9988FB381D6}"/>
              </a:ext>
            </a:extLst>
          </p:cNvPr>
          <p:cNvSpPr/>
          <p:nvPr userDrawn="1"/>
        </p:nvSpPr>
        <p:spPr>
          <a:xfrm>
            <a:off x="11212313" y="6449380"/>
            <a:ext cx="415394" cy="92075"/>
          </a:xfrm>
          <a:prstGeom prst="rect">
            <a:avLst/>
          </a:prstGeom>
          <a:solidFill>
            <a:srgbClr val="F6F6FA"/>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dirty="0">
              <a:solidFill>
                <a:schemeClr val="tx1"/>
              </a:solidFill>
            </a:endParaRPr>
          </a:p>
        </p:txBody>
      </p:sp>
      <p:grpSp>
        <p:nvGrpSpPr>
          <p:cNvPr id="201" name="Group 4">
            <a:extLst>
              <a:ext uri="{FF2B5EF4-FFF2-40B4-BE49-F238E27FC236}">
                <a16:creationId xmlns="" xmlns:a16="http://schemas.microsoft.com/office/drawing/2014/main" id="{ADCD1F53-3414-4210-AFDD-0B2DB18AE390}"/>
              </a:ext>
            </a:extLst>
          </p:cNvPr>
          <p:cNvGrpSpPr>
            <a:grpSpLocks noChangeAspect="1"/>
          </p:cNvGrpSpPr>
          <p:nvPr userDrawn="1"/>
        </p:nvGrpSpPr>
        <p:grpSpPr bwMode="auto">
          <a:xfrm>
            <a:off x="11287126" y="6384290"/>
            <a:ext cx="303213" cy="311150"/>
            <a:chOff x="7110" y="4004"/>
            <a:chExt cx="191" cy="196"/>
          </a:xfrm>
        </p:grpSpPr>
        <p:sp>
          <p:nvSpPr>
            <p:cNvPr id="202" name="Freeform 5">
              <a:extLst>
                <a:ext uri="{FF2B5EF4-FFF2-40B4-BE49-F238E27FC236}">
                  <a16:creationId xmlns="" xmlns:a16="http://schemas.microsoft.com/office/drawing/2014/main" id="{C80C2C8A-7580-49D3-BFE2-0A098D88DEBA}"/>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p>
          </p:txBody>
        </p:sp>
        <p:sp>
          <p:nvSpPr>
            <p:cNvPr id="203" name="Freeform 6">
              <a:extLst>
                <a:ext uri="{FF2B5EF4-FFF2-40B4-BE49-F238E27FC236}">
                  <a16:creationId xmlns="" xmlns:a16="http://schemas.microsoft.com/office/drawing/2014/main" id="{8CD89C3E-CCE9-4FF6-9C61-060B69F304C1}"/>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p>
          </p:txBody>
        </p:sp>
        <p:sp>
          <p:nvSpPr>
            <p:cNvPr id="204" name="Freeform 7">
              <a:extLst>
                <a:ext uri="{FF2B5EF4-FFF2-40B4-BE49-F238E27FC236}">
                  <a16:creationId xmlns="" xmlns:a16="http://schemas.microsoft.com/office/drawing/2014/main" id="{AD37F75A-FBB6-4C3B-BB93-FD6CC3E8BB1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p>
          </p:txBody>
        </p:sp>
      </p:grpSp>
      <p:pic>
        <p:nvPicPr>
          <p:cNvPr id="122" name="Picture 121">
            <a:extLst>
              <a:ext uri="{FF2B5EF4-FFF2-40B4-BE49-F238E27FC236}">
                <a16:creationId xmlns="" xmlns:a16="http://schemas.microsoft.com/office/drawing/2014/main" id="{41F737AE-5034-4B7F-B64E-EEBF0134BE42}"/>
              </a:ext>
            </a:extLst>
          </p:cNvPr>
          <p:cNvPicPr>
            <a:picLocks noChangeAspect="1"/>
          </p:cNvPicPr>
          <p:nvPr userDrawn="1"/>
        </p:nvPicPr>
        <p:blipFill>
          <a:blip r:embed="rId2"/>
          <a:stretch>
            <a:fillRect/>
          </a:stretch>
        </p:blipFill>
        <p:spPr>
          <a:xfrm flipH="1">
            <a:off x="35128" y="778474"/>
            <a:ext cx="496350" cy="74840"/>
          </a:xfrm>
          <a:prstGeom prst="rect">
            <a:avLst/>
          </a:prstGeom>
        </p:spPr>
      </p:pic>
      <p:grpSp>
        <p:nvGrpSpPr>
          <p:cNvPr id="91" name="Group 90">
            <a:extLst>
              <a:ext uri="{FF2B5EF4-FFF2-40B4-BE49-F238E27FC236}">
                <a16:creationId xmlns="" xmlns:a16="http://schemas.microsoft.com/office/drawing/2014/main" id="{C791376D-6937-4248-8492-4F0A7E504B65}"/>
              </a:ext>
            </a:extLst>
          </p:cNvPr>
          <p:cNvGrpSpPr/>
          <p:nvPr userDrawn="1"/>
        </p:nvGrpSpPr>
        <p:grpSpPr>
          <a:xfrm>
            <a:off x="10814069" y="117060"/>
            <a:ext cx="758068" cy="925785"/>
            <a:chOff x="10742293" y="29404"/>
            <a:chExt cx="829843" cy="1013440"/>
          </a:xfrm>
        </p:grpSpPr>
        <p:sp>
          <p:nvSpPr>
            <p:cNvPr id="92" name="Freeform 929">
              <a:extLst>
                <a:ext uri="{FF2B5EF4-FFF2-40B4-BE49-F238E27FC236}">
                  <a16:creationId xmlns="" xmlns:a16="http://schemas.microsoft.com/office/drawing/2014/main" id="{D86D2476-73A0-47B3-90B0-F2FDD5E87155}"/>
                </a:ext>
              </a:extLst>
            </p:cNvPr>
            <p:cNvSpPr>
              <a:spLocks/>
            </p:cNvSpPr>
            <p:nvPr/>
          </p:nvSpPr>
          <p:spPr bwMode="auto">
            <a:xfrm>
              <a:off x="10978680" y="643800"/>
              <a:ext cx="18529" cy="38669"/>
            </a:xfrm>
            <a:custGeom>
              <a:avLst/>
              <a:gdLst>
                <a:gd name="T0" fmla="*/ 13 w 29"/>
                <a:gd name="T1" fmla="*/ 28 h 61"/>
                <a:gd name="T2" fmla="*/ 13 w 29"/>
                <a:gd name="T3" fmla="*/ 35 h 61"/>
                <a:gd name="T4" fmla="*/ 19 w 29"/>
                <a:gd name="T5" fmla="*/ 35 h 61"/>
                <a:gd name="T6" fmla="*/ 22 w 29"/>
                <a:gd name="T7" fmla="*/ 39 h 61"/>
                <a:gd name="T8" fmla="*/ 25 w 29"/>
                <a:gd name="T9" fmla="*/ 57 h 61"/>
                <a:gd name="T10" fmla="*/ 22 w 29"/>
                <a:gd name="T11" fmla="*/ 61 h 61"/>
                <a:gd name="T12" fmla="*/ 18 w 29"/>
                <a:gd name="T13" fmla="*/ 58 h 61"/>
                <a:gd name="T14" fmla="*/ 16 w 29"/>
                <a:gd name="T15" fmla="*/ 42 h 61"/>
                <a:gd name="T16" fmla="*/ 8 w 29"/>
                <a:gd name="T17" fmla="*/ 42 h 61"/>
                <a:gd name="T18" fmla="*/ 4 w 29"/>
                <a:gd name="T19" fmla="*/ 42 h 61"/>
                <a:gd name="T20" fmla="*/ 0 w 29"/>
                <a:gd name="T21" fmla="*/ 36 h 61"/>
                <a:gd name="T22" fmla="*/ 0 w 29"/>
                <a:gd name="T23" fmla="*/ 23 h 61"/>
                <a:gd name="T24" fmla="*/ 7 w 29"/>
                <a:gd name="T25" fmla="*/ 15 h 61"/>
                <a:gd name="T26" fmla="*/ 2 w 29"/>
                <a:gd name="T27" fmla="*/ 11 h 61"/>
                <a:gd name="T28" fmla="*/ 2 w 29"/>
                <a:gd name="T29" fmla="*/ 4 h 61"/>
                <a:gd name="T30" fmla="*/ 11 w 29"/>
                <a:gd name="T31" fmla="*/ 1 h 61"/>
                <a:gd name="T32" fmla="*/ 16 w 29"/>
                <a:gd name="T33" fmla="*/ 9 h 61"/>
                <a:gd name="T34" fmla="*/ 8 w 29"/>
                <a:gd name="T35" fmla="*/ 15 h 61"/>
                <a:gd name="T36" fmla="*/ 15 w 29"/>
                <a:gd name="T37" fmla="*/ 22 h 61"/>
                <a:gd name="T38" fmla="*/ 24 w 29"/>
                <a:gd name="T39" fmla="*/ 24 h 61"/>
                <a:gd name="T40" fmla="*/ 28 w 29"/>
                <a:gd name="T41" fmla="*/ 26 h 61"/>
                <a:gd name="T42" fmla="*/ 26 w 29"/>
                <a:gd name="T43" fmla="*/ 29 h 61"/>
                <a:gd name="T44" fmla="*/ 13 w 29"/>
                <a:gd name="T45" fmla="*/ 2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 h="61">
                  <a:moveTo>
                    <a:pt x="13" y="28"/>
                  </a:moveTo>
                  <a:cubicBezTo>
                    <a:pt x="13" y="31"/>
                    <a:pt x="13" y="33"/>
                    <a:pt x="13" y="35"/>
                  </a:cubicBezTo>
                  <a:cubicBezTo>
                    <a:pt x="15" y="35"/>
                    <a:pt x="17" y="35"/>
                    <a:pt x="19" y="35"/>
                  </a:cubicBezTo>
                  <a:cubicBezTo>
                    <a:pt x="21" y="35"/>
                    <a:pt x="22" y="36"/>
                    <a:pt x="22" y="39"/>
                  </a:cubicBezTo>
                  <a:cubicBezTo>
                    <a:pt x="23" y="45"/>
                    <a:pt x="24" y="51"/>
                    <a:pt x="25" y="57"/>
                  </a:cubicBezTo>
                  <a:cubicBezTo>
                    <a:pt x="25" y="59"/>
                    <a:pt x="23" y="61"/>
                    <a:pt x="22" y="61"/>
                  </a:cubicBezTo>
                  <a:cubicBezTo>
                    <a:pt x="20" y="61"/>
                    <a:pt x="18" y="60"/>
                    <a:pt x="18" y="58"/>
                  </a:cubicBezTo>
                  <a:cubicBezTo>
                    <a:pt x="17" y="53"/>
                    <a:pt x="17" y="48"/>
                    <a:pt x="16" y="42"/>
                  </a:cubicBezTo>
                  <a:cubicBezTo>
                    <a:pt x="13" y="42"/>
                    <a:pt x="11" y="42"/>
                    <a:pt x="8" y="42"/>
                  </a:cubicBezTo>
                  <a:cubicBezTo>
                    <a:pt x="7" y="42"/>
                    <a:pt x="6" y="42"/>
                    <a:pt x="4" y="42"/>
                  </a:cubicBezTo>
                  <a:cubicBezTo>
                    <a:pt x="2" y="41"/>
                    <a:pt x="0" y="39"/>
                    <a:pt x="0" y="36"/>
                  </a:cubicBezTo>
                  <a:cubicBezTo>
                    <a:pt x="0" y="31"/>
                    <a:pt x="0" y="27"/>
                    <a:pt x="0" y="23"/>
                  </a:cubicBezTo>
                  <a:cubicBezTo>
                    <a:pt x="0" y="18"/>
                    <a:pt x="2" y="16"/>
                    <a:pt x="7" y="15"/>
                  </a:cubicBezTo>
                  <a:cubicBezTo>
                    <a:pt x="5" y="14"/>
                    <a:pt x="3" y="13"/>
                    <a:pt x="2" y="11"/>
                  </a:cubicBezTo>
                  <a:cubicBezTo>
                    <a:pt x="1" y="9"/>
                    <a:pt x="1" y="7"/>
                    <a:pt x="2" y="4"/>
                  </a:cubicBezTo>
                  <a:cubicBezTo>
                    <a:pt x="4" y="1"/>
                    <a:pt x="7" y="0"/>
                    <a:pt x="11" y="1"/>
                  </a:cubicBezTo>
                  <a:cubicBezTo>
                    <a:pt x="14" y="2"/>
                    <a:pt x="16" y="5"/>
                    <a:pt x="16" y="9"/>
                  </a:cubicBezTo>
                  <a:cubicBezTo>
                    <a:pt x="15" y="12"/>
                    <a:pt x="12" y="15"/>
                    <a:pt x="8" y="15"/>
                  </a:cubicBezTo>
                  <a:cubicBezTo>
                    <a:pt x="12" y="16"/>
                    <a:pt x="13" y="19"/>
                    <a:pt x="15" y="22"/>
                  </a:cubicBezTo>
                  <a:cubicBezTo>
                    <a:pt x="18" y="25"/>
                    <a:pt x="20" y="26"/>
                    <a:pt x="24" y="24"/>
                  </a:cubicBezTo>
                  <a:cubicBezTo>
                    <a:pt x="26" y="23"/>
                    <a:pt x="27" y="24"/>
                    <a:pt x="28" y="26"/>
                  </a:cubicBezTo>
                  <a:cubicBezTo>
                    <a:pt x="29" y="27"/>
                    <a:pt x="28" y="29"/>
                    <a:pt x="26" y="29"/>
                  </a:cubicBezTo>
                  <a:cubicBezTo>
                    <a:pt x="21" y="31"/>
                    <a:pt x="17" y="31"/>
                    <a:pt x="13" y="2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3" name="Freeform 930">
              <a:extLst>
                <a:ext uri="{FF2B5EF4-FFF2-40B4-BE49-F238E27FC236}">
                  <a16:creationId xmlns="" xmlns:a16="http://schemas.microsoft.com/office/drawing/2014/main" id="{C4191D13-A050-4EF0-998E-476A65561521}"/>
                </a:ext>
              </a:extLst>
            </p:cNvPr>
            <p:cNvSpPr>
              <a:spLocks/>
            </p:cNvSpPr>
            <p:nvPr/>
          </p:nvSpPr>
          <p:spPr bwMode="auto">
            <a:xfrm>
              <a:off x="11011173" y="643800"/>
              <a:ext cx="17723" cy="38669"/>
            </a:xfrm>
            <a:custGeom>
              <a:avLst/>
              <a:gdLst>
                <a:gd name="T0" fmla="*/ 12 w 28"/>
                <a:gd name="T1" fmla="*/ 42 h 61"/>
                <a:gd name="T2" fmla="*/ 10 w 28"/>
                <a:gd name="T3" fmla="*/ 56 h 61"/>
                <a:gd name="T4" fmla="*/ 10 w 28"/>
                <a:gd name="T5" fmla="*/ 58 h 61"/>
                <a:gd name="T6" fmla="*/ 6 w 28"/>
                <a:gd name="T7" fmla="*/ 61 h 61"/>
                <a:gd name="T8" fmla="*/ 3 w 28"/>
                <a:gd name="T9" fmla="*/ 57 h 61"/>
                <a:gd name="T10" fmla="*/ 5 w 28"/>
                <a:gd name="T11" fmla="*/ 41 h 61"/>
                <a:gd name="T12" fmla="*/ 6 w 28"/>
                <a:gd name="T13" fmla="*/ 38 h 61"/>
                <a:gd name="T14" fmla="*/ 9 w 28"/>
                <a:gd name="T15" fmla="*/ 35 h 61"/>
                <a:gd name="T16" fmla="*/ 15 w 28"/>
                <a:gd name="T17" fmla="*/ 35 h 61"/>
                <a:gd name="T18" fmla="*/ 15 w 28"/>
                <a:gd name="T19" fmla="*/ 28 h 61"/>
                <a:gd name="T20" fmla="*/ 14 w 28"/>
                <a:gd name="T21" fmla="*/ 28 h 61"/>
                <a:gd name="T22" fmla="*/ 2 w 28"/>
                <a:gd name="T23" fmla="*/ 29 h 61"/>
                <a:gd name="T24" fmla="*/ 0 w 28"/>
                <a:gd name="T25" fmla="*/ 26 h 61"/>
                <a:gd name="T26" fmla="*/ 4 w 28"/>
                <a:gd name="T27" fmla="*/ 24 h 61"/>
                <a:gd name="T28" fmla="*/ 13 w 28"/>
                <a:gd name="T29" fmla="*/ 21 h 61"/>
                <a:gd name="T30" fmla="*/ 15 w 28"/>
                <a:gd name="T31" fmla="*/ 19 h 61"/>
                <a:gd name="T32" fmla="*/ 20 w 28"/>
                <a:gd name="T33" fmla="*/ 15 h 61"/>
                <a:gd name="T34" fmla="*/ 14 w 28"/>
                <a:gd name="T35" fmla="*/ 13 h 61"/>
                <a:gd name="T36" fmla="*/ 13 w 28"/>
                <a:gd name="T37" fmla="*/ 7 h 61"/>
                <a:gd name="T38" fmla="*/ 19 w 28"/>
                <a:gd name="T39" fmla="*/ 1 h 61"/>
                <a:gd name="T40" fmla="*/ 27 w 28"/>
                <a:gd name="T41" fmla="*/ 6 h 61"/>
                <a:gd name="T42" fmla="*/ 21 w 28"/>
                <a:gd name="T43" fmla="*/ 15 h 61"/>
                <a:gd name="T44" fmla="*/ 24 w 28"/>
                <a:gd name="T45" fmla="*/ 16 h 61"/>
                <a:gd name="T46" fmla="*/ 28 w 28"/>
                <a:gd name="T47" fmla="*/ 22 h 61"/>
                <a:gd name="T48" fmla="*/ 28 w 28"/>
                <a:gd name="T49" fmla="*/ 36 h 61"/>
                <a:gd name="T50" fmla="*/ 22 w 28"/>
                <a:gd name="T51" fmla="*/ 42 h 61"/>
                <a:gd name="T52" fmla="*/ 13 w 28"/>
                <a:gd name="T53" fmla="*/ 42 h 61"/>
                <a:gd name="T54" fmla="*/ 12 w 28"/>
                <a:gd name="T55" fmla="*/ 4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 h="61">
                  <a:moveTo>
                    <a:pt x="12" y="42"/>
                  </a:moveTo>
                  <a:cubicBezTo>
                    <a:pt x="11" y="47"/>
                    <a:pt x="11" y="51"/>
                    <a:pt x="10" y="56"/>
                  </a:cubicBezTo>
                  <a:cubicBezTo>
                    <a:pt x="10" y="57"/>
                    <a:pt x="10" y="58"/>
                    <a:pt x="10" y="58"/>
                  </a:cubicBezTo>
                  <a:cubicBezTo>
                    <a:pt x="10" y="60"/>
                    <a:pt x="8" y="61"/>
                    <a:pt x="6" y="61"/>
                  </a:cubicBezTo>
                  <a:cubicBezTo>
                    <a:pt x="5" y="61"/>
                    <a:pt x="3" y="59"/>
                    <a:pt x="3" y="57"/>
                  </a:cubicBezTo>
                  <a:cubicBezTo>
                    <a:pt x="4" y="52"/>
                    <a:pt x="5" y="47"/>
                    <a:pt x="5" y="41"/>
                  </a:cubicBezTo>
                  <a:cubicBezTo>
                    <a:pt x="6" y="40"/>
                    <a:pt x="6" y="39"/>
                    <a:pt x="6" y="38"/>
                  </a:cubicBezTo>
                  <a:cubicBezTo>
                    <a:pt x="6" y="36"/>
                    <a:pt x="7" y="35"/>
                    <a:pt x="9" y="35"/>
                  </a:cubicBezTo>
                  <a:cubicBezTo>
                    <a:pt x="11" y="35"/>
                    <a:pt x="13" y="35"/>
                    <a:pt x="15" y="35"/>
                  </a:cubicBezTo>
                  <a:cubicBezTo>
                    <a:pt x="15" y="33"/>
                    <a:pt x="15" y="31"/>
                    <a:pt x="15" y="28"/>
                  </a:cubicBezTo>
                  <a:cubicBezTo>
                    <a:pt x="14" y="28"/>
                    <a:pt x="14" y="28"/>
                    <a:pt x="14" y="28"/>
                  </a:cubicBezTo>
                  <a:cubicBezTo>
                    <a:pt x="10" y="31"/>
                    <a:pt x="6" y="31"/>
                    <a:pt x="2" y="29"/>
                  </a:cubicBezTo>
                  <a:cubicBezTo>
                    <a:pt x="0" y="29"/>
                    <a:pt x="0" y="27"/>
                    <a:pt x="0" y="26"/>
                  </a:cubicBezTo>
                  <a:cubicBezTo>
                    <a:pt x="1" y="24"/>
                    <a:pt x="2" y="23"/>
                    <a:pt x="4" y="24"/>
                  </a:cubicBezTo>
                  <a:cubicBezTo>
                    <a:pt x="8" y="26"/>
                    <a:pt x="10" y="25"/>
                    <a:pt x="13" y="21"/>
                  </a:cubicBezTo>
                  <a:cubicBezTo>
                    <a:pt x="14" y="20"/>
                    <a:pt x="14" y="20"/>
                    <a:pt x="15" y="19"/>
                  </a:cubicBezTo>
                  <a:cubicBezTo>
                    <a:pt x="16" y="17"/>
                    <a:pt x="17" y="16"/>
                    <a:pt x="20" y="15"/>
                  </a:cubicBezTo>
                  <a:cubicBezTo>
                    <a:pt x="18" y="15"/>
                    <a:pt x="16" y="14"/>
                    <a:pt x="14" y="13"/>
                  </a:cubicBezTo>
                  <a:cubicBezTo>
                    <a:pt x="13" y="11"/>
                    <a:pt x="12" y="9"/>
                    <a:pt x="13" y="7"/>
                  </a:cubicBezTo>
                  <a:cubicBezTo>
                    <a:pt x="13" y="4"/>
                    <a:pt x="16" y="1"/>
                    <a:pt x="19" y="1"/>
                  </a:cubicBezTo>
                  <a:cubicBezTo>
                    <a:pt x="23" y="0"/>
                    <a:pt x="26" y="3"/>
                    <a:pt x="27" y="6"/>
                  </a:cubicBezTo>
                  <a:cubicBezTo>
                    <a:pt x="28" y="10"/>
                    <a:pt x="26" y="13"/>
                    <a:pt x="21" y="15"/>
                  </a:cubicBezTo>
                  <a:cubicBezTo>
                    <a:pt x="22" y="15"/>
                    <a:pt x="23" y="15"/>
                    <a:pt x="24" y="16"/>
                  </a:cubicBezTo>
                  <a:cubicBezTo>
                    <a:pt x="27" y="17"/>
                    <a:pt x="28" y="19"/>
                    <a:pt x="28" y="22"/>
                  </a:cubicBezTo>
                  <a:cubicBezTo>
                    <a:pt x="28" y="26"/>
                    <a:pt x="28" y="31"/>
                    <a:pt x="28" y="36"/>
                  </a:cubicBezTo>
                  <a:cubicBezTo>
                    <a:pt x="28" y="40"/>
                    <a:pt x="26" y="42"/>
                    <a:pt x="22" y="42"/>
                  </a:cubicBezTo>
                  <a:cubicBezTo>
                    <a:pt x="19" y="42"/>
                    <a:pt x="16" y="42"/>
                    <a:pt x="13" y="42"/>
                  </a:cubicBezTo>
                  <a:cubicBezTo>
                    <a:pt x="12" y="42"/>
                    <a:pt x="12" y="42"/>
                    <a:pt x="12"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4" name="Freeform 931">
              <a:extLst>
                <a:ext uri="{FF2B5EF4-FFF2-40B4-BE49-F238E27FC236}">
                  <a16:creationId xmlns="" xmlns:a16="http://schemas.microsoft.com/office/drawing/2014/main" id="{C15FDF74-5506-425E-8FBE-E32BDBBDDBE6}"/>
                </a:ext>
              </a:extLst>
            </p:cNvPr>
            <p:cNvSpPr>
              <a:spLocks/>
            </p:cNvSpPr>
            <p:nvPr/>
          </p:nvSpPr>
          <p:spPr bwMode="auto">
            <a:xfrm>
              <a:off x="10992107" y="663403"/>
              <a:ext cx="22825" cy="18529"/>
            </a:xfrm>
            <a:custGeom>
              <a:avLst/>
              <a:gdLst>
                <a:gd name="T0" fmla="*/ 30 w 36"/>
                <a:gd name="T1" fmla="*/ 5 h 29"/>
                <a:gd name="T2" fmla="*/ 30 w 36"/>
                <a:gd name="T3" fmla="*/ 29 h 29"/>
                <a:gd name="T4" fmla="*/ 6 w 36"/>
                <a:gd name="T5" fmla="*/ 29 h 29"/>
                <a:gd name="T6" fmla="*/ 6 w 36"/>
                <a:gd name="T7" fmla="*/ 5 h 29"/>
                <a:gd name="T8" fmla="*/ 3 w 36"/>
                <a:gd name="T9" fmla="*/ 5 h 29"/>
                <a:gd name="T10" fmla="*/ 0 w 36"/>
                <a:gd name="T11" fmla="*/ 3 h 29"/>
                <a:gd name="T12" fmla="*/ 3 w 36"/>
                <a:gd name="T13" fmla="*/ 0 h 29"/>
                <a:gd name="T14" fmla="*/ 33 w 36"/>
                <a:gd name="T15" fmla="*/ 0 h 29"/>
                <a:gd name="T16" fmla="*/ 36 w 36"/>
                <a:gd name="T17" fmla="*/ 3 h 29"/>
                <a:gd name="T18" fmla="*/ 33 w 36"/>
                <a:gd name="T19" fmla="*/ 5 h 29"/>
                <a:gd name="T20" fmla="*/ 30 w 36"/>
                <a:gd name="T21"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29">
                  <a:moveTo>
                    <a:pt x="30" y="5"/>
                  </a:moveTo>
                  <a:cubicBezTo>
                    <a:pt x="30" y="13"/>
                    <a:pt x="30" y="21"/>
                    <a:pt x="30" y="29"/>
                  </a:cubicBezTo>
                  <a:cubicBezTo>
                    <a:pt x="22" y="29"/>
                    <a:pt x="14" y="29"/>
                    <a:pt x="6" y="29"/>
                  </a:cubicBezTo>
                  <a:cubicBezTo>
                    <a:pt x="6" y="21"/>
                    <a:pt x="6" y="13"/>
                    <a:pt x="6" y="5"/>
                  </a:cubicBezTo>
                  <a:cubicBezTo>
                    <a:pt x="5" y="5"/>
                    <a:pt x="4" y="5"/>
                    <a:pt x="3" y="5"/>
                  </a:cubicBezTo>
                  <a:cubicBezTo>
                    <a:pt x="1" y="5"/>
                    <a:pt x="0" y="4"/>
                    <a:pt x="0" y="3"/>
                  </a:cubicBezTo>
                  <a:cubicBezTo>
                    <a:pt x="0" y="1"/>
                    <a:pt x="1" y="0"/>
                    <a:pt x="3" y="0"/>
                  </a:cubicBezTo>
                  <a:cubicBezTo>
                    <a:pt x="13" y="0"/>
                    <a:pt x="23" y="0"/>
                    <a:pt x="33" y="0"/>
                  </a:cubicBezTo>
                  <a:cubicBezTo>
                    <a:pt x="35" y="0"/>
                    <a:pt x="36" y="1"/>
                    <a:pt x="36" y="3"/>
                  </a:cubicBezTo>
                  <a:cubicBezTo>
                    <a:pt x="36" y="4"/>
                    <a:pt x="35" y="5"/>
                    <a:pt x="33" y="5"/>
                  </a:cubicBezTo>
                  <a:cubicBezTo>
                    <a:pt x="32" y="5"/>
                    <a:pt x="31" y="5"/>
                    <a:pt x="30"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5" name="Freeform 932">
              <a:extLst>
                <a:ext uri="{FF2B5EF4-FFF2-40B4-BE49-F238E27FC236}">
                  <a16:creationId xmlns="" xmlns:a16="http://schemas.microsoft.com/office/drawing/2014/main" id="{43BED2EF-CB2A-48DE-85C1-3B38853DE01D}"/>
                </a:ext>
              </a:extLst>
            </p:cNvPr>
            <p:cNvSpPr>
              <a:spLocks noEditPoints="1"/>
            </p:cNvSpPr>
            <p:nvPr/>
          </p:nvSpPr>
          <p:spPr bwMode="auto">
            <a:xfrm>
              <a:off x="10997746" y="644874"/>
              <a:ext cx="19066" cy="13964"/>
            </a:xfrm>
            <a:custGeom>
              <a:avLst/>
              <a:gdLst>
                <a:gd name="T0" fmla="*/ 28 w 30"/>
                <a:gd name="T1" fmla="*/ 18 h 22"/>
                <a:gd name="T2" fmla="*/ 29 w 30"/>
                <a:gd name="T3" fmla="*/ 22 h 22"/>
                <a:gd name="T4" fmla="*/ 26 w 30"/>
                <a:gd name="T5" fmla="*/ 19 h 22"/>
                <a:gd name="T6" fmla="*/ 22 w 30"/>
                <a:gd name="T7" fmla="*/ 18 h 22"/>
                <a:gd name="T8" fmla="*/ 3 w 30"/>
                <a:gd name="T9" fmla="*/ 18 h 22"/>
                <a:gd name="T10" fmla="*/ 0 w 30"/>
                <a:gd name="T11" fmla="*/ 15 h 22"/>
                <a:gd name="T12" fmla="*/ 0 w 30"/>
                <a:gd name="T13" fmla="*/ 2 h 22"/>
                <a:gd name="T14" fmla="*/ 3 w 30"/>
                <a:gd name="T15" fmla="*/ 0 h 22"/>
                <a:gd name="T16" fmla="*/ 28 w 30"/>
                <a:gd name="T17" fmla="*/ 0 h 22"/>
                <a:gd name="T18" fmla="*/ 30 w 30"/>
                <a:gd name="T19" fmla="*/ 2 h 22"/>
                <a:gd name="T20" fmla="*/ 30 w 30"/>
                <a:gd name="T21" fmla="*/ 15 h 22"/>
                <a:gd name="T22" fmla="*/ 28 w 30"/>
                <a:gd name="T23" fmla="*/ 18 h 22"/>
                <a:gd name="T24" fmla="*/ 11 w 30"/>
                <a:gd name="T25" fmla="*/ 8 h 22"/>
                <a:gd name="T26" fmla="*/ 9 w 30"/>
                <a:gd name="T27" fmla="*/ 7 h 22"/>
                <a:gd name="T28" fmla="*/ 7 w 30"/>
                <a:gd name="T29" fmla="*/ 8 h 22"/>
                <a:gd name="T30" fmla="*/ 9 w 30"/>
                <a:gd name="T31" fmla="*/ 10 h 22"/>
                <a:gd name="T32" fmla="*/ 11 w 30"/>
                <a:gd name="T33" fmla="*/ 8 h 22"/>
                <a:gd name="T34" fmla="*/ 17 w 30"/>
                <a:gd name="T35" fmla="*/ 8 h 22"/>
                <a:gd name="T36" fmla="*/ 15 w 30"/>
                <a:gd name="T37" fmla="*/ 7 h 22"/>
                <a:gd name="T38" fmla="*/ 13 w 30"/>
                <a:gd name="T39" fmla="*/ 8 h 22"/>
                <a:gd name="T40" fmla="*/ 15 w 30"/>
                <a:gd name="T41" fmla="*/ 10 h 22"/>
                <a:gd name="T42" fmla="*/ 17 w 30"/>
                <a:gd name="T43" fmla="*/ 8 h 22"/>
                <a:gd name="T44" fmla="*/ 21 w 30"/>
                <a:gd name="T45" fmla="*/ 7 h 22"/>
                <a:gd name="T46" fmla="*/ 19 w 30"/>
                <a:gd name="T47" fmla="*/ 9 h 22"/>
                <a:gd name="T48" fmla="*/ 21 w 30"/>
                <a:gd name="T49" fmla="*/ 10 h 22"/>
                <a:gd name="T50" fmla="*/ 23 w 30"/>
                <a:gd name="T51" fmla="*/ 8 h 22"/>
                <a:gd name="T52" fmla="*/ 21 w 30"/>
                <a:gd name="T53"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 h="22">
                  <a:moveTo>
                    <a:pt x="28" y="18"/>
                  </a:moveTo>
                  <a:cubicBezTo>
                    <a:pt x="28" y="20"/>
                    <a:pt x="29" y="21"/>
                    <a:pt x="29" y="22"/>
                  </a:cubicBezTo>
                  <a:cubicBezTo>
                    <a:pt x="28" y="21"/>
                    <a:pt x="27" y="20"/>
                    <a:pt x="26" y="19"/>
                  </a:cubicBezTo>
                  <a:cubicBezTo>
                    <a:pt x="25" y="18"/>
                    <a:pt x="24" y="18"/>
                    <a:pt x="22" y="18"/>
                  </a:cubicBezTo>
                  <a:cubicBezTo>
                    <a:pt x="16" y="18"/>
                    <a:pt x="10" y="18"/>
                    <a:pt x="3" y="18"/>
                  </a:cubicBezTo>
                  <a:cubicBezTo>
                    <a:pt x="1" y="18"/>
                    <a:pt x="0" y="18"/>
                    <a:pt x="0" y="15"/>
                  </a:cubicBezTo>
                  <a:cubicBezTo>
                    <a:pt x="0" y="11"/>
                    <a:pt x="0" y="7"/>
                    <a:pt x="0" y="2"/>
                  </a:cubicBezTo>
                  <a:cubicBezTo>
                    <a:pt x="0" y="0"/>
                    <a:pt x="1" y="0"/>
                    <a:pt x="3" y="0"/>
                  </a:cubicBezTo>
                  <a:cubicBezTo>
                    <a:pt x="11" y="0"/>
                    <a:pt x="19" y="0"/>
                    <a:pt x="28" y="0"/>
                  </a:cubicBezTo>
                  <a:cubicBezTo>
                    <a:pt x="30" y="0"/>
                    <a:pt x="30" y="0"/>
                    <a:pt x="30" y="2"/>
                  </a:cubicBezTo>
                  <a:cubicBezTo>
                    <a:pt x="30" y="6"/>
                    <a:pt x="30" y="11"/>
                    <a:pt x="30" y="15"/>
                  </a:cubicBezTo>
                  <a:cubicBezTo>
                    <a:pt x="30" y="17"/>
                    <a:pt x="30" y="18"/>
                    <a:pt x="28" y="18"/>
                  </a:cubicBezTo>
                  <a:close/>
                  <a:moveTo>
                    <a:pt x="11" y="8"/>
                  </a:moveTo>
                  <a:cubicBezTo>
                    <a:pt x="11" y="7"/>
                    <a:pt x="10" y="7"/>
                    <a:pt x="9" y="7"/>
                  </a:cubicBezTo>
                  <a:cubicBezTo>
                    <a:pt x="8" y="7"/>
                    <a:pt x="7" y="7"/>
                    <a:pt x="7" y="8"/>
                  </a:cubicBezTo>
                  <a:cubicBezTo>
                    <a:pt x="7" y="10"/>
                    <a:pt x="8" y="10"/>
                    <a:pt x="9" y="10"/>
                  </a:cubicBezTo>
                  <a:cubicBezTo>
                    <a:pt x="10" y="10"/>
                    <a:pt x="11" y="10"/>
                    <a:pt x="11" y="8"/>
                  </a:cubicBezTo>
                  <a:close/>
                  <a:moveTo>
                    <a:pt x="17" y="8"/>
                  </a:moveTo>
                  <a:cubicBezTo>
                    <a:pt x="17" y="7"/>
                    <a:pt x="16" y="7"/>
                    <a:pt x="15" y="7"/>
                  </a:cubicBezTo>
                  <a:cubicBezTo>
                    <a:pt x="14" y="7"/>
                    <a:pt x="13" y="7"/>
                    <a:pt x="13" y="8"/>
                  </a:cubicBezTo>
                  <a:cubicBezTo>
                    <a:pt x="13" y="9"/>
                    <a:pt x="14" y="10"/>
                    <a:pt x="15" y="10"/>
                  </a:cubicBezTo>
                  <a:cubicBezTo>
                    <a:pt x="16" y="10"/>
                    <a:pt x="17" y="10"/>
                    <a:pt x="17" y="8"/>
                  </a:cubicBezTo>
                  <a:close/>
                  <a:moveTo>
                    <a:pt x="21" y="7"/>
                  </a:moveTo>
                  <a:cubicBezTo>
                    <a:pt x="20" y="7"/>
                    <a:pt x="19" y="7"/>
                    <a:pt x="19" y="9"/>
                  </a:cubicBezTo>
                  <a:cubicBezTo>
                    <a:pt x="20" y="10"/>
                    <a:pt x="20" y="10"/>
                    <a:pt x="21" y="10"/>
                  </a:cubicBezTo>
                  <a:cubicBezTo>
                    <a:pt x="23" y="10"/>
                    <a:pt x="23" y="10"/>
                    <a:pt x="23" y="8"/>
                  </a:cubicBezTo>
                  <a:cubicBezTo>
                    <a:pt x="23" y="7"/>
                    <a:pt x="22" y="7"/>
                    <a:pt x="21"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6" name="Freeform 933">
              <a:extLst>
                <a:ext uri="{FF2B5EF4-FFF2-40B4-BE49-F238E27FC236}">
                  <a16:creationId xmlns="" xmlns:a16="http://schemas.microsoft.com/office/drawing/2014/main" id="{799A74C7-0A39-444D-AC3D-CE39A976A058}"/>
                </a:ext>
              </a:extLst>
            </p:cNvPr>
            <p:cNvSpPr>
              <a:spLocks noEditPoints="1"/>
            </p:cNvSpPr>
            <p:nvPr/>
          </p:nvSpPr>
          <p:spPr bwMode="auto">
            <a:xfrm>
              <a:off x="10990764" y="634133"/>
              <a:ext cx="19066" cy="14769"/>
            </a:xfrm>
            <a:custGeom>
              <a:avLst/>
              <a:gdLst>
                <a:gd name="T0" fmla="*/ 1 w 30"/>
                <a:gd name="T1" fmla="*/ 22 h 23"/>
                <a:gd name="T2" fmla="*/ 2 w 30"/>
                <a:gd name="T3" fmla="*/ 19 h 23"/>
                <a:gd name="T4" fmla="*/ 0 w 30"/>
                <a:gd name="T5" fmla="*/ 16 h 23"/>
                <a:gd name="T6" fmla="*/ 0 w 30"/>
                <a:gd name="T7" fmla="*/ 3 h 23"/>
                <a:gd name="T8" fmla="*/ 2 w 30"/>
                <a:gd name="T9" fmla="*/ 0 h 23"/>
                <a:gd name="T10" fmla="*/ 27 w 30"/>
                <a:gd name="T11" fmla="*/ 0 h 23"/>
                <a:gd name="T12" fmla="*/ 30 w 30"/>
                <a:gd name="T13" fmla="*/ 3 h 23"/>
                <a:gd name="T14" fmla="*/ 30 w 30"/>
                <a:gd name="T15" fmla="*/ 15 h 23"/>
                <a:gd name="T16" fmla="*/ 28 w 30"/>
                <a:gd name="T17" fmla="*/ 15 h 23"/>
                <a:gd name="T18" fmla="*/ 13 w 30"/>
                <a:gd name="T19" fmla="*/ 15 h 23"/>
                <a:gd name="T20" fmla="*/ 10 w 30"/>
                <a:gd name="T21" fmla="*/ 18 h 23"/>
                <a:gd name="T22" fmla="*/ 9 w 30"/>
                <a:gd name="T23" fmla="*/ 19 h 23"/>
                <a:gd name="T24" fmla="*/ 1 w 30"/>
                <a:gd name="T25" fmla="*/ 23 h 23"/>
                <a:gd name="T26" fmla="*/ 1 w 30"/>
                <a:gd name="T27" fmla="*/ 22 h 23"/>
                <a:gd name="T28" fmla="*/ 21 w 30"/>
                <a:gd name="T29" fmla="*/ 7 h 23"/>
                <a:gd name="T30" fmla="*/ 19 w 30"/>
                <a:gd name="T31" fmla="*/ 9 h 23"/>
                <a:gd name="T32" fmla="*/ 21 w 30"/>
                <a:gd name="T33" fmla="*/ 11 h 23"/>
                <a:gd name="T34" fmla="*/ 23 w 30"/>
                <a:gd name="T35" fmla="*/ 9 h 23"/>
                <a:gd name="T36" fmla="*/ 21 w 30"/>
                <a:gd name="T37" fmla="*/ 7 h 23"/>
                <a:gd name="T38" fmla="*/ 7 w 30"/>
                <a:gd name="T39" fmla="*/ 8 h 23"/>
                <a:gd name="T40" fmla="*/ 8 w 30"/>
                <a:gd name="T41" fmla="*/ 11 h 23"/>
                <a:gd name="T42" fmla="*/ 10 w 30"/>
                <a:gd name="T43" fmla="*/ 9 h 23"/>
                <a:gd name="T44" fmla="*/ 8 w 30"/>
                <a:gd name="T45" fmla="*/ 7 h 23"/>
                <a:gd name="T46" fmla="*/ 7 w 30"/>
                <a:gd name="T47" fmla="*/ 8 h 23"/>
                <a:gd name="T48" fmla="*/ 13 w 30"/>
                <a:gd name="T49" fmla="*/ 9 h 23"/>
                <a:gd name="T50" fmla="*/ 15 w 30"/>
                <a:gd name="T51" fmla="*/ 11 h 23"/>
                <a:gd name="T52" fmla="*/ 17 w 30"/>
                <a:gd name="T53" fmla="*/ 9 h 23"/>
                <a:gd name="T54" fmla="*/ 15 w 30"/>
                <a:gd name="T55" fmla="*/ 7 h 23"/>
                <a:gd name="T56" fmla="*/ 13 w 30"/>
                <a:gd name="T5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23">
                  <a:moveTo>
                    <a:pt x="1" y="22"/>
                  </a:moveTo>
                  <a:cubicBezTo>
                    <a:pt x="1" y="21"/>
                    <a:pt x="2" y="20"/>
                    <a:pt x="2" y="19"/>
                  </a:cubicBezTo>
                  <a:cubicBezTo>
                    <a:pt x="0" y="18"/>
                    <a:pt x="0" y="18"/>
                    <a:pt x="0" y="16"/>
                  </a:cubicBezTo>
                  <a:cubicBezTo>
                    <a:pt x="0" y="12"/>
                    <a:pt x="0" y="7"/>
                    <a:pt x="0" y="3"/>
                  </a:cubicBezTo>
                  <a:cubicBezTo>
                    <a:pt x="0" y="1"/>
                    <a:pt x="0" y="0"/>
                    <a:pt x="2" y="0"/>
                  </a:cubicBezTo>
                  <a:cubicBezTo>
                    <a:pt x="11" y="0"/>
                    <a:pt x="19" y="0"/>
                    <a:pt x="27" y="0"/>
                  </a:cubicBezTo>
                  <a:cubicBezTo>
                    <a:pt x="29" y="0"/>
                    <a:pt x="30" y="1"/>
                    <a:pt x="30" y="3"/>
                  </a:cubicBezTo>
                  <a:cubicBezTo>
                    <a:pt x="30" y="7"/>
                    <a:pt x="30" y="11"/>
                    <a:pt x="30" y="15"/>
                  </a:cubicBezTo>
                  <a:cubicBezTo>
                    <a:pt x="29" y="15"/>
                    <a:pt x="28" y="15"/>
                    <a:pt x="28" y="15"/>
                  </a:cubicBezTo>
                  <a:cubicBezTo>
                    <a:pt x="23" y="15"/>
                    <a:pt x="18" y="15"/>
                    <a:pt x="13" y="15"/>
                  </a:cubicBezTo>
                  <a:cubicBezTo>
                    <a:pt x="10" y="15"/>
                    <a:pt x="10" y="15"/>
                    <a:pt x="10" y="18"/>
                  </a:cubicBezTo>
                  <a:cubicBezTo>
                    <a:pt x="10" y="19"/>
                    <a:pt x="10" y="19"/>
                    <a:pt x="9" y="19"/>
                  </a:cubicBezTo>
                  <a:cubicBezTo>
                    <a:pt x="6" y="18"/>
                    <a:pt x="3" y="20"/>
                    <a:pt x="1" y="23"/>
                  </a:cubicBezTo>
                  <a:cubicBezTo>
                    <a:pt x="1" y="23"/>
                    <a:pt x="1" y="22"/>
                    <a:pt x="1" y="22"/>
                  </a:cubicBezTo>
                  <a:close/>
                  <a:moveTo>
                    <a:pt x="21" y="7"/>
                  </a:moveTo>
                  <a:cubicBezTo>
                    <a:pt x="20" y="7"/>
                    <a:pt x="19" y="8"/>
                    <a:pt x="19" y="9"/>
                  </a:cubicBezTo>
                  <a:cubicBezTo>
                    <a:pt x="19" y="10"/>
                    <a:pt x="20" y="11"/>
                    <a:pt x="21" y="11"/>
                  </a:cubicBezTo>
                  <a:cubicBezTo>
                    <a:pt x="22" y="11"/>
                    <a:pt x="23" y="10"/>
                    <a:pt x="23" y="9"/>
                  </a:cubicBezTo>
                  <a:cubicBezTo>
                    <a:pt x="23" y="8"/>
                    <a:pt x="22" y="7"/>
                    <a:pt x="21" y="7"/>
                  </a:cubicBezTo>
                  <a:close/>
                  <a:moveTo>
                    <a:pt x="7" y="8"/>
                  </a:moveTo>
                  <a:cubicBezTo>
                    <a:pt x="7" y="10"/>
                    <a:pt x="7" y="11"/>
                    <a:pt x="8" y="11"/>
                  </a:cubicBezTo>
                  <a:cubicBezTo>
                    <a:pt x="9" y="11"/>
                    <a:pt x="10" y="10"/>
                    <a:pt x="10" y="9"/>
                  </a:cubicBezTo>
                  <a:cubicBezTo>
                    <a:pt x="10" y="8"/>
                    <a:pt x="10" y="7"/>
                    <a:pt x="8" y="7"/>
                  </a:cubicBezTo>
                  <a:cubicBezTo>
                    <a:pt x="8" y="7"/>
                    <a:pt x="7" y="8"/>
                    <a:pt x="7" y="8"/>
                  </a:cubicBezTo>
                  <a:close/>
                  <a:moveTo>
                    <a:pt x="13" y="9"/>
                  </a:moveTo>
                  <a:cubicBezTo>
                    <a:pt x="13" y="10"/>
                    <a:pt x="14" y="11"/>
                    <a:pt x="15" y="11"/>
                  </a:cubicBezTo>
                  <a:cubicBezTo>
                    <a:pt x="16" y="11"/>
                    <a:pt x="17" y="10"/>
                    <a:pt x="17" y="9"/>
                  </a:cubicBezTo>
                  <a:cubicBezTo>
                    <a:pt x="17" y="8"/>
                    <a:pt x="16" y="7"/>
                    <a:pt x="15" y="7"/>
                  </a:cubicBezTo>
                  <a:cubicBezTo>
                    <a:pt x="14" y="7"/>
                    <a:pt x="13" y="8"/>
                    <a:pt x="13"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7" name="Freeform 934">
              <a:extLst>
                <a:ext uri="{FF2B5EF4-FFF2-40B4-BE49-F238E27FC236}">
                  <a16:creationId xmlns="" xmlns:a16="http://schemas.microsoft.com/office/drawing/2014/main" id="{3B5ECF22-35C2-46FF-AF34-80D5F6E219AD}"/>
                </a:ext>
              </a:extLst>
            </p:cNvPr>
            <p:cNvSpPr>
              <a:spLocks/>
            </p:cNvSpPr>
            <p:nvPr/>
          </p:nvSpPr>
          <p:spPr bwMode="auto">
            <a:xfrm>
              <a:off x="10974384" y="655079"/>
              <a:ext cx="13964" cy="27391"/>
            </a:xfrm>
            <a:custGeom>
              <a:avLst/>
              <a:gdLst>
                <a:gd name="T0" fmla="*/ 6 w 22"/>
                <a:gd name="T1" fmla="*/ 25 h 43"/>
                <a:gd name="T2" fmla="*/ 19 w 22"/>
                <a:gd name="T3" fmla="*/ 25 h 43"/>
                <a:gd name="T4" fmla="*/ 22 w 22"/>
                <a:gd name="T5" fmla="*/ 28 h 43"/>
                <a:gd name="T6" fmla="*/ 22 w 22"/>
                <a:gd name="T7" fmla="*/ 28 h 43"/>
                <a:gd name="T8" fmla="*/ 22 w 22"/>
                <a:gd name="T9" fmla="*/ 36 h 43"/>
                <a:gd name="T10" fmla="*/ 22 w 22"/>
                <a:gd name="T11" fmla="*/ 41 h 43"/>
                <a:gd name="T12" fmla="*/ 19 w 22"/>
                <a:gd name="T13" fmla="*/ 43 h 43"/>
                <a:gd name="T14" fmla="*/ 17 w 22"/>
                <a:gd name="T15" fmla="*/ 41 h 43"/>
                <a:gd name="T16" fmla="*/ 17 w 22"/>
                <a:gd name="T17" fmla="*/ 34 h 43"/>
                <a:gd name="T18" fmla="*/ 14 w 22"/>
                <a:gd name="T19" fmla="*/ 31 h 43"/>
                <a:gd name="T20" fmla="*/ 8 w 22"/>
                <a:gd name="T21" fmla="*/ 31 h 43"/>
                <a:gd name="T22" fmla="*/ 5 w 22"/>
                <a:gd name="T23" fmla="*/ 34 h 43"/>
                <a:gd name="T24" fmla="*/ 5 w 22"/>
                <a:gd name="T25" fmla="*/ 41 h 43"/>
                <a:gd name="T26" fmla="*/ 3 w 22"/>
                <a:gd name="T27" fmla="*/ 43 h 43"/>
                <a:gd name="T28" fmla="*/ 1 w 22"/>
                <a:gd name="T29" fmla="*/ 41 h 43"/>
                <a:gd name="T30" fmla="*/ 1 w 22"/>
                <a:gd name="T31" fmla="*/ 33 h 43"/>
                <a:gd name="T32" fmla="*/ 1 w 22"/>
                <a:gd name="T33" fmla="*/ 31 h 43"/>
                <a:gd name="T34" fmla="*/ 1 w 22"/>
                <a:gd name="T35" fmla="*/ 29 h 43"/>
                <a:gd name="T36" fmla="*/ 0 w 22"/>
                <a:gd name="T37" fmla="*/ 27 h 43"/>
                <a:gd name="T38" fmla="*/ 0 w 22"/>
                <a:gd name="T39" fmla="*/ 3 h 43"/>
                <a:gd name="T40" fmla="*/ 3 w 22"/>
                <a:gd name="T41" fmla="*/ 0 h 43"/>
                <a:gd name="T42" fmla="*/ 6 w 22"/>
                <a:gd name="T43" fmla="*/ 3 h 43"/>
                <a:gd name="T44" fmla="*/ 6 w 22"/>
                <a:gd name="T45" fmla="*/ 23 h 43"/>
                <a:gd name="T46" fmla="*/ 6 w 22"/>
                <a:gd name="T47" fmla="*/ 2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 h="43">
                  <a:moveTo>
                    <a:pt x="6" y="25"/>
                  </a:moveTo>
                  <a:cubicBezTo>
                    <a:pt x="10" y="25"/>
                    <a:pt x="15" y="25"/>
                    <a:pt x="19" y="25"/>
                  </a:cubicBezTo>
                  <a:cubicBezTo>
                    <a:pt x="21" y="25"/>
                    <a:pt x="22" y="26"/>
                    <a:pt x="22" y="28"/>
                  </a:cubicBezTo>
                  <a:cubicBezTo>
                    <a:pt x="22" y="28"/>
                    <a:pt x="22" y="28"/>
                    <a:pt x="22" y="28"/>
                  </a:cubicBezTo>
                  <a:cubicBezTo>
                    <a:pt x="20" y="31"/>
                    <a:pt x="22" y="33"/>
                    <a:pt x="22" y="36"/>
                  </a:cubicBezTo>
                  <a:cubicBezTo>
                    <a:pt x="21" y="38"/>
                    <a:pt x="22" y="39"/>
                    <a:pt x="22" y="41"/>
                  </a:cubicBezTo>
                  <a:cubicBezTo>
                    <a:pt x="22" y="42"/>
                    <a:pt x="21" y="43"/>
                    <a:pt x="19" y="43"/>
                  </a:cubicBezTo>
                  <a:cubicBezTo>
                    <a:pt x="18" y="43"/>
                    <a:pt x="17" y="42"/>
                    <a:pt x="17" y="41"/>
                  </a:cubicBezTo>
                  <a:cubicBezTo>
                    <a:pt x="17" y="38"/>
                    <a:pt x="17" y="36"/>
                    <a:pt x="17" y="34"/>
                  </a:cubicBezTo>
                  <a:cubicBezTo>
                    <a:pt x="17" y="32"/>
                    <a:pt x="16" y="31"/>
                    <a:pt x="14" y="31"/>
                  </a:cubicBezTo>
                  <a:cubicBezTo>
                    <a:pt x="12" y="31"/>
                    <a:pt x="10" y="31"/>
                    <a:pt x="8" y="31"/>
                  </a:cubicBezTo>
                  <a:cubicBezTo>
                    <a:pt x="6" y="31"/>
                    <a:pt x="5" y="32"/>
                    <a:pt x="5" y="34"/>
                  </a:cubicBezTo>
                  <a:cubicBezTo>
                    <a:pt x="5" y="36"/>
                    <a:pt x="5" y="38"/>
                    <a:pt x="5" y="41"/>
                  </a:cubicBezTo>
                  <a:cubicBezTo>
                    <a:pt x="5" y="42"/>
                    <a:pt x="4" y="43"/>
                    <a:pt x="3" y="43"/>
                  </a:cubicBezTo>
                  <a:cubicBezTo>
                    <a:pt x="2" y="43"/>
                    <a:pt x="1" y="42"/>
                    <a:pt x="1" y="41"/>
                  </a:cubicBezTo>
                  <a:cubicBezTo>
                    <a:pt x="1" y="38"/>
                    <a:pt x="1" y="36"/>
                    <a:pt x="1" y="33"/>
                  </a:cubicBezTo>
                  <a:cubicBezTo>
                    <a:pt x="1" y="33"/>
                    <a:pt x="1" y="32"/>
                    <a:pt x="1" y="31"/>
                  </a:cubicBezTo>
                  <a:cubicBezTo>
                    <a:pt x="1" y="31"/>
                    <a:pt x="1" y="30"/>
                    <a:pt x="1" y="29"/>
                  </a:cubicBezTo>
                  <a:cubicBezTo>
                    <a:pt x="0" y="29"/>
                    <a:pt x="0" y="28"/>
                    <a:pt x="0" y="27"/>
                  </a:cubicBezTo>
                  <a:cubicBezTo>
                    <a:pt x="0" y="19"/>
                    <a:pt x="0" y="11"/>
                    <a:pt x="0" y="3"/>
                  </a:cubicBezTo>
                  <a:cubicBezTo>
                    <a:pt x="0" y="1"/>
                    <a:pt x="1" y="0"/>
                    <a:pt x="3" y="0"/>
                  </a:cubicBezTo>
                  <a:cubicBezTo>
                    <a:pt x="5" y="0"/>
                    <a:pt x="6" y="1"/>
                    <a:pt x="6" y="3"/>
                  </a:cubicBezTo>
                  <a:cubicBezTo>
                    <a:pt x="6" y="10"/>
                    <a:pt x="6" y="16"/>
                    <a:pt x="6" y="23"/>
                  </a:cubicBezTo>
                  <a:cubicBezTo>
                    <a:pt x="6" y="23"/>
                    <a:pt x="6" y="24"/>
                    <a:pt x="6" y="2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8" name="Freeform 935">
              <a:extLst>
                <a:ext uri="{FF2B5EF4-FFF2-40B4-BE49-F238E27FC236}">
                  <a16:creationId xmlns="" xmlns:a16="http://schemas.microsoft.com/office/drawing/2014/main" id="{5D61EC7B-7EB9-44E0-B4CD-9C8395D474F3}"/>
                </a:ext>
              </a:extLst>
            </p:cNvPr>
            <p:cNvSpPr>
              <a:spLocks/>
            </p:cNvSpPr>
            <p:nvPr/>
          </p:nvSpPr>
          <p:spPr bwMode="auto">
            <a:xfrm>
              <a:off x="11019497" y="655079"/>
              <a:ext cx="13964" cy="27391"/>
            </a:xfrm>
            <a:custGeom>
              <a:avLst/>
              <a:gdLst>
                <a:gd name="T0" fmla="*/ 16 w 22"/>
                <a:gd name="T1" fmla="*/ 25 h 43"/>
                <a:gd name="T2" fmla="*/ 16 w 22"/>
                <a:gd name="T3" fmla="*/ 23 h 43"/>
                <a:gd name="T4" fmla="*/ 16 w 22"/>
                <a:gd name="T5" fmla="*/ 4 h 43"/>
                <a:gd name="T6" fmla="*/ 16 w 22"/>
                <a:gd name="T7" fmla="*/ 3 h 43"/>
                <a:gd name="T8" fmla="*/ 19 w 22"/>
                <a:gd name="T9" fmla="*/ 0 h 43"/>
                <a:gd name="T10" fmla="*/ 22 w 22"/>
                <a:gd name="T11" fmla="*/ 3 h 43"/>
                <a:gd name="T12" fmla="*/ 22 w 22"/>
                <a:gd name="T13" fmla="*/ 28 h 43"/>
                <a:gd name="T14" fmla="*/ 22 w 22"/>
                <a:gd name="T15" fmla="*/ 28 h 43"/>
                <a:gd name="T16" fmla="*/ 22 w 22"/>
                <a:gd name="T17" fmla="*/ 35 h 43"/>
                <a:gd name="T18" fmla="*/ 21 w 22"/>
                <a:gd name="T19" fmla="*/ 41 h 43"/>
                <a:gd name="T20" fmla="*/ 19 w 22"/>
                <a:gd name="T21" fmla="*/ 43 h 43"/>
                <a:gd name="T22" fmla="*/ 17 w 22"/>
                <a:gd name="T23" fmla="*/ 41 h 43"/>
                <a:gd name="T24" fmla="*/ 17 w 22"/>
                <a:gd name="T25" fmla="*/ 34 h 43"/>
                <a:gd name="T26" fmla="*/ 14 w 22"/>
                <a:gd name="T27" fmla="*/ 31 h 43"/>
                <a:gd name="T28" fmla="*/ 8 w 22"/>
                <a:gd name="T29" fmla="*/ 31 h 43"/>
                <a:gd name="T30" fmla="*/ 5 w 22"/>
                <a:gd name="T31" fmla="*/ 34 h 43"/>
                <a:gd name="T32" fmla="*/ 5 w 22"/>
                <a:gd name="T33" fmla="*/ 41 h 43"/>
                <a:gd name="T34" fmla="*/ 3 w 22"/>
                <a:gd name="T35" fmla="*/ 43 h 43"/>
                <a:gd name="T36" fmla="*/ 1 w 22"/>
                <a:gd name="T37" fmla="*/ 41 h 43"/>
                <a:gd name="T38" fmla="*/ 1 w 22"/>
                <a:gd name="T39" fmla="*/ 33 h 43"/>
                <a:gd name="T40" fmla="*/ 1 w 22"/>
                <a:gd name="T41" fmla="*/ 31 h 43"/>
                <a:gd name="T42" fmla="*/ 1 w 22"/>
                <a:gd name="T43" fmla="*/ 30 h 43"/>
                <a:gd name="T44" fmla="*/ 0 w 22"/>
                <a:gd name="T45" fmla="*/ 27 h 43"/>
                <a:gd name="T46" fmla="*/ 3 w 22"/>
                <a:gd name="T47" fmla="*/ 25 h 43"/>
                <a:gd name="T48" fmla="*/ 15 w 22"/>
                <a:gd name="T49" fmla="*/ 25 h 43"/>
                <a:gd name="T50" fmla="*/ 16 w 22"/>
                <a:gd name="T51" fmla="*/ 2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43">
                  <a:moveTo>
                    <a:pt x="16" y="25"/>
                  </a:moveTo>
                  <a:cubicBezTo>
                    <a:pt x="16" y="24"/>
                    <a:pt x="16" y="24"/>
                    <a:pt x="16" y="23"/>
                  </a:cubicBezTo>
                  <a:cubicBezTo>
                    <a:pt x="16" y="17"/>
                    <a:pt x="16" y="10"/>
                    <a:pt x="16" y="4"/>
                  </a:cubicBezTo>
                  <a:cubicBezTo>
                    <a:pt x="16" y="4"/>
                    <a:pt x="16" y="3"/>
                    <a:pt x="16" y="3"/>
                  </a:cubicBezTo>
                  <a:cubicBezTo>
                    <a:pt x="17" y="1"/>
                    <a:pt x="18" y="0"/>
                    <a:pt x="19" y="0"/>
                  </a:cubicBezTo>
                  <a:cubicBezTo>
                    <a:pt x="21" y="0"/>
                    <a:pt x="22" y="1"/>
                    <a:pt x="22" y="3"/>
                  </a:cubicBezTo>
                  <a:cubicBezTo>
                    <a:pt x="22" y="11"/>
                    <a:pt x="22" y="19"/>
                    <a:pt x="22" y="28"/>
                  </a:cubicBezTo>
                  <a:cubicBezTo>
                    <a:pt x="22" y="28"/>
                    <a:pt x="22" y="28"/>
                    <a:pt x="22" y="28"/>
                  </a:cubicBezTo>
                  <a:cubicBezTo>
                    <a:pt x="20" y="30"/>
                    <a:pt x="22" y="33"/>
                    <a:pt x="22" y="35"/>
                  </a:cubicBezTo>
                  <a:cubicBezTo>
                    <a:pt x="21" y="37"/>
                    <a:pt x="22" y="39"/>
                    <a:pt x="21" y="41"/>
                  </a:cubicBezTo>
                  <a:cubicBezTo>
                    <a:pt x="21" y="42"/>
                    <a:pt x="20" y="43"/>
                    <a:pt x="19" y="43"/>
                  </a:cubicBezTo>
                  <a:cubicBezTo>
                    <a:pt x="18" y="43"/>
                    <a:pt x="17" y="42"/>
                    <a:pt x="17" y="41"/>
                  </a:cubicBezTo>
                  <a:cubicBezTo>
                    <a:pt x="17" y="39"/>
                    <a:pt x="17" y="36"/>
                    <a:pt x="17" y="34"/>
                  </a:cubicBezTo>
                  <a:cubicBezTo>
                    <a:pt x="17" y="32"/>
                    <a:pt x="16" y="31"/>
                    <a:pt x="14" y="31"/>
                  </a:cubicBezTo>
                  <a:cubicBezTo>
                    <a:pt x="12" y="31"/>
                    <a:pt x="10" y="31"/>
                    <a:pt x="8" y="31"/>
                  </a:cubicBezTo>
                  <a:cubicBezTo>
                    <a:pt x="6" y="31"/>
                    <a:pt x="5" y="32"/>
                    <a:pt x="5" y="34"/>
                  </a:cubicBezTo>
                  <a:cubicBezTo>
                    <a:pt x="5" y="36"/>
                    <a:pt x="5" y="38"/>
                    <a:pt x="5" y="41"/>
                  </a:cubicBezTo>
                  <a:cubicBezTo>
                    <a:pt x="5" y="42"/>
                    <a:pt x="4" y="43"/>
                    <a:pt x="3" y="43"/>
                  </a:cubicBezTo>
                  <a:cubicBezTo>
                    <a:pt x="1" y="43"/>
                    <a:pt x="1" y="42"/>
                    <a:pt x="1" y="41"/>
                  </a:cubicBezTo>
                  <a:cubicBezTo>
                    <a:pt x="0" y="38"/>
                    <a:pt x="0" y="36"/>
                    <a:pt x="1" y="33"/>
                  </a:cubicBezTo>
                  <a:cubicBezTo>
                    <a:pt x="1" y="33"/>
                    <a:pt x="1" y="32"/>
                    <a:pt x="1" y="31"/>
                  </a:cubicBezTo>
                  <a:cubicBezTo>
                    <a:pt x="1" y="31"/>
                    <a:pt x="1" y="30"/>
                    <a:pt x="1" y="30"/>
                  </a:cubicBezTo>
                  <a:cubicBezTo>
                    <a:pt x="0" y="29"/>
                    <a:pt x="0" y="27"/>
                    <a:pt x="0" y="27"/>
                  </a:cubicBezTo>
                  <a:cubicBezTo>
                    <a:pt x="0" y="25"/>
                    <a:pt x="2" y="25"/>
                    <a:pt x="3" y="25"/>
                  </a:cubicBezTo>
                  <a:cubicBezTo>
                    <a:pt x="7" y="25"/>
                    <a:pt x="11" y="25"/>
                    <a:pt x="15" y="25"/>
                  </a:cubicBezTo>
                  <a:cubicBezTo>
                    <a:pt x="15" y="25"/>
                    <a:pt x="16" y="25"/>
                    <a:pt x="16" y="2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99" name="Freeform 936">
              <a:extLst>
                <a:ext uri="{FF2B5EF4-FFF2-40B4-BE49-F238E27FC236}">
                  <a16:creationId xmlns="" xmlns:a16="http://schemas.microsoft.com/office/drawing/2014/main" id="{05476EF5-040E-47BE-BDD2-37CD35E36314}"/>
                </a:ext>
              </a:extLst>
            </p:cNvPr>
            <p:cNvSpPr>
              <a:spLocks noEditPoints="1"/>
            </p:cNvSpPr>
            <p:nvPr/>
          </p:nvSpPr>
          <p:spPr bwMode="auto">
            <a:xfrm>
              <a:off x="11105964" y="506310"/>
              <a:ext cx="91569" cy="89691"/>
            </a:xfrm>
            <a:custGeom>
              <a:avLst/>
              <a:gdLst>
                <a:gd name="T0" fmla="*/ 62 w 144"/>
                <a:gd name="T1" fmla="*/ 141 h 141"/>
                <a:gd name="T2" fmla="*/ 59 w 144"/>
                <a:gd name="T3" fmla="*/ 133 h 141"/>
                <a:gd name="T4" fmla="*/ 40 w 144"/>
                <a:gd name="T5" fmla="*/ 123 h 141"/>
                <a:gd name="T6" fmla="*/ 32 w 144"/>
                <a:gd name="T7" fmla="*/ 129 h 141"/>
                <a:gd name="T8" fmla="*/ 14 w 144"/>
                <a:gd name="T9" fmla="*/ 114 h 141"/>
                <a:gd name="T10" fmla="*/ 19 w 144"/>
                <a:gd name="T11" fmla="*/ 106 h 141"/>
                <a:gd name="T12" fmla="*/ 12 w 144"/>
                <a:gd name="T13" fmla="*/ 86 h 141"/>
                <a:gd name="T14" fmla="*/ 2 w 144"/>
                <a:gd name="T15" fmla="*/ 84 h 141"/>
                <a:gd name="T16" fmla="*/ 0 w 144"/>
                <a:gd name="T17" fmla="*/ 60 h 141"/>
                <a:gd name="T18" fmla="*/ 9 w 144"/>
                <a:gd name="T19" fmla="*/ 58 h 141"/>
                <a:gd name="T20" fmla="*/ 19 w 144"/>
                <a:gd name="T21" fmla="*/ 39 h 141"/>
                <a:gd name="T22" fmla="*/ 13 w 144"/>
                <a:gd name="T23" fmla="*/ 30 h 141"/>
                <a:gd name="T24" fmla="*/ 28 w 144"/>
                <a:gd name="T25" fmla="*/ 11 h 141"/>
                <a:gd name="T26" fmla="*/ 37 w 144"/>
                <a:gd name="T27" fmla="*/ 17 h 141"/>
                <a:gd name="T28" fmla="*/ 57 w 144"/>
                <a:gd name="T29" fmla="*/ 11 h 141"/>
                <a:gd name="T30" fmla="*/ 59 w 144"/>
                <a:gd name="T31" fmla="*/ 3 h 141"/>
                <a:gd name="T32" fmla="*/ 82 w 144"/>
                <a:gd name="T33" fmla="*/ 0 h 141"/>
                <a:gd name="T34" fmla="*/ 85 w 144"/>
                <a:gd name="T35" fmla="*/ 8 h 141"/>
                <a:gd name="T36" fmla="*/ 105 w 144"/>
                <a:gd name="T37" fmla="*/ 18 h 141"/>
                <a:gd name="T38" fmla="*/ 113 w 144"/>
                <a:gd name="T39" fmla="*/ 12 h 141"/>
                <a:gd name="T40" fmla="*/ 131 w 144"/>
                <a:gd name="T41" fmla="*/ 27 h 141"/>
                <a:gd name="T42" fmla="*/ 126 w 144"/>
                <a:gd name="T43" fmla="*/ 35 h 141"/>
                <a:gd name="T44" fmla="*/ 133 w 144"/>
                <a:gd name="T45" fmla="*/ 56 h 141"/>
                <a:gd name="T46" fmla="*/ 142 w 144"/>
                <a:gd name="T47" fmla="*/ 58 h 141"/>
                <a:gd name="T48" fmla="*/ 144 w 144"/>
                <a:gd name="T49" fmla="*/ 82 h 141"/>
                <a:gd name="T50" fmla="*/ 135 w 144"/>
                <a:gd name="T51" fmla="*/ 84 h 141"/>
                <a:gd name="T52" fmla="*/ 125 w 144"/>
                <a:gd name="T53" fmla="*/ 103 h 141"/>
                <a:gd name="T54" fmla="*/ 130 w 144"/>
                <a:gd name="T55" fmla="*/ 111 h 141"/>
                <a:gd name="T56" fmla="*/ 115 w 144"/>
                <a:gd name="T57" fmla="*/ 129 h 141"/>
                <a:gd name="T58" fmla="*/ 107 w 144"/>
                <a:gd name="T59" fmla="*/ 124 h 141"/>
                <a:gd name="T60" fmla="*/ 87 w 144"/>
                <a:gd name="T61" fmla="*/ 131 h 141"/>
                <a:gd name="T62" fmla="*/ 85 w 144"/>
                <a:gd name="T63" fmla="*/ 139 h 141"/>
                <a:gd name="T64" fmla="*/ 72 w 144"/>
                <a:gd name="T65" fmla="*/ 141 h 141"/>
                <a:gd name="T66" fmla="*/ 117 w 144"/>
                <a:gd name="T67" fmla="*/ 71 h 141"/>
                <a:gd name="T68" fmla="*/ 28 w 144"/>
                <a:gd name="T69" fmla="*/ 71 h 141"/>
                <a:gd name="T70" fmla="*/ 117 w 144"/>
                <a:gd name="T71" fmla="*/ 7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141">
                  <a:moveTo>
                    <a:pt x="72" y="141"/>
                  </a:moveTo>
                  <a:cubicBezTo>
                    <a:pt x="68" y="141"/>
                    <a:pt x="65" y="141"/>
                    <a:pt x="62" y="141"/>
                  </a:cubicBezTo>
                  <a:cubicBezTo>
                    <a:pt x="59" y="141"/>
                    <a:pt x="59" y="141"/>
                    <a:pt x="59" y="138"/>
                  </a:cubicBezTo>
                  <a:cubicBezTo>
                    <a:pt x="59" y="136"/>
                    <a:pt x="59" y="135"/>
                    <a:pt x="59" y="133"/>
                  </a:cubicBezTo>
                  <a:cubicBezTo>
                    <a:pt x="59" y="132"/>
                    <a:pt x="58" y="131"/>
                    <a:pt x="57" y="130"/>
                  </a:cubicBezTo>
                  <a:cubicBezTo>
                    <a:pt x="51" y="128"/>
                    <a:pt x="46" y="126"/>
                    <a:pt x="40" y="123"/>
                  </a:cubicBezTo>
                  <a:cubicBezTo>
                    <a:pt x="39" y="123"/>
                    <a:pt x="38" y="123"/>
                    <a:pt x="37" y="124"/>
                  </a:cubicBezTo>
                  <a:cubicBezTo>
                    <a:pt x="35" y="126"/>
                    <a:pt x="34" y="127"/>
                    <a:pt x="32" y="129"/>
                  </a:cubicBezTo>
                  <a:cubicBezTo>
                    <a:pt x="31" y="130"/>
                    <a:pt x="30" y="130"/>
                    <a:pt x="29" y="129"/>
                  </a:cubicBezTo>
                  <a:cubicBezTo>
                    <a:pt x="24" y="124"/>
                    <a:pt x="19" y="119"/>
                    <a:pt x="14" y="114"/>
                  </a:cubicBezTo>
                  <a:cubicBezTo>
                    <a:pt x="13" y="113"/>
                    <a:pt x="12" y="112"/>
                    <a:pt x="14" y="111"/>
                  </a:cubicBezTo>
                  <a:cubicBezTo>
                    <a:pt x="16" y="109"/>
                    <a:pt x="17" y="107"/>
                    <a:pt x="19" y="106"/>
                  </a:cubicBezTo>
                  <a:cubicBezTo>
                    <a:pt x="20" y="105"/>
                    <a:pt x="20" y="104"/>
                    <a:pt x="19" y="103"/>
                  </a:cubicBezTo>
                  <a:cubicBezTo>
                    <a:pt x="17" y="97"/>
                    <a:pt x="14" y="92"/>
                    <a:pt x="12" y="86"/>
                  </a:cubicBezTo>
                  <a:cubicBezTo>
                    <a:pt x="12" y="85"/>
                    <a:pt x="11" y="84"/>
                    <a:pt x="9" y="84"/>
                  </a:cubicBezTo>
                  <a:cubicBezTo>
                    <a:pt x="7" y="84"/>
                    <a:pt x="5" y="84"/>
                    <a:pt x="2" y="84"/>
                  </a:cubicBezTo>
                  <a:cubicBezTo>
                    <a:pt x="1" y="84"/>
                    <a:pt x="0" y="83"/>
                    <a:pt x="0" y="81"/>
                  </a:cubicBezTo>
                  <a:cubicBezTo>
                    <a:pt x="0" y="74"/>
                    <a:pt x="0" y="67"/>
                    <a:pt x="0" y="60"/>
                  </a:cubicBezTo>
                  <a:cubicBezTo>
                    <a:pt x="0" y="59"/>
                    <a:pt x="0" y="58"/>
                    <a:pt x="2" y="58"/>
                  </a:cubicBezTo>
                  <a:cubicBezTo>
                    <a:pt x="4" y="58"/>
                    <a:pt x="7" y="58"/>
                    <a:pt x="9" y="58"/>
                  </a:cubicBezTo>
                  <a:cubicBezTo>
                    <a:pt x="11" y="58"/>
                    <a:pt x="12" y="57"/>
                    <a:pt x="12" y="56"/>
                  </a:cubicBezTo>
                  <a:cubicBezTo>
                    <a:pt x="13" y="50"/>
                    <a:pt x="16" y="44"/>
                    <a:pt x="19" y="39"/>
                  </a:cubicBezTo>
                  <a:cubicBezTo>
                    <a:pt x="20" y="37"/>
                    <a:pt x="20" y="36"/>
                    <a:pt x="19" y="35"/>
                  </a:cubicBezTo>
                  <a:cubicBezTo>
                    <a:pt x="17" y="34"/>
                    <a:pt x="15" y="32"/>
                    <a:pt x="13" y="30"/>
                  </a:cubicBezTo>
                  <a:cubicBezTo>
                    <a:pt x="12" y="29"/>
                    <a:pt x="12" y="28"/>
                    <a:pt x="13" y="27"/>
                  </a:cubicBezTo>
                  <a:cubicBezTo>
                    <a:pt x="18" y="22"/>
                    <a:pt x="23" y="17"/>
                    <a:pt x="28" y="11"/>
                  </a:cubicBezTo>
                  <a:cubicBezTo>
                    <a:pt x="29" y="10"/>
                    <a:pt x="30" y="10"/>
                    <a:pt x="31" y="12"/>
                  </a:cubicBezTo>
                  <a:cubicBezTo>
                    <a:pt x="33" y="13"/>
                    <a:pt x="35" y="15"/>
                    <a:pt x="37" y="17"/>
                  </a:cubicBezTo>
                  <a:cubicBezTo>
                    <a:pt x="38" y="18"/>
                    <a:pt x="39" y="18"/>
                    <a:pt x="40" y="18"/>
                  </a:cubicBezTo>
                  <a:cubicBezTo>
                    <a:pt x="46" y="15"/>
                    <a:pt x="51" y="13"/>
                    <a:pt x="57" y="11"/>
                  </a:cubicBezTo>
                  <a:cubicBezTo>
                    <a:pt x="58" y="10"/>
                    <a:pt x="59" y="9"/>
                    <a:pt x="59" y="8"/>
                  </a:cubicBezTo>
                  <a:cubicBezTo>
                    <a:pt x="59" y="6"/>
                    <a:pt x="59" y="4"/>
                    <a:pt x="59" y="3"/>
                  </a:cubicBezTo>
                  <a:cubicBezTo>
                    <a:pt x="59" y="1"/>
                    <a:pt x="59" y="0"/>
                    <a:pt x="61" y="0"/>
                  </a:cubicBezTo>
                  <a:cubicBezTo>
                    <a:pt x="68" y="0"/>
                    <a:pt x="75" y="0"/>
                    <a:pt x="82" y="0"/>
                  </a:cubicBezTo>
                  <a:cubicBezTo>
                    <a:pt x="84" y="0"/>
                    <a:pt x="85" y="1"/>
                    <a:pt x="85" y="2"/>
                  </a:cubicBezTo>
                  <a:cubicBezTo>
                    <a:pt x="85" y="4"/>
                    <a:pt x="85" y="6"/>
                    <a:pt x="85" y="8"/>
                  </a:cubicBezTo>
                  <a:cubicBezTo>
                    <a:pt x="85" y="9"/>
                    <a:pt x="85" y="10"/>
                    <a:pt x="87" y="10"/>
                  </a:cubicBezTo>
                  <a:cubicBezTo>
                    <a:pt x="93" y="12"/>
                    <a:pt x="99" y="14"/>
                    <a:pt x="105" y="18"/>
                  </a:cubicBezTo>
                  <a:cubicBezTo>
                    <a:pt x="106" y="18"/>
                    <a:pt x="107" y="18"/>
                    <a:pt x="108" y="17"/>
                  </a:cubicBezTo>
                  <a:cubicBezTo>
                    <a:pt x="109" y="15"/>
                    <a:pt x="111" y="14"/>
                    <a:pt x="113" y="12"/>
                  </a:cubicBezTo>
                  <a:cubicBezTo>
                    <a:pt x="114" y="11"/>
                    <a:pt x="115" y="11"/>
                    <a:pt x="116" y="12"/>
                  </a:cubicBezTo>
                  <a:cubicBezTo>
                    <a:pt x="121" y="17"/>
                    <a:pt x="126" y="22"/>
                    <a:pt x="131" y="27"/>
                  </a:cubicBezTo>
                  <a:cubicBezTo>
                    <a:pt x="132" y="28"/>
                    <a:pt x="132" y="29"/>
                    <a:pt x="131" y="30"/>
                  </a:cubicBezTo>
                  <a:cubicBezTo>
                    <a:pt x="129" y="32"/>
                    <a:pt x="128" y="33"/>
                    <a:pt x="126" y="35"/>
                  </a:cubicBezTo>
                  <a:cubicBezTo>
                    <a:pt x="125" y="36"/>
                    <a:pt x="125" y="37"/>
                    <a:pt x="125" y="38"/>
                  </a:cubicBezTo>
                  <a:cubicBezTo>
                    <a:pt x="129" y="44"/>
                    <a:pt x="131" y="50"/>
                    <a:pt x="133" y="56"/>
                  </a:cubicBezTo>
                  <a:cubicBezTo>
                    <a:pt x="133" y="57"/>
                    <a:pt x="134" y="58"/>
                    <a:pt x="136" y="58"/>
                  </a:cubicBezTo>
                  <a:cubicBezTo>
                    <a:pt x="138" y="58"/>
                    <a:pt x="140" y="58"/>
                    <a:pt x="142" y="58"/>
                  </a:cubicBezTo>
                  <a:cubicBezTo>
                    <a:pt x="144" y="58"/>
                    <a:pt x="144" y="59"/>
                    <a:pt x="144" y="60"/>
                  </a:cubicBezTo>
                  <a:cubicBezTo>
                    <a:pt x="144" y="67"/>
                    <a:pt x="144" y="75"/>
                    <a:pt x="144" y="82"/>
                  </a:cubicBezTo>
                  <a:cubicBezTo>
                    <a:pt x="144" y="83"/>
                    <a:pt x="144" y="84"/>
                    <a:pt x="142" y="84"/>
                  </a:cubicBezTo>
                  <a:cubicBezTo>
                    <a:pt x="140" y="84"/>
                    <a:pt x="138" y="84"/>
                    <a:pt x="135" y="84"/>
                  </a:cubicBezTo>
                  <a:cubicBezTo>
                    <a:pt x="134" y="84"/>
                    <a:pt x="133" y="85"/>
                    <a:pt x="133" y="86"/>
                  </a:cubicBezTo>
                  <a:cubicBezTo>
                    <a:pt x="131" y="92"/>
                    <a:pt x="129" y="98"/>
                    <a:pt x="125" y="103"/>
                  </a:cubicBezTo>
                  <a:cubicBezTo>
                    <a:pt x="125" y="104"/>
                    <a:pt x="125" y="105"/>
                    <a:pt x="126" y="106"/>
                  </a:cubicBezTo>
                  <a:cubicBezTo>
                    <a:pt x="127" y="108"/>
                    <a:pt x="129" y="109"/>
                    <a:pt x="130" y="111"/>
                  </a:cubicBezTo>
                  <a:cubicBezTo>
                    <a:pt x="132" y="112"/>
                    <a:pt x="132" y="113"/>
                    <a:pt x="131" y="114"/>
                  </a:cubicBezTo>
                  <a:cubicBezTo>
                    <a:pt x="125" y="119"/>
                    <a:pt x="120" y="124"/>
                    <a:pt x="115" y="129"/>
                  </a:cubicBezTo>
                  <a:cubicBezTo>
                    <a:pt x="114" y="130"/>
                    <a:pt x="113" y="130"/>
                    <a:pt x="112" y="129"/>
                  </a:cubicBezTo>
                  <a:cubicBezTo>
                    <a:pt x="111" y="127"/>
                    <a:pt x="109" y="126"/>
                    <a:pt x="107" y="124"/>
                  </a:cubicBezTo>
                  <a:cubicBezTo>
                    <a:pt x="106" y="123"/>
                    <a:pt x="105" y="123"/>
                    <a:pt x="104" y="124"/>
                  </a:cubicBezTo>
                  <a:cubicBezTo>
                    <a:pt x="99" y="127"/>
                    <a:pt x="93" y="129"/>
                    <a:pt x="87" y="131"/>
                  </a:cubicBezTo>
                  <a:cubicBezTo>
                    <a:pt x="85" y="131"/>
                    <a:pt x="85" y="132"/>
                    <a:pt x="85" y="133"/>
                  </a:cubicBezTo>
                  <a:cubicBezTo>
                    <a:pt x="85" y="135"/>
                    <a:pt x="85" y="137"/>
                    <a:pt x="85" y="139"/>
                  </a:cubicBezTo>
                  <a:cubicBezTo>
                    <a:pt x="85" y="140"/>
                    <a:pt x="84" y="141"/>
                    <a:pt x="82" y="141"/>
                  </a:cubicBezTo>
                  <a:cubicBezTo>
                    <a:pt x="79" y="141"/>
                    <a:pt x="75" y="141"/>
                    <a:pt x="72" y="141"/>
                  </a:cubicBezTo>
                  <a:cubicBezTo>
                    <a:pt x="72" y="141"/>
                    <a:pt x="72" y="141"/>
                    <a:pt x="72" y="141"/>
                  </a:cubicBezTo>
                  <a:close/>
                  <a:moveTo>
                    <a:pt x="117" y="71"/>
                  </a:moveTo>
                  <a:cubicBezTo>
                    <a:pt x="117" y="47"/>
                    <a:pt x="97" y="27"/>
                    <a:pt x="73" y="27"/>
                  </a:cubicBezTo>
                  <a:cubicBezTo>
                    <a:pt x="48" y="27"/>
                    <a:pt x="28" y="46"/>
                    <a:pt x="28" y="71"/>
                  </a:cubicBezTo>
                  <a:cubicBezTo>
                    <a:pt x="28" y="95"/>
                    <a:pt x="48" y="114"/>
                    <a:pt x="72" y="114"/>
                  </a:cubicBezTo>
                  <a:cubicBezTo>
                    <a:pt x="97" y="114"/>
                    <a:pt x="117" y="95"/>
                    <a:pt x="117" y="7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0" name="Freeform 937">
              <a:extLst>
                <a:ext uri="{FF2B5EF4-FFF2-40B4-BE49-F238E27FC236}">
                  <a16:creationId xmlns="" xmlns:a16="http://schemas.microsoft.com/office/drawing/2014/main" id="{4BDD0B31-2DEA-467F-906D-5F7C91CA28E9}"/>
                </a:ext>
              </a:extLst>
            </p:cNvPr>
            <p:cNvSpPr>
              <a:spLocks/>
            </p:cNvSpPr>
            <p:nvPr/>
          </p:nvSpPr>
          <p:spPr bwMode="auto">
            <a:xfrm>
              <a:off x="11089852" y="483485"/>
              <a:ext cx="132386" cy="71162"/>
            </a:xfrm>
            <a:custGeom>
              <a:avLst/>
              <a:gdLst>
                <a:gd name="T0" fmla="*/ 208 w 208"/>
                <a:gd name="T1" fmla="*/ 112 h 112"/>
                <a:gd name="T2" fmla="*/ 205 w 208"/>
                <a:gd name="T3" fmla="*/ 111 h 112"/>
                <a:gd name="T4" fmla="*/ 176 w 208"/>
                <a:gd name="T5" fmla="*/ 97 h 112"/>
                <a:gd name="T6" fmla="*/ 173 w 208"/>
                <a:gd name="T7" fmla="*/ 93 h 112"/>
                <a:gd name="T8" fmla="*/ 170 w 208"/>
                <a:gd name="T9" fmla="*/ 90 h 112"/>
                <a:gd name="T10" fmla="*/ 164 w 208"/>
                <a:gd name="T11" fmla="*/ 90 h 112"/>
                <a:gd name="T12" fmla="*/ 161 w 208"/>
                <a:gd name="T13" fmla="*/ 88 h 112"/>
                <a:gd name="T14" fmla="*/ 156 w 208"/>
                <a:gd name="T15" fmla="*/ 75 h 112"/>
                <a:gd name="T16" fmla="*/ 156 w 208"/>
                <a:gd name="T17" fmla="*/ 72 h 112"/>
                <a:gd name="T18" fmla="*/ 162 w 208"/>
                <a:gd name="T19" fmla="*/ 66 h 112"/>
                <a:gd name="T20" fmla="*/ 162 w 208"/>
                <a:gd name="T21" fmla="*/ 63 h 112"/>
                <a:gd name="T22" fmla="*/ 154 w 208"/>
                <a:gd name="T23" fmla="*/ 54 h 112"/>
                <a:gd name="T24" fmla="*/ 97 w 208"/>
                <a:gd name="T25" fmla="*/ 24 h 112"/>
                <a:gd name="T26" fmla="*/ 23 w 208"/>
                <a:gd name="T27" fmla="*/ 72 h 112"/>
                <a:gd name="T28" fmla="*/ 18 w 208"/>
                <a:gd name="T29" fmla="*/ 75 h 112"/>
                <a:gd name="T30" fmla="*/ 3 w 208"/>
                <a:gd name="T31" fmla="*/ 75 h 112"/>
                <a:gd name="T32" fmla="*/ 1 w 208"/>
                <a:gd name="T33" fmla="*/ 72 h 112"/>
                <a:gd name="T34" fmla="*/ 81 w 208"/>
                <a:gd name="T35" fmla="*/ 5 h 112"/>
                <a:gd name="T36" fmla="*/ 166 w 208"/>
                <a:gd name="T37" fmla="*/ 36 h 112"/>
                <a:gd name="T38" fmla="*/ 175 w 208"/>
                <a:gd name="T39" fmla="*/ 48 h 112"/>
                <a:gd name="T40" fmla="*/ 180 w 208"/>
                <a:gd name="T41" fmla="*/ 49 h 112"/>
                <a:gd name="T42" fmla="*/ 194 w 208"/>
                <a:gd name="T43" fmla="*/ 39 h 112"/>
                <a:gd name="T44" fmla="*/ 196 w 208"/>
                <a:gd name="T45" fmla="*/ 37 h 112"/>
                <a:gd name="T46" fmla="*/ 208 w 208"/>
                <a:gd name="T47"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8" h="112">
                  <a:moveTo>
                    <a:pt x="208" y="112"/>
                  </a:moveTo>
                  <a:cubicBezTo>
                    <a:pt x="206" y="111"/>
                    <a:pt x="206" y="111"/>
                    <a:pt x="205" y="111"/>
                  </a:cubicBezTo>
                  <a:cubicBezTo>
                    <a:pt x="195" y="106"/>
                    <a:pt x="186" y="101"/>
                    <a:pt x="176" y="97"/>
                  </a:cubicBezTo>
                  <a:cubicBezTo>
                    <a:pt x="174" y="96"/>
                    <a:pt x="173" y="95"/>
                    <a:pt x="173" y="93"/>
                  </a:cubicBezTo>
                  <a:cubicBezTo>
                    <a:pt x="174" y="91"/>
                    <a:pt x="172" y="90"/>
                    <a:pt x="170" y="90"/>
                  </a:cubicBezTo>
                  <a:cubicBezTo>
                    <a:pt x="168" y="90"/>
                    <a:pt x="166" y="90"/>
                    <a:pt x="164" y="90"/>
                  </a:cubicBezTo>
                  <a:cubicBezTo>
                    <a:pt x="162" y="90"/>
                    <a:pt x="162" y="89"/>
                    <a:pt x="161" y="88"/>
                  </a:cubicBezTo>
                  <a:cubicBezTo>
                    <a:pt x="159" y="84"/>
                    <a:pt x="158" y="79"/>
                    <a:pt x="156" y="75"/>
                  </a:cubicBezTo>
                  <a:cubicBezTo>
                    <a:pt x="155" y="74"/>
                    <a:pt x="155" y="73"/>
                    <a:pt x="156" y="72"/>
                  </a:cubicBezTo>
                  <a:cubicBezTo>
                    <a:pt x="158" y="70"/>
                    <a:pt x="160" y="68"/>
                    <a:pt x="162" y="66"/>
                  </a:cubicBezTo>
                  <a:cubicBezTo>
                    <a:pt x="163" y="65"/>
                    <a:pt x="163" y="64"/>
                    <a:pt x="162" y="63"/>
                  </a:cubicBezTo>
                  <a:cubicBezTo>
                    <a:pt x="160" y="60"/>
                    <a:pt x="157" y="57"/>
                    <a:pt x="154" y="54"/>
                  </a:cubicBezTo>
                  <a:cubicBezTo>
                    <a:pt x="140" y="36"/>
                    <a:pt x="121" y="26"/>
                    <a:pt x="97" y="24"/>
                  </a:cubicBezTo>
                  <a:cubicBezTo>
                    <a:pt x="65" y="23"/>
                    <a:pt x="35" y="42"/>
                    <a:pt x="23" y="72"/>
                  </a:cubicBezTo>
                  <a:cubicBezTo>
                    <a:pt x="22" y="74"/>
                    <a:pt x="21" y="75"/>
                    <a:pt x="18" y="75"/>
                  </a:cubicBezTo>
                  <a:cubicBezTo>
                    <a:pt x="13" y="75"/>
                    <a:pt x="8" y="75"/>
                    <a:pt x="3" y="75"/>
                  </a:cubicBezTo>
                  <a:cubicBezTo>
                    <a:pt x="1" y="75"/>
                    <a:pt x="0" y="75"/>
                    <a:pt x="1" y="72"/>
                  </a:cubicBezTo>
                  <a:cubicBezTo>
                    <a:pt x="15" y="34"/>
                    <a:pt x="41" y="11"/>
                    <a:pt x="81" y="5"/>
                  </a:cubicBezTo>
                  <a:cubicBezTo>
                    <a:pt x="114" y="0"/>
                    <a:pt x="142" y="11"/>
                    <a:pt x="166" y="36"/>
                  </a:cubicBezTo>
                  <a:cubicBezTo>
                    <a:pt x="169" y="40"/>
                    <a:pt x="172" y="44"/>
                    <a:pt x="175" y="48"/>
                  </a:cubicBezTo>
                  <a:cubicBezTo>
                    <a:pt x="177" y="51"/>
                    <a:pt x="177" y="51"/>
                    <a:pt x="180" y="49"/>
                  </a:cubicBezTo>
                  <a:cubicBezTo>
                    <a:pt x="184" y="46"/>
                    <a:pt x="189" y="42"/>
                    <a:pt x="194" y="39"/>
                  </a:cubicBezTo>
                  <a:cubicBezTo>
                    <a:pt x="194" y="38"/>
                    <a:pt x="195" y="38"/>
                    <a:pt x="196" y="37"/>
                  </a:cubicBezTo>
                  <a:cubicBezTo>
                    <a:pt x="200" y="62"/>
                    <a:pt x="204" y="87"/>
                    <a:pt x="208" y="1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1" name="Freeform 938">
              <a:extLst>
                <a:ext uri="{FF2B5EF4-FFF2-40B4-BE49-F238E27FC236}">
                  <a16:creationId xmlns="" xmlns:a16="http://schemas.microsoft.com/office/drawing/2014/main" id="{824A626A-6976-4AC4-B632-1F1954FD588B}"/>
                </a:ext>
              </a:extLst>
            </p:cNvPr>
            <p:cNvSpPr>
              <a:spLocks/>
            </p:cNvSpPr>
            <p:nvPr/>
          </p:nvSpPr>
          <p:spPr bwMode="auto">
            <a:xfrm>
              <a:off x="11081796" y="561091"/>
              <a:ext cx="126479" cy="55318"/>
            </a:xfrm>
            <a:custGeom>
              <a:avLst/>
              <a:gdLst>
                <a:gd name="T0" fmla="*/ 26 w 199"/>
                <a:gd name="T1" fmla="*/ 71 h 87"/>
                <a:gd name="T2" fmla="*/ 0 w 199"/>
                <a:gd name="T3" fmla="*/ 0 h 87"/>
                <a:gd name="T4" fmla="*/ 3 w 199"/>
                <a:gd name="T5" fmla="*/ 1 h 87"/>
                <a:gd name="T6" fmla="*/ 48 w 199"/>
                <a:gd name="T7" fmla="*/ 12 h 87"/>
                <a:gd name="T8" fmla="*/ 53 w 199"/>
                <a:gd name="T9" fmla="*/ 17 h 87"/>
                <a:gd name="T10" fmla="*/ 52 w 199"/>
                <a:gd name="T11" fmla="*/ 19 h 87"/>
                <a:gd name="T12" fmla="*/ 46 w 199"/>
                <a:gd name="T13" fmla="*/ 25 h 87"/>
                <a:gd name="T14" fmla="*/ 46 w 199"/>
                <a:gd name="T15" fmla="*/ 28 h 87"/>
                <a:gd name="T16" fmla="*/ 55 w 199"/>
                <a:gd name="T17" fmla="*/ 37 h 87"/>
                <a:gd name="T18" fmla="*/ 55 w 199"/>
                <a:gd name="T19" fmla="*/ 39 h 87"/>
                <a:gd name="T20" fmla="*/ 57 w 199"/>
                <a:gd name="T21" fmla="*/ 42 h 87"/>
                <a:gd name="T22" fmla="*/ 93 w 199"/>
                <a:gd name="T23" fmla="*/ 61 h 87"/>
                <a:gd name="T24" fmla="*/ 173 w 199"/>
                <a:gd name="T25" fmla="*/ 30 h 87"/>
                <a:gd name="T26" fmla="*/ 175 w 199"/>
                <a:gd name="T27" fmla="*/ 27 h 87"/>
                <a:gd name="T28" fmla="*/ 181 w 199"/>
                <a:gd name="T29" fmla="*/ 24 h 87"/>
                <a:gd name="T30" fmla="*/ 196 w 199"/>
                <a:gd name="T31" fmla="*/ 24 h 87"/>
                <a:gd name="T32" fmla="*/ 199 w 199"/>
                <a:gd name="T33" fmla="*/ 24 h 87"/>
                <a:gd name="T34" fmla="*/ 198 w 199"/>
                <a:gd name="T35" fmla="*/ 27 h 87"/>
                <a:gd name="T36" fmla="*/ 124 w 199"/>
                <a:gd name="T37" fmla="*/ 82 h 87"/>
                <a:gd name="T38" fmla="*/ 43 w 199"/>
                <a:gd name="T39" fmla="*/ 57 h 87"/>
                <a:gd name="T40" fmla="*/ 39 w 199"/>
                <a:gd name="T41" fmla="*/ 57 h 87"/>
                <a:gd name="T42" fmla="*/ 28 w 199"/>
                <a:gd name="T43" fmla="*/ 69 h 87"/>
                <a:gd name="T44" fmla="*/ 27 w 199"/>
                <a:gd name="T45" fmla="*/ 71 h 87"/>
                <a:gd name="T46" fmla="*/ 26 w 199"/>
                <a:gd name="T47" fmla="*/ 7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87">
                  <a:moveTo>
                    <a:pt x="26" y="71"/>
                  </a:moveTo>
                  <a:cubicBezTo>
                    <a:pt x="18" y="47"/>
                    <a:pt x="9" y="24"/>
                    <a:pt x="0" y="0"/>
                  </a:cubicBezTo>
                  <a:cubicBezTo>
                    <a:pt x="2" y="1"/>
                    <a:pt x="3" y="1"/>
                    <a:pt x="3" y="1"/>
                  </a:cubicBezTo>
                  <a:cubicBezTo>
                    <a:pt x="18" y="5"/>
                    <a:pt x="33" y="8"/>
                    <a:pt x="48" y="12"/>
                  </a:cubicBezTo>
                  <a:cubicBezTo>
                    <a:pt x="50" y="13"/>
                    <a:pt x="53" y="15"/>
                    <a:pt x="53" y="17"/>
                  </a:cubicBezTo>
                  <a:cubicBezTo>
                    <a:pt x="53" y="18"/>
                    <a:pt x="52" y="19"/>
                    <a:pt x="52" y="19"/>
                  </a:cubicBezTo>
                  <a:cubicBezTo>
                    <a:pt x="50" y="21"/>
                    <a:pt x="48" y="23"/>
                    <a:pt x="46" y="25"/>
                  </a:cubicBezTo>
                  <a:cubicBezTo>
                    <a:pt x="45" y="26"/>
                    <a:pt x="45" y="27"/>
                    <a:pt x="46" y="28"/>
                  </a:cubicBezTo>
                  <a:cubicBezTo>
                    <a:pt x="49" y="31"/>
                    <a:pt x="52" y="34"/>
                    <a:pt x="55" y="37"/>
                  </a:cubicBezTo>
                  <a:cubicBezTo>
                    <a:pt x="55" y="37"/>
                    <a:pt x="55" y="38"/>
                    <a:pt x="55" y="39"/>
                  </a:cubicBezTo>
                  <a:cubicBezTo>
                    <a:pt x="56" y="40"/>
                    <a:pt x="56" y="41"/>
                    <a:pt x="57" y="42"/>
                  </a:cubicBezTo>
                  <a:cubicBezTo>
                    <a:pt x="67" y="52"/>
                    <a:pt x="79" y="58"/>
                    <a:pt x="93" y="61"/>
                  </a:cubicBezTo>
                  <a:cubicBezTo>
                    <a:pt x="123" y="68"/>
                    <a:pt x="155" y="56"/>
                    <a:pt x="173" y="30"/>
                  </a:cubicBezTo>
                  <a:cubicBezTo>
                    <a:pt x="174" y="29"/>
                    <a:pt x="174" y="28"/>
                    <a:pt x="175" y="27"/>
                  </a:cubicBezTo>
                  <a:cubicBezTo>
                    <a:pt x="176" y="24"/>
                    <a:pt x="178" y="23"/>
                    <a:pt x="181" y="24"/>
                  </a:cubicBezTo>
                  <a:cubicBezTo>
                    <a:pt x="186" y="24"/>
                    <a:pt x="191" y="24"/>
                    <a:pt x="196" y="24"/>
                  </a:cubicBezTo>
                  <a:cubicBezTo>
                    <a:pt x="197" y="24"/>
                    <a:pt x="198" y="24"/>
                    <a:pt x="199" y="24"/>
                  </a:cubicBezTo>
                  <a:cubicBezTo>
                    <a:pt x="199" y="25"/>
                    <a:pt x="198" y="26"/>
                    <a:pt x="198" y="27"/>
                  </a:cubicBezTo>
                  <a:cubicBezTo>
                    <a:pt x="183" y="58"/>
                    <a:pt x="158" y="77"/>
                    <a:pt x="124" y="82"/>
                  </a:cubicBezTo>
                  <a:cubicBezTo>
                    <a:pt x="93" y="87"/>
                    <a:pt x="66" y="78"/>
                    <a:pt x="43" y="57"/>
                  </a:cubicBezTo>
                  <a:cubicBezTo>
                    <a:pt x="41" y="55"/>
                    <a:pt x="40" y="56"/>
                    <a:pt x="39" y="57"/>
                  </a:cubicBezTo>
                  <a:cubicBezTo>
                    <a:pt x="36" y="61"/>
                    <a:pt x="32" y="65"/>
                    <a:pt x="28" y="69"/>
                  </a:cubicBezTo>
                  <a:cubicBezTo>
                    <a:pt x="28" y="70"/>
                    <a:pt x="27" y="70"/>
                    <a:pt x="27" y="71"/>
                  </a:cubicBezTo>
                  <a:cubicBezTo>
                    <a:pt x="27" y="71"/>
                    <a:pt x="26" y="71"/>
                    <a:pt x="26" y="7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2" name="Freeform 939">
              <a:extLst>
                <a:ext uri="{FF2B5EF4-FFF2-40B4-BE49-F238E27FC236}">
                  <a16:creationId xmlns="" xmlns:a16="http://schemas.microsoft.com/office/drawing/2014/main" id="{CE72245E-A3C5-4D6D-843F-999DB50BD66C}"/>
                </a:ext>
              </a:extLst>
            </p:cNvPr>
            <p:cNvSpPr>
              <a:spLocks noEditPoints="1"/>
            </p:cNvSpPr>
            <p:nvPr/>
          </p:nvSpPr>
          <p:spPr bwMode="auto">
            <a:xfrm>
              <a:off x="11130132" y="529941"/>
              <a:ext cx="42428" cy="42697"/>
            </a:xfrm>
            <a:custGeom>
              <a:avLst/>
              <a:gdLst>
                <a:gd name="T0" fmla="*/ 67 w 67"/>
                <a:gd name="T1" fmla="*/ 34 h 67"/>
                <a:gd name="T2" fmla="*/ 34 w 67"/>
                <a:gd name="T3" fmla="*/ 67 h 67"/>
                <a:gd name="T4" fmla="*/ 0 w 67"/>
                <a:gd name="T5" fmla="*/ 34 h 67"/>
                <a:gd name="T6" fmla="*/ 34 w 67"/>
                <a:gd name="T7" fmla="*/ 0 h 67"/>
                <a:gd name="T8" fmla="*/ 67 w 67"/>
                <a:gd name="T9" fmla="*/ 34 h 67"/>
                <a:gd name="T10" fmla="*/ 34 w 67"/>
                <a:gd name="T11" fmla="*/ 56 h 67"/>
                <a:gd name="T12" fmla="*/ 57 w 67"/>
                <a:gd name="T13" fmla="*/ 34 h 67"/>
                <a:gd name="T14" fmla="*/ 34 w 67"/>
                <a:gd name="T15" fmla="*/ 11 h 67"/>
                <a:gd name="T16" fmla="*/ 11 w 67"/>
                <a:gd name="T17" fmla="*/ 34 h 67"/>
                <a:gd name="T18" fmla="*/ 34 w 67"/>
                <a:gd name="T19" fmla="*/ 5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67">
                  <a:moveTo>
                    <a:pt x="67" y="34"/>
                  </a:moveTo>
                  <a:cubicBezTo>
                    <a:pt x="67" y="52"/>
                    <a:pt x="53" y="67"/>
                    <a:pt x="34" y="67"/>
                  </a:cubicBezTo>
                  <a:cubicBezTo>
                    <a:pt x="15" y="67"/>
                    <a:pt x="0" y="52"/>
                    <a:pt x="0" y="34"/>
                  </a:cubicBezTo>
                  <a:cubicBezTo>
                    <a:pt x="0" y="15"/>
                    <a:pt x="16" y="0"/>
                    <a:pt x="34" y="0"/>
                  </a:cubicBezTo>
                  <a:cubicBezTo>
                    <a:pt x="53" y="1"/>
                    <a:pt x="67" y="15"/>
                    <a:pt x="67" y="34"/>
                  </a:cubicBezTo>
                  <a:close/>
                  <a:moveTo>
                    <a:pt x="34" y="56"/>
                  </a:moveTo>
                  <a:cubicBezTo>
                    <a:pt x="47" y="56"/>
                    <a:pt x="57" y="46"/>
                    <a:pt x="57" y="34"/>
                  </a:cubicBezTo>
                  <a:cubicBezTo>
                    <a:pt x="57" y="21"/>
                    <a:pt x="47" y="11"/>
                    <a:pt x="34" y="11"/>
                  </a:cubicBezTo>
                  <a:cubicBezTo>
                    <a:pt x="22" y="11"/>
                    <a:pt x="11" y="21"/>
                    <a:pt x="11" y="34"/>
                  </a:cubicBezTo>
                  <a:cubicBezTo>
                    <a:pt x="11" y="46"/>
                    <a:pt x="21" y="56"/>
                    <a:pt x="34" y="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3" name="Freeform 940">
              <a:extLst>
                <a:ext uri="{FF2B5EF4-FFF2-40B4-BE49-F238E27FC236}">
                  <a16:creationId xmlns="" xmlns:a16="http://schemas.microsoft.com/office/drawing/2014/main" id="{CAA1B6D2-6B75-46DF-9DA3-9B695C1B0C21}"/>
                </a:ext>
              </a:extLst>
            </p:cNvPr>
            <p:cNvSpPr>
              <a:spLocks/>
            </p:cNvSpPr>
            <p:nvPr/>
          </p:nvSpPr>
          <p:spPr bwMode="auto">
            <a:xfrm>
              <a:off x="11144096" y="543905"/>
              <a:ext cx="15306" cy="14501"/>
            </a:xfrm>
            <a:custGeom>
              <a:avLst/>
              <a:gdLst>
                <a:gd name="T0" fmla="*/ 0 w 24"/>
                <a:gd name="T1" fmla="*/ 12 h 23"/>
                <a:gd name="T2" fmla="*/ 12 w 24"/>
                <a:gd name="T3" fmla="*/ 0 h 23"/>
                <a:gd name="T4" fmla="*/ 24 w 24"/>
                <a:gd name="T5" fmla="*/ 11 h 23"/>
                <a:gd name="T6" fmla="*/ 12 w 24"/>
                <a:gd name="T7" fmla="*/ 23 h 23"/>
                <a:gd name="T8" fmla="*/ 0 w 24"/>
                <a:gd name="T9" fmla="*/ 12 h 23"/>
              </a:gdLst>
              <a:ahLst/>
              <a:cxnLst>
                <a:cxn ang="0">
                  <a:pos x="T0" y="T1"/>
                </a:cxn>
                <a:cxn ang="0">
                  <a:pos x="T2" y="T3"/>
                </a:cxn>
                <a:cxn ang="0">
                  <a:pos x="T4" y="T5"/>
                </a:cxn>
                <a:cxn ang="0">
                  <a:pos x="T6" y="T7"/>
                </a:cxn>
                <a:cxn ang="0">
                  <a:pos x="T8" y="T9"/>
                </a:cxn>
              </a:cxnLst>
              <a:rect l="0" t="0" r="r" b="b"/>
              <a:pathLst>
                <a:path w="24" h="23">
                  <a:moveTo>
                    <a:pt x="0" y="12"/>
                  </a:moveTo>
                  <a:cubicBezTo>
                    <a:pt x="0" y="5"/>
                    <a:pt x="5" y="0"/>
                    <a:pt x="12" y="0"/>
                  </a:cubicBezTo>
                  <a:cubicBezTo>
                    <a:pt x="18" y="0"/>
                    <a:pt x="24" y="5"/>
                    <a:pt x="24" y="11"/>
                  </a:cubicBezTo>
                  <a:cubicBezTo>
                    <a:pt x="24" y="18"/>
                    <a:pt x="19" y="23"/>
                    <a:pt x="12" y="23"/>
                  </a:cubicBezTo>
                  <a:cubicBezTo>
                    <a:pt x="5" y="23"/>
                    <a:pt x="0" y="18"/>
                    <a:pt x="0"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4" name="Freeform 941">
              <a:extLst>
                <a:ext uri="{FF2B5EF4-FFF2-40B4-BE49-F238E27FC236}">
                  <a16:creationId xmlns="" xmlns:a16="http://schemas.microsoft.com/office/drawing/2014/main" id="{34EDB92B-FA8A-4E47-9767-E8885292C604}"/>
                </a:ext>
              </a:extLst>
            </p:cNvPr>
            <p:cNvSpPr>
              <a:spLocks noEditPoints="1"/>
            </p:cNvSpPr>
            <p:nvPr/>
          </p:nvSpPr>
          <p:spPr bwMode="auto">
            <a:xfrm>
              <a:off x="11033998" y="970339"/>
              <a:ext cx="60420" cy="59078"/>
            </a:xfrm>
            <a:custGeom>
              <a:avLst/>
              <a:gdLst>
                <a:gd name="T0" fmla="*/ 41 w 95"/>
                <a:gd name="T1" fmla="*/ 93 h 93"/>
                <a:gd name="T2" fmla="*/ 39 w 95"/>
                <a:gd name="T3" fmla="*/ 87 h 93"/>
                <a:gd name="T4" fmla="*/ 27 w 95"/>
                <a:gd name="T5" fmla="*/ 81 h 93"/>
                <a:gd name="T6" fmla="*/ 21 w 95"/>
                <a:gd name="T7" fmla="*/ 85 h 93"/>
                <a:gd name="T8" fmla="*/ 9 w 95"/>
                <a:gd name="T9" fmla="*/ 75 h 93"/>
                <a:gd name="T10" fmla="*/ 13 w 95"/>
                <a:gd name="T11" fmla="*/ 70 h 93"/>
                <a:gd name="T12" fmla="*/ 8 w 95"/>
                <a:gd name="T13" fmla="*/ 57 h 93"/>
                <a:gd name="T14" fmla="*/ 2 w 95"/>
                <a:gd name="T15" fmla="*/ 55 h 93"/>
                <a:gd name="T16" fmla="*/ 0 w 95"/>
                <a:gd name="T17" fmla="*/ 40 h 93"/>
                <a:gd name="T18" fmla="*/ 6 w 95"/>
                <a:gd name="T19" fmla="*/ 38 h 93"/>
                <a:gd name="T20" fmla="*/ 13 w 95"/>
                <a:gd name="T21" fmla="*/ 25 h 93"/>
                <a:gd name="T22" fmla="*/ 9 w 95"/>
                <a:gd name="T23" fmla="*/ 19 h 93"/>
                <a:gd name="T24" fmla="*/ 19 w 95"/>
                <a:gd name="T25" fmla="*/ 7 h 93"/>
                <a:gd name="T26" fmla="*/ 25 w 95"/>
                <a:gd name="T27" fmla="*/ 11 h 93"/>
                <a:gd name="T28" fmla="*/ 38 w 95"/>
                <a:gd name="T29" fmla="*/ 7 h 93"/>
                <a:gd name="T30" fmla="*/ 39 w 95"/>
                <a:gd name="T31" fmla="*/ 1 h 93"/>
                <a:gd name="T32" fmla="*/ 54 w 95"/>
                <a:gd name="T33" fmla="*/ 0 h 93"/>
                <a:gd name="T34" fmla="*/ 56 w 95"/>
                <a:gd name="T35" fmla="*/ 5 h 93"/>
                <a:gd name="T36" fmla="*/ 69 w 95"/>
                <a:gd name="T37" fmla="*/ 11 h 93"/>
                <a:gd name="T38" fmla="*/ 75 w 95"/>
                <a:gd name="T39" fmla="*/ 8 h 93"/>
                <a:gd name="T40" fmla="*/ 87 w 95"/>
                <a:gd name="T41" fmla="*/ 18 h 93"/>
                <a:gd name="T42" fmla="*/ 83 w 95"/>
                <a:gd name="T43" fmla="*/ 23 h 93"/>
                <a:gd name="T44" fmla="*/ 88 w 95"/>
                <a:gd name="T45" fmla="*/ 37 h 93"/>
                <a:gd name="T46" fmla="*/ 94 w 95"/>
                <a:gd name="T47" fmla="*/ 38 h 93"/>
                <a:gd name="T48" fmla="*/ 95 w 95"/>
                <a:gd name="T49" fmla="*/ 54 h 93"/>
                <a:gd name="T50" fmla="*/ 90 w 95"/>
                <a:gd name="T51" fmla="*/ 55 h 93"/>
                <a:gd name="T52" fmla="*/ 83 w 95"/>
                <a:gd name="T53" fmla="*/ 68 h 93"/>
                <a:gd name="T54" fmla="*/ 86 w 95"/>
                <a:gd name="T55" fmla="*/ 73 h 93"/>
                <a:gd name="T56" fmla="*/ 76 w 95"/>
                <a:gd name="T57" fmla="*/ 85 h 93"/>
                <a:gd name="T58" fmla="*/ 71 w 95"/>
                <a:gd name="T59" fmla="*/ 82 h 93"/>
                <a:gd name="T60" fmla="*/ 57 w 95"/>
                <a:gd name="T61" fmla="*/ 86 h 93"/>
                <a:gd name="T62" fmla="*/ 56 w 95"/>
                <a:gd name="T63" fmla="*/ 91 h 93"/>
                <a:gd name="T64" fmla="*/ 47 w 95"/>
                <a:gd name="T65" fmla="*/ 93 h 93"/>
                <a:gd name="T66" fmla="*/ 77 w 95"/>
                <a:gd name="T67" fmla="*/ 46 h 93"/>
                <a:gd name="T68" fmla="*/ 19 w 95"/>
                <a:gd name="T69" fmla="*/ 46 h 93"/>
                <a:gd name="T70" fmla="*/ 77 w 95"/>
                <a:gd name="T71" fmla="*/ 46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5" h="93">
                  <a:moveTo>
                    <a:pt x="47" y="93"/>
                  </a:moveTo>
                  <a:cubicBezTo>
                    <a:pt x="45" y="93"/>
                    <a:pt x="43" y="93"/>
                    <a:pt x="41" y="93"/>
                  </a:cubicBezTo>
                  <a:cubicBezTo>
                    <a:pt x="39" y="93"/>
                    <a:pt x="39" y="93"/>
                    <a:pt x="39" y="91"/>
                  </a:cubicBezTo>
                  <a:cubicBezTo>
                    <a:pt x="39" y="90"/>
                    <a:pt x="39" y="88"/>
                    <a:pt x="39" y="87"/>
                  </a:cubicBezTo>
                  <a:cubicBezTo>
                    <a:pt x="39" y="86"/>
                    <a:pt x="39" y="86"/>
                    <a:pt x="38" y="86"/>
                  </a:cubicBezTo>
                  <a:cubicBezTo>
                    <a:pt x="34" y="84"/>
                    <a:pt x="30" y="83"/>
                    <a:pt x="27" y="81"/>
                  </a:cubicBezTo>
                  <a:cubicBezTo>
                    <a:pt x="26" y="81"/>
                    <a:pt x="25" y="81"/>
                    <a:pt x="25" y="81"/>
                  </a:cubicBezTo>
                  <a:cubicBezTo>
                    <a:pt x="24" y="83"/>
                    <a:pt x="22" y="84"/>
                    <a:pt x="21" y="85"/>
                  </a:cubicBezTo>
                  <a:cubicBezTo>
                    <a:pt x="21" y="86"/>
                    <a:pt x="20" y="86"/>
                    <a:pt x="19" y="85"/>
                  </a:cubicBezTo>
                  <a:cubicBezTo>
                    <a:pt x="16" y="82"/>
                    <a:pt x="13" y="78"/>
                    <a:pt x="9" y="75"/>
                  </a:cubicBezTo>
                  <a:cubicBezTo>
                    <a:pt x="9" y="74"/>
                    <a:pt x="8" y="74"/>
                    <a:pt x="9" y="73"/>
                  </a:cubicBezTo>
                  <a:cubicBezTo>
                    <a:pt x="11" y="72"/>
                    <a:pt x="12" y="71"/>
                    <a:pt x="13" y="70"/>
                  </a:cubicBezTo>
                  <a:cubicBezTo>
                    <a:pt x="13" y="69"/>
                    <a:pt x="13" y="68"/>
                    <a:pt x="13" y="67"/>
                  </a:cubicBezTo>
                  <a:cubicBezTo>
                    <a:pt x="11" y="64"/>
                    <a:pt x="10" y="60"/>
                    <a:pt x="8" y="57"/>
                  </a:cubicBezTo>
                  <a:cubicBezTo>
                    <a:pt x="8" y="56"/>
                    <a:pt x="7" y="55"/>
                    <a:pt x="6" y="55"/>
                  </a:cubicBezTo>
                  <a:cubicBezTo>
                    <a:pt x="5" y="55"/>
                    <a:pt x="3" y="55"/>
                    <a:pt x="2" y="55"/>
                  </a:cubicBezTo>
                  <a:cubicBezTo>
                    <a:pt x="1" y="55"/>
                    <a:pt x="0" y="55"/>
                    <a:pt x="0" y="53"/>
                  </a:cubicBezTo>
                  <a:cubicBezTo>
                    <a:pt x="0" y="49"/>
                    <a:pt x="0" y="44"/>
                    <a:pt x="0" y="40"/>
                  </a:cubicBezTo>
                  <a:cubicBezTo>
                    <a:pt x="0" y="39"/>
                    <a:pt x="1" y="38"/>
                    <a:pt x="2" y="38"/>
                  </a:cubicBezTo>
                  <a:cubicBezTo>
                    <a:pt x="3" y="38"/>
                    <a:pt x="5" y="38"/>
                    <a:pt x="6" y="38"/>
                  </a:cubicBezTo>
                  <a:cubicBezTo>
                    <a:pt x="7" y="38"/>
                    <a:pt x="8" y="38"/>
                    <a:pt x="8" y="37"/>
                  </a:cubicBezTo>
                  <a:cubicBezTo>
                    <a:pt x="9" y="33"/>
                    <a:pt x="11" y="29"/>
                    <a:pt x="13" y="25"/>
                  </a:cubicBezTo>
                  <a:cubicBezTo>
                    <a:pt x="13" y="24"/>
                    <a:pt x="13" y="24"/>
                    <a:pt x="13" y="23"/>
                  </a:cubicBezTo>
                  <a:cubicBezTo>
                    <a:pt x="11" y="22"/>
                    <a:pt x="10" y="21"/>
                    <a:pt x="9" y="19"/>
                  </a:cubicBezTo>
                  <a:cubicBezTo>
                    <a:pt x="8" y="19"/>
                    <a:pt x="8" y="18"/>
                    <a:pt x="9" y="17"/>
                  </a:cubicBezTo>
                  <a:cubicBezTo>
                    <a:pt x="12" y="14"/>
                    <a:pt x="16" y="11"/>
                    <a:pt x="19" y="7"/>
                  </a:cubicBezTo>
                  <a:cubicBezTo>
                    <a:pt x="20" y="7"/>
                    <a:pt x="20" y="7"/>
                    <a:pt x="21" y="7"/>
                  </a:cubicBezTo>
                  <a:cubicBezTo>
                    <a:pt x="22" y="9"/>
                    <a:pt x="23" y="10"/>
                    <a:pt x="25" y="11"/>
                  </a:cubicBezTo>
                  <a:cubicBezTo>
                    <a:pt x="25" y="12"/>
                    <a:pt x="26" y="12"/>
                    <a:pt x="27" y="11"/>
                  </a:cubicBezTo>
                  <a:cubicBezTo>
                    <a:pt x="30" y="10"/>
                    <a:pt x="34" y="8"/>
                    <a:pt x="38" y="7"/>
                  </a:cubicBezTo>
                  <a:cubicBezTo>
                    <a:pt x="39" y="6"/>
                    <a:pt x="39" y="6"/>
                    <a:pt x="39" y="5"/>
                  </a:cubicBezTo>
                  <a:cubicBezTo>
                    <a:pt x="39" y="4"/>
                    <a:pt x="39" y="3"/>
                    <a:pt x="39" y="1"/>
                  </a:cubicBezTo>
                  <a:cubicBezTo>
                    <a:pt x="39" y="0"/>
                    <a:pt x="39" y="0"/>
                    <a:pt x="41" y="0"/>
                  </a:cubicBezTo>
                  <a:cubicBezTo>
                    <a:pt x="45" y="0"/>
                    <a:pt x="50" y="0"/>
                    <a:pt x="54" y="0"/>
                  </a:cubicBezTo>
                  <a:cubicBezTo>
                    <a:pt x="56" y="0"/>
                    <a:pt x="56" y="0"/>
                    <a:pt x="56" y="1"/>
                  </a:cubicBezTo>
                  <a:cubicBezTo>
                    <a:pt x="56" y="3"/>
                    <a:pt x="56" y="4"/>
                    <a:pt x="56" y="5"/>
                  </a:cubicBezTo>
                  <a:cubicBezTo>
                    <a:pt x="56" y="6"/>
                    <a:pt x="56" y="6"/>
                    <a:pt x="57" y="7"/>
                  </a:cubicBezTo>
                  <a:cubicBezTo>
                    <a:pt x="62" y="8"/>
                    <a:pt x="66" y="9"/>
                    <a:pt x="69" y="11"/>
                  </a:cubicBezTo>
                  <a:cubicBezTo>
                    <a:pt x="70" y="12"/>
                    <a:pt x="71" y="12"/>
                    <a:pt x="71" y="11"/>
                  </a:cubicBezTo>
                  <a:cubicBezTo>
                    <a:pt x="72" y="10"/>
                    <a:pt x="73" y="9"/>
                    <a:pt x="75" y="8"/>
                  </a:cubicBezTo>
                  <a:cubicBezTo>
                    <a:pt x="75" y="7"/>
                    <a:pt x="76" y="7"/>
                    <a:pt x="77" y="8"/>
                  </a:cubicBezTo>
                  <a:cubicBezTo>
                    <a:pt x="80" y="11"/>
                    <a:pt x="83" y="14"/>
                    <a:pt x="87" y="18"/>
                  </a:cubicBezTo>
                  <a:cubicBezTo>
                    <a:pt x="87" y="18"/>
                    <a:pt x="87" y="19"/>
                    <a:pt x="87" y="20"/>
                  </a:cubicBezTo>
                  <a:cubicBezTo>
                    <a:pt x="86" y="21"/>
                    <a:pt x="84" y="22"/>
                    <a:pt x="83" y="23"/>
                  </a:cubicBezTo>
                  <a:cubicBezTo>
                    <a:pt x="83" y="24"/>
                    <a:pt x="82" y="24"/>
                    <a:pt x="83" y="25"/>
                  </a:cubicBezTo>
                  <a:cubicBezTo>
                    <a:pt x="85" y="29"/>
                    <a:pt x="87" y="33"/>
                    <a:pt x="88" y="37"/>
                  </a:cubicBezTo>
                  <a:cubicBezTo>
                    <a:pt x="88" y="38"/>
                    <a:pt x="89" y="38"/>
                    <a:pt x="90" y="38"/>
                  </a:cubicBezTo>
                  <a:cubicBezTo>
                    <a:pt x="91" y="38"/>
                    <a:pt x="92" y="38"/>
                    <a:pt x="94" y="38"/>
                  </a:cubicBezTo>
                  <a:cubicBezTo>
                    <a:pt x="95" y="38"/>
                    <a:pt x="95" y="39"/>
                    <a:pt x="95" y="40"/>
                  </a:cubicBezTo>
                  <a:cubicBezTo>
                    <a:pt x="95" y="44"/>
                    <a:pt x="95" y="49"/>
                    <a:pt x="95" y="54"/>
                  </a:cubicBezTo>
                  <a:cubicBezTo>
                    <a:pt x="95" y="55"/>
                    <a:pt x="95" y="55"/>
                    <a:pt x="94" y="55"/>
                  </a:cubicBezTo>
                  <a:cubicBezTo>
                    <a:pt x="92" y="55"/>
                    <a:pt x="91" y="55"/>
                    <a:pt x="90" y="55"/>
                  </a:cubicBezTo>
                  <a:cubicBezTo>
                    <a:pt x="89" y="55"/>
                    <a:pt x="88" y="55"/>
                    <a:pt x="88" y="57"/>
                  </a:cubicBezTo>
                  <a:cubicBezTo>
                    <a:pt x="87" y="60"/>
                    <a:pt x="85" y="64"/>
                    <a:pt x="83" y="68"/>
                  </a:cubicBezTo>
                  <a:cubicBezTo>
                    <a:pt x="82" y="68"/>
                    <a:pt x="82" y="69"/>
                    <a:pt x="83" y="70"/>
                  </a:cubicBezTo>
                  <a:cubicBezTo>
                    <a:pt x="84" y="71"/>
                    <a:pt x="85" y="72"/>
                    <a:pt x="86" y="73"/>
                  </a:cubicBezTo>
                  <a:cubicBezTo>
                    <a:pt x="87" y="73"/>
                    <a:pt x="87" y="74"/>
                    <a:pt x="86" y="75"/>
                  </a:cubicBezTo>
                  <a:cubicBezTo>
                    <a:pt x="83" y="78"/>
                    <a:pt x="80" y="81"/>
                    <a:pt x="76" y="85"/>
                  </a:cubicBezTo>
                  <a:cubicBezTo>
                    <a:pt x="75" y="86"/>
                    <a:pt x="75" y="86"/>
                    <a:pt x="74" y="85"/>
                  </a:cubicBezTo>
                  <a:cubicBezTo>
                    <a:pt x="73" y="84"/>
                    <a:pt x="72" y="83"/>
                    <a:pt x="71" y="82"/>
                  </a:cubicBezTo>
                  <a:cubicBezTo>
                    <a:pt x="70" y="81"/>
                    <a:pt x="70" y="81"/>
                    <a:pt x="69" y="81"/>
                  </a:cubicBezTo>
                  <a:cubicBezTo>
                    <a:pt x="65" y="83"/>
                    <a:pt x="61" y="85"/>
                    <a:pt x="57" y="86"/>
                  </a:cubicBezTo>
                  <a:cubicBezTo>
                    <a:pt x="56" y="86"/>
                    <a:pt x="56" y="87"/>
                    <a:pt x="56" y="88"/>
                  </a:cubicBezTo>
                  <a:cubicBezTo>
                    <a:pt x="56" y="89"/>
                    <a:pt x="56" y="90"/>
                    <a:pt x="56" y="91"/>
                  </a:cubicBezTo>
                  <a:cubicBezTo>
                    <a:pt x="56" y="92"/>
                    <a:pt x="55" y="93"/>
                    <a:pt x="54" y="93"/>
                  </a:cubicBezTo>
                  <a:cubicBezTo>
                    <a:pt x="52" y="93"/>
                    <a:pt x="50" y="93"/>
                    <a:pt x="47" y="93"/>
                  </a:cubicBezTo>
                  <a:cubicBezTo>
                    <a:pt x="47" y="93"/>
                    <a:pt x="47" y="93"/>
                    <a:pt x="47" y="93"/>
                  </a:cubicBezTo>
                  <a:close/>
                  <a:moveTo>
                    <a:pt x="77" y="46"/>
                  </a:moveTo>
                  <a:cubicBezTo>
                    <a:pt x="77" y="30"/>
                    <a:pt x="64" y="17"/>
                    <a:pt x="48" y="17"/>
                  </a:cubicBezTo>
                  <a:cubicBezTo>
                    <a:pt x="32" y="17"/>
                    <a:pt x="19" y="30"/>
                    <a:pt x="19" y="46"/>
                  </a:cubicBezTo>
                  <a:cubicBezTo>
                    <a:pt x="19" y="62"/>
                    <a:pt x="32" y="75"/>
                    <a:pt x="48" y="75"/>
                  </a:cubicBezTo>
                  <a:cubicBezTo>
                    <a:pt x="64" y="75"/>
                    <a:pt x="77" y="62"/>
                    <a:pt x="77" y="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6" name="Freeform 942">
              <a:extLst>
                <a:ext uri="{FF2B5EF4-FFF2-40B4-BE49-F238E27FC236}">
                  <a16:creationId xmlns="" xmlns:a16="http://schemas.microsoft.com/office/drawing/2014/main" id="{A3B6DC70-F8B8-4BD1-97A5-F3F20A3F41C6}"/>
                </a:ext>
              </a:extLst>
            </p:cNvPr>
            <p:cNvSpPr>
              <a:spLocks/>
            </p:cNvSpPr>
            <p:nvPr/>
          </p:nvSpPr>
          <p:spPr bwMode="auto">
            <a:xfrm>
              <a:off x="11023794" y="955033"/>
              <a:ext cx="87273" cy="47262"/>
            </a:xfrm>
            <a:custGeom>
              <a:avLst/>
              <a:gdLst>
                <a:gd name="T0" fmla="*/ 137 w 137"/>
                <a:gd name="T1" fmla="*/ 74 h 74"/>
                <a:gd name="T2" fmla="*/ 135 w 137"/>
                <a:gd name="T3" fmla="*/ 73 h 74"/>
                <a:gd name="T4" fmla="*/ 116 w 137"/>
                <a:gd name="T5" fmla="*/ 64 h 74"/>
                <a:gd name="T6" fmla="*/ 114 w 137"/>
                <a:gd name="T7" fmla="*/ 61 h 74"/>
                <a:gd name="T8" fmla="*/ 112 w 137"/>
                <a:gd name="T9" fmla="*/ 59 h 74"/>
                <a:gd name="T10" fmla="*/ 108 w 137"/>
                <a:gd name="T11" fmla="*/ 59 h 74"/>
                <a:gd name="T12" fmla="*/ 106 w 137"/>
                <a:gd name="T13" fmla="*/ 58 h 74"/>
                <a:gd name="T14" fmla="*/ 102 w 137"/>
                <a:gd name="T15" fmla="*/ 50 h 74"/>
                <a:gd name="T16" fmla="*/ 103 w 137"/>
                <a:gd name="T17" fmla="*/ 47 h 74"/>
                <a:gd name="T18" fmla="*/ 107 w 137"/>
                <a:gd name="T19" fmla="*/ 44 h 74"/>
                <a:gd name="T20" fmla="*/ 107 w 137"/>
                <a:gd name="T21" fmla="*/ 42 h 74"/>
                <a:gd name="T22" fmla="*/ 101 w 137"/>
                <a:gd name="T23" fmla="*/ 35 h 74"/>
                <a:gd name="T24" fmla="*/ 64 w 137"/>
                <a:gd name="T25" fmla="*/ 16 h 74"/>
                <a:gd name="T26" fmla="*/ 15 w 137"/>
                <a:gd name="T27" fmla="*/ 47 h 74"/>
                <a:gd name="T28" fmla="*/ 12 w 137"/>
                <a:gd name="T29" fmla="*/ 49 h 74"/>
                <a:gd name="T30" fmla="*/ 2 w 137"/>
                <a:gd name="T31" fmla="*/ 49 h 74"/>
                <a:gd name="T32" fmla="*/ 1 w 137"/>
                <a:gd name="T33" fmla="*/ 48 h 74"/>
                <a:gd name="T34" fmla="*/ 53 w 137"/>
                <a:gd name="T35" fmla="*/ 3 h 74"/>
                <a:gd name="T36" fmla="*/ 109 w 137"/>
                <a:gd name="T37" fmla="*/ 24 h 74"/>
                <a:gd name="T38" fmla="*/ 115 w 137"/>
                <a:gd name="T39" fmla="*/ 32 h 74"/>
                <a:gd name="T40" fmla="*/ 118 w 137"/>
                <a:gd name="T41" fmla="*/ 32 h 74"/>
                <a:gd name="T42" fmla="*/ 127 w 137"/>
                <a:gd name="T43" fmla="*/ 26 h 74"/>
                <a:gd name="T44" fmla="*/ 129 w 137"/>
                <a:gd name="T45" fmla="*/ 25 h 74"/>
                <a:gd name="T46" fmla="*/ 137 w 137"/>
                <a:gd name="T47"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7" h="74">
                  <a:moveTo>
                    <a:pt x="137" y="74"/>
                  </a:moveTo>
                  <a:cubicBezTo>
                    <a:pt x="136" y="73"/>
                    <a:pt x="135" y="73"/>
                    <a:pt x="135" y="73"/>
                  </a:cubicBezTo>
                  <a:cubicBezTo>
                    <a:pt x="129" y="70"/>
                    <a:pt x="122" y="67"/>
                    <a:pt x="116" y="64"/>
                  </a:cubicBezTo>
                  <a:cubicBezTo>
                    <a:pt x="115" y="63"/>
                    <a:pt x="114" y="63"/>
                    <a:pt x="114" y="61"/>
                  </a:cubicBezTo>
                  <a:cubicBezTo>
                    <a:pt x="114" y="60"/>
                    <a:pt x="113" y="59"/>
                    <a:pt x="112" y="59"/>
                  </a:cubicBezTo>
                  <a:cubicBezTo>
                    <a:pt x="111" y="59"/>
                    <a:pt x="109" y="59"/>
                    <a:pt x="108" y="59"/>
                  </a:cubicBezTo>
                  <a:cubicBezTo>
                    <a:pt x="107" y="59"/>
                    <a:pt x="106" y="59"/>
                    <a:pt x="106" y="58"/>
                  </a:cubicBezTo>
                  <a:cubicBezTo>
                    <a:pt x="105" y="55"/>
                    <a:pt x="104" y="52"/>
                    <a:pt x="102" y="50"/>
                  </a:cubicBezTo>
                  <a:cubicBezTo>
                    <a:pt x="102" y="49"/>
                    <a:pt x="102" y="48"/>
                    <a:pt x="103" y="47"/>
                  </a:cubicBezTo>
                  <a:cubicBezTo>
                    <a:pt x="104" y="46"/>
                    <a:pt x="105" y="45"/>
                    <a:pt x="107" y="44"/>
                  </a:cubicBezTo>
                  <a:cubicBezTo>
                    <a:pt x="107" y="43"/>
                    <a:pt x="107" y="43"/>
                    <a:pt x="107" y="42"/>
                  </a:cubicBezTo>
                  <a:cubicBezTo>
                    <a:pt x="105" y="40"/>
                    <a:pt x="103" y="38"/>
                    <a:pt x="101" y="35"/>
                  </a:cubicBezTo>
                  <a:cubicBezTo>
                    <a:pt x="92" y="24"/>
                    <a:pt x="79" y="17"/>
                    <a:pt x="64" y="16"/>
                  </a:cubicBezTo>
                  <a:cubicBezTo>
                    <a:pt x="43" y="15"/>
                    <a:pt x="23" y="28"/>
                    <a:pt x="15" y="47"/>
                  </a:cubicBezTo>
                  <a:cubicBezTo>
                    <a:pt x="14" y="49"/>
                    <a:pt x="13" y="50"/>
                    <a:pt x="12" y="49"/>
                  </a:cubicBezTo>
                  <a:cubicBezTo>
                    <a:pt x="9" y="49"/>
                    <a:pt x="5" y="49"/>
                    <a:pt x="2" y="49"/>
                  </a:cubicBezTo>
                  <a:cubicBezTo>
                    <a:pt x="0" y="49"/>
                    <a:pt x="0" y="49"/>
                    <a:pt x="1" y="48"/>
                  </a:cubicBezTo>
                  <a:cubicBezTo>
                    <a:pt x="9" y="23"/>
                    <a:pt x="27" y="7"/>
                    <a:pt x="53" y="3"/>
                  </a:cubicBezTo>
                  <a:cubicBezTo>
                    <a:pt x="75" y="0"/>
                    <a:pt x="94" y="8"/>
                    <a:pt x="109" y="24"/>
                  </a:cubicBezTo>
                  <a:cubicBezTo>
                    <a:pt x="111" y="26"/>
                    <a:pt x="113" y="29"/>
                    <a:pt x="115" y="32"/>
                  </a:cubicBezTo>
                  <a:cubicBezTo>
                    <a:pt x="117" y="34"/>
                    <a:pt x="117" y="34"/>
                    <a:pt x="118" y="32"/>
                  </a:cubicBezTo>
                  <a:cubicBezTo>
                    <a:pt x="121" y="30"/>
                    <a:pt x="124" y="28"/>
                    <a:pt x="127" y="26"/>
                  </a:cubicBezTo>
                  <a:cubicBezTo>
                    <a:pt x="128" y="25"/>
                    <a:pt x="128" y="25"/>
                    <a:pt x="129" y="25"/>
                  </a:cubicBezTo>
                  <a:cubicBezTo>
                    <a:pt x="132" y="41"/>
                    <a:pt x="134" y="57"/>
                    <a:pt x="137" y="7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08" name="Freeform 943">
              <a:extLst>
                <a:ext uri="{FF2B5EF4-FFF2-40B4-BE49-F238E27FC236}">
                  <a16:creationId xmlns="" xmlns:a16="http://schemas.microsoft.com/office/drawing/2014/main" id="{E6A50735-2D2C-4222-B8D7-3E9E0B118BB8}"/>
                </a:ext>
              </a:extLst>
            </p:cNvPr>
            <p:cNvSpPr>
              <a:spLocks/>
            </p:cNvSpPr>
            <p:nvPr/>
          </p:nvSpPr>
          <p:spPr bwMode="auto">
            <a:xfrm>
              <a:off x="11018691" y="1006592"/>
              <a:ext cx="82708" cy="36252"/>
            </a:xfrm>
            <a:custGeom>
              <a:avLst/>
              <a:gdLst>
                <a:gd name="T0" fmla="*/ 16 w 130"/>
                <a:gd name="T1" fmla="*/ 46 h 57"/>
                <a:gd name="T2" fmla="*/ 0 w 130"/>
                <a:gd name="T3" fmla="*/ 0 h 57"/>
                <a:gd name="T4" fmla="*/ 2 w 130"/>
                <a:gd name="T5" fmla="*/ 0 h 57"/>
                <a:gd name="T6" fmla="*/ 31 w 130"/>
                <a:gd name="T7" fmla="*/ 7 h 57"/>
                <a:gd name="T8" fmla="*/ 34 w 130"/>
                <a:gd name="T9" fmla="*/ 11 h 57"/>
                <a:gd name="T10" fmla="*/ 33 w 130"/>
                <a:gd name="T11" fmla="*/ 12 h 57"/>
                <a:gd name="T12" fmla="*/ 29 w 130"/>
                <a:gd name="T13" fmla="*/ 16 h 57"/>
                <a:gd name="T14" fmla="*/ 29 w 130"/>
                <a:gd name="T15" fmla="*/ 18 h 57"/>
                <a:gd name="T16" fmla="*/ 35 w 130"/>
                <a:gd name="T17" fmla="*/ 24 h 57"/>
                <a:gd name="T18" fmla="*/ 36 w 130"/>
                <a:gd name="T19" fmla="*/ 25 h 57"/>
                <a:gd name="T20" fmla="*/ 37 w 130"/>
                <a:gd name="T21" fmla="*/ 27 h 57"/>
                <a:gd name="T22" fmla="*/ 60 w 130"/>
                <a:gd name="T23" fmla="*/ 40 h 57"/>
                <a:gd name="T24" fmla="*/ 113 w 130"/>
                <a:gd name="T25" fmla="*/ 19 h 57"/>
                <a:gd name="T26" fmla="*/ 115 w 130"/>
                <a:gd name="T27" fmla="*/ 17 h 57"/>
                <a:gd name="T28" fmla="*/ 119 w 130"/>
                <a:gd name="T29" fmla="*/ 15 h 57"/>
                <a:gd name="T30" fmla="*/ 128 w 130"/>
                <a:gd name="T31" fmla="*/ 15 h 57"/>
                <a:gd name="T32" fmla="*/ 130 w 130"/>
                <a:gd name="T33" fmla="*/ 15 h 57"/>
                <a:gd name="T34" fmla="*/ 130 w 130"/>
                <a:gd name="T35" fmla="*/ 17 h 57"/>
                <a:gd name="T36" fmla="*/ 81 w 130"/>
                <a:gd name="T37" fmla="*/ 54 h 57"/>
                <a:gd name="T38" fmla="*/ 27 w 130"/>
                <a:gd name="T39" fmla="*/ 37 h 57"/>
                <a:gd name="T40" fmla="*/ 25 w 130"/>
                <a:gd name="T41" fmla="*/ 37 h 57"/>
                <a:gd name="T42" fmla="*/ 18 w 130"/>
                <a:gd name="T43" fmla="*/ 45 h 57"/>
                <a:gd name="T44" fmla="*/ 17 w 130"/>
                <a:gd name="T45" fmla="*/ 46 h 57"/>
                <a:gd name="T46" fmla="*/ 16 w 130"/>
                <a:gd name="T47" fmla="*/ 4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57">
                  <a:moveTo>
                    <a:pt x="16" y="46"/>
                  </a:moveTo>
                  <a:cubicBezTo>
                    <a:pt x="11" y="31"/>
                    <a:pt x="5" y="15"/>
                    <a:pt x="0" y="0"/>
                  </a:cubicBezTo>
                  <a:cubicBezTo>
                    <a:pt x="0" y="0"/>
                    <a:pt x="1" y="0"/>
                    <a:pt x="2" y="0"/>
                  </a:cubicBezTo>
                  <a:cubicBezTo>
                    <a:pt x="11" y="2"/>
                    <a:pt x="21" y="5"/>
                    <a:pt x="31" y="7"/>
                  </a:cubicBezTo>
                  <a:cubicBezTo>
                    <a:pt x="32" y="8"/>
                    <a:pt x="34" y="9"/>
                    <a:pt x="34" y="11"/>
                  </a:cubicBezTo>
                  <a:cubicBezTo>
                    <a:pt x="34" y="11"/>
                    <a:pt x="34" y="12"/>
                    <a:pt x="33" y="12"/>
                  </a:cubicBezTo>
                  <a:cubicBezTo>
                    <a:pt x="32" y="13"/>
                    <a:pt x="31" y="15"/>
                    <a:pt x="29" y="16"/>
                  </a:cubicBezTo>
                  <a:cubicBezTo>
                    <a:pt x="29" y="17"/>
                    <a:pt x="29" y="17"/>
                    <a:pt x="29" y="18"/>
                  </a:cubicBezTo>
                  <a:cubicBezTo>
                    <a:pt x="31" y="20"/>
                    <a:pt x="33" y="22"/>
                    <a:pt x="35" y="24"/>
                  </a:cubicBezTo>
                  <a:cubicBezTo>
                    <a:pt x="36" y="24"/>
                    <a:pt x="35" y="25"/>
                    <a:pt x="36" y="25"/>
                  </a:cubicBezTo>
                  <a:cubicBezTo>
                    <a:pt x="36" y="26"/>
                    <a:pt x="36" y="27"/>
                    <a:pt x="37" y="27"/>
                  </a:cubicBezTo>
                  <a:cubicBezTo>
                    <a:pt x="43" y="34"/>
                    <a:pt x="51" y="38"/>
                    <a:pt x="60" y="40"/>
                  </a:cubicBezTo>
                  <a:cubicBezTo>
                    <a:pt x="80" y="44"/>
                    <a:pt x="101" y="36"/>
                    <a:pt x="113" y="19"/>
                  </a:cubicBezTo>
                  <a:cubicBezTo>
                    <a:pt x="114" y="19"/>
                    <a:pt x="114" y="18"/>
                    <a:pt x="115" y="17"/>
                  </a:cubicBezTo>
                  <a:cubicBezTo>
                    <a:pt x="115" y="15"/>
                    <a:pt x="117" y="15"/>
                    <a:pt x="119" y="15"/>
                  </a:cubicBezTo>
                  <a:cubicBezTo>
                    <a:pt x="122" y="15"/>
                    <a:pt x="125" y="15"/>
                    <a:pt x="128" y="15"/>
                  </a:cubicBezTo>
                  <a:cubicBezTo>
                    <a:pt x="129" y="15"/>
                    <a:pt x="130" y="15"/>
                    <a:pt x="130" y="15"/>
                  </a:cubicBezTo>
                  <a:cubicBezTo>
                    <a:pt x="130" y="16"/>
                    <a:pt x="130" y="17"/>
                    <a:pt x="130" y="17"/>
                  </a:cubicBezTo>
                  <a:cubicBezTo>
                    <a:pt x="120" y="38"/>
                    <a:pt x="104" y="50"/>
                    <a:pt x="81" y="54"/>
                  </a:cubicBezTo>
                  <a:cubicBezTo>
                    <a:pt x="61" y="57"/>
                    <a:pt x="43" y="51"/>
                    <a:pt x="27" y="37"/>
                  </a:cubicBezTo>
                  <a:cubicBezTo>
                    <a:pt x="26" y="36"/>
                    <a:pt x="26" y="36"/>
                    <a:pt x="25" y="37"/>
                  </a:cubicBezTo>
                  <a:cubicBezTo>
                    <a:pt x="23" y="40"/>
                    <a:pt x="20" y="42"/>
                    <a:pt x="18" y="45"/>
                  </a:cubicBezTo>
                  <a:cubicBezTo>
                    <a:pt x="18" y="45"/>
                    <a:pt x="17" y="46"/>
                    <a:pt x="17" y="46"/>
                  </a:cubicBezTo>
                  <a:cubicBezTo>
                    <a:pt x="17" y="46"/>
                    <a:pt x="17" y="46"/>
                    <a:pt x="16" y="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15" name="Freeform 944">
              <a:extLst>
                <a:ext uri="{FF2B5EF4-FFF2-40B4-BE49-F238E27FC236}">
                  <a16:creationId xmlns="" xmlns:a16="http://schemas.microsoft.com/office/drawing/2014/main" id="{CD3CC657-67B8-4556-9787-1470B0AC8C56}"/>
                </a:ext>
              </a:extLst>
            </p:cNvPr>
            <p:cNvSpPr>
              <a:spLocks noEditPoints="1"/>
            </p:cNvSpPr>
            <p:nvPr/>
          </p:nvSpPr>
          <p:spPr bwMode="auto">
            <a:xfrm>
              <a:off x="11050647" y="985646"/>
              <a:ext cx="27927" cy="27928"/>
            </a:xfrm>
            <a:custGeom>
              <a:avLst/>
              <a:gdLst>
                <a:gd name="T0" fmla="*/ 44 w 44"/>
                <a:gd name="T1" fmla="*/ 22 h 44"/>
                <a:gd name="T2" fmla="*/ 22 w 44"/>
                <a:gd name="T3" fmla="*/ 44 h 44"/>
                <a:gd name="T4" fmla="*/ 0 w 44"/>
                <a:gd name="T5" fmla="*/ 22 h 44"/>
                <a:gd name="T6" fmla="*/ 22 w 44"/>
                <a:gd name="T7" fmla="*/ 0 h 44"/>
                <a:gd name="T8" fmla="*/ 44 w 44"/>
                <a:gd name="T9" fmla="*/ 22 h 44"/>
                <a:gd name="T10" fmla="*/ 22 w 44"/>
                <a:gd name="T11" fmla="*/ 37 h 44"/>
                <a:gd name="T12" fmla="*/ 37 w 44"/>
                <a:gd name="T13" fmla="*/ 22 h 44"/>
                <a:gd name="T14" fmla="*/ 22 w 44"/>
                <a:gd name="T15" fmla="*/ 8 h 44"/>
                <a:gd name="T16" fmla="*/ 7 w 44"/>
                <a:gd name="T17" fmla="*/ 22 h 44"/>
                <a:gd name="T18" fmla="*/ 22 w 44"/>
                <a:gd name="T19" fmla="*/ 3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44" y="22"/>
                  </a:moveTo>
                  <a:cubicBezTo>
                    <a:pt x="44" y="35"/>
                    <a:pt x="34" y="44"/>
                    <a:pt x="22" y="44"/>
                  </a:cubicBezTo>
                  <a:cubicBezTo>
                    <a:pt x="10" y="44"/>
                    <a:pt x="0" y="34"/>
                    <a:pt x="0" y="22"/>
                  </a:cubicBezTo>
                  <a:cubicBezTo>
                    <a:pt x="0" y="10"/>
                    <a:pt x="10" y="0"/>
                    <a:pt x="22" y="0"/>
                  </a:cubicBezTo>
                  <a:cubicBezTo>
                    <a:pt x="34" y="1"/>
                    <a:pt x="44" y="10"/>
                    <a:pt x="44" y="22"/>
                  </a:cubicBezTo>
                  <a:close/>
                  <a:moveTo>
                    <a:pt x="22" y="37"/>
                  </a:moveTo>
                  <a:cubicBezTo>
                    <a:pt x="30" y="37"/>
                    <a:pt x="37" y="31"/>
                    <a:pt x="37" y="22"/>
                  </a:cubicBezTo>
                  <a:cubicBezTo>
                    <a:pt x="37" y="14"/>
                    <a:pt x="30" y="8"/>
                    <a:pt x="22" y="8"/>
                  </a:cubicBezTo>
                  <a:cubicBezTo>
                    <a:pt x="14" y="8"/>
                    <a:pt x="7" y="14"/>
                    <a:pt x="7" y="22"/>
                  </a:cubicBezTo>
                  <a:cubicBezTo>
                    <a:pt x="7" y="30"/>
                    <a:pt x="13" y="37"/>
                    <a:pt x="22" y="3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16" name="Freeform 945">
              <a:extLst>
                <a:ext uri="{FF2B5EF4-FFF2-40B4-BE49-F238E27FC236}">
                  <a16:creationId xmlns="" xmlns:a16="http://schemas.microsoft.com/office/drawing/2014/main" id="{8C1F2289-1B92-47BB-A0CC-54D9E28D2138}"/>
                </a:ext>
              </a:extLst>
            </p:cNvPr>
            <p:cNvSpPr>
              <a:spLocks/>
            </p:cNvSpPr>
            <p:nvPr/>
          </p:nvSpPr>
          <p:spPr bwMode="auto">
            <a:xfrm>
              <a:off x="11059508" y="995313"/>
              <a:ext cx="10204" cy="9399"/>
            </a:xfrm>
            <a:custGeom>
              <a:avLst/>
              <a:gdLst>
                <a:gd name="T0" fmla="*/ 0 w 16"/>
                <a:gd name="T1" fmla="*/ 7 h 15"/>
                <a:gd name="T2" fmla="*/ 8 w 16"/>
                <a:gd name="T3" fmla="*/ 0 h 15"/>
                <a:gd name="T4" fmla="*/ 16 w 16"/>
                <a:gd name="T5" fmla="*/ 7 h 15"/>
                <a:gd name="T6" fmla="*/ 8 w 16"/>
                <a:gd name="T7" fmla="*/ 15 h 15"/>
                <a:gd name="T8" fmla="*/ 0 w 16"/>
                <a:gd name="T9" fmla="*/ 7 h 15"/>
              </a:gdLst>
              <a:ahLst/>
              <a:cxnLst>
                <a:cxn ang="0">
                  <a:pos x="T0" y="T1"/>
                </a:cxn>
                <a:cxn ang="0">
                  <a:pos x="T2" y="T3"/>
                </a:cxn>
                <a:cxn ang="0">
                  <a:pos x="T4" y="T5"/>
                </a:cxn>
                <a:cxn ang="0">
                  <a:pos x="T6" y="T7"/>
                </a:cxn>
                <a:cxn ang="0">
                  <a:pos x="T8" y="T9"/>
                </a:cxn>
              </a:cxnLst>
              <a:rect l="0" t="0" r="r" b="b"/>
              <a:pathLst>
                <a:path w="16" h="15">
                  <a:moveTo>
                    <a:pt x="0" y="7"/>
                  </a:moveTo>
                  <a:cubicBezTo>
                    <a:pt x="0" y="3"/>
                    <a:pt x="3" y="0"/>
                    <a:pt x="8" y="0"/>
                  </a:cubicBezTo>
                  <a:cubicBezTo>
                    <a:pt x="12" y="0"/>
                    <a:pt x="16" y="3"/>
                    <a:pt x="16" y="7"/>
                  </a:cubicBezTo>
                  <a:cubicBezTo>
                    <a:pt x="16" y="11"/>
                    <a:pt x="12" y="15"/>
                    <a:pt x="8" y="15"/>
                  </a:cubicBezTo>
                  <a:cubicBezTo>
                    <a:pt x="3" y="15"/>
                    <a:pt x="0" y="12"/>
                    <a:pt x="0"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17" name="Freeform 946">
              <a:extLst>
                <a:ext uri="{FF2B5EF4-FFF2-40B4-BE49-F238E27FC236}">
                  <a16:creationId xmlns="" xmlns:a16="http://schemas.microsoft.com/office/drawing/2014/main" id="{99FEAB24-3DD7-4EB1-8C56-3AB775691471}"/>
                </a:ext>
              </a:extLst>
            </p:cNvPr>
            <p:cNvSpPr>
              <a:spLocks/>
            </p:cNvSpPr>
            <p:nvPr/>
          </p:nvSpPr>
          <p:spPr bwMode="auto">
            <a:xfrm>
              <a:off x="11396516" y="535580"/>
              <a:ext cx="67939" cy="75727"/>
            </a:xfrm>
            <a:custGeom>
              <a:avLst/>
              <a:gdLst>
                <a:gd name="T0" fmla="*/ 35 w 107"/>
                <a:gd name="T1" fmla="*/ 119 h 119"/>
                <a:gd name="T2" fmla="*/ 29 w 107"/>
                <a:gd name="T3" fmla="*/ 114 h 119"/>
                <a:gd name="T4" fmla="*/ 4 w 107"/>
                <a:gd name="T5" fmla="*/ 80 h 119"/>
                <a:gd name="T6" fmla="*/ 1 w 107"/>
                <a:gd name="T7" fmla="*/ 75 h 119"/>
                <a:gd name="T8" fmla="*/ 5 w 107"/>
                <a:gd name="T9" fmla="*/ 65 h 119"/>
                <a:gd name="T10" fmla="*/ 15 w 107"/>
                <a:gd name="T11" fmla="*/ 66 h 119"/>
                <a:gd name="T12" fmla="*/ 26 w 107"/>
                <a:gd name="T13" fmla="*/ 75 h 119"/>
                <a:gd name="T14" fmla="*/ 31 w 107"/>
                <a:gd name="T15" fmla="*/ 76 h 119"/>
                <a:gd name="T16" fmla="*/ 34 w 107"/>
                <a:gd name="T17" fmla="*/ 71 h 119"/>
                <a:gd name="T18" fmla="*/ 34 w 107"/>
                <a:gd name="T19" fmla="*/ 35 h 119"/>
                <a:gd name="T20" fmla="*/ 34 w 107"/>
                <a:gd name="T21" fmla="*/ 11 h 119"/>
                <a:gd name="T22" fmla="*/ 42 w 107"/>
                <a:gd name="T23" fmla="*/ 1 h 119"/>
                <a:gd name="T24" fmla="*/ 52 w 107"/>
                <a:gd name="T25" fmla="*/ 9 h 119"/>
                <a:gd name="T26" fmla="*/ 52 w 107"/>
                <a:gd name="T27" fmla="*/ 29 h 119"/>
                <a:gd name="T28" fmla="*/ 52 w 107"/>
                <a:gd name="T29" fmla="*/ 41 h 119"/>
                <a:gd name="T30" fmla="*/ 52 w 107"/>
                <a:gd name="T31" fmla="*/ 42 h 119"/>
                <a:gd name="T32" fmla="*/ 53 w 107"/>
                <a:gd name="T33" fmla="*/ 41 h 119"/>
                <a:gd name="T34" fmla="*/ 64 w 107"/>
                <a:gd name="T35" fmla="*/ 37 h 119"/>
                <a:gd name="T36" fmla="*/ 70 w 107"/>
                <a:gd name="T37" fmla="*/ 46 h 119"/>
                <a:gd name="T38" fmla="*/ 70 w 107"/>
                <a:gd name="T39" fmla="*/ 51 h 119"/>
                <a:gd name="T40" fmla="*/ 71 w 107"/>
                <a:gd name="T41" fmla="*/ 51 h 119"/>
                <a:gd name="T42" fmla="*/ 71 w 107"/>
                <a:gd name="T43" fmla="*/ 50 h 119"/>
                <a:gd name="T44" fmla="*/ 82 w 107"/>
                <a:gd name="T45" fmla="*/ 46 h 119"/>
                <a:gd name="T46" fmla="*/ 88 w 107"/>
                <a:gd name="T47" fmla="*/ 55 h 119"/>
                <a:gd name="T48" fmla="*/ 89 w 107"/>
                <a:gd name="T49" fmla="*/ 60 h 119"/>
                <a:gd name="T50" fmla="*/ 89 w 107"/>
                <a:gd name="T51" fmla="*/ 59 h 119"/>
                <a:gd name="T52" fmla="*/ 100 w 107"/>
                <a:gd name="T53" fmla="*/ 55 h 119"/>
                <a:gd name="T54" fmla="*/ 107 w 107"/>
                <a:gd name="T55" fmla="*/ 64 h 119"/>
                <a:gd name="T56" fmla="*/ 106 w 107"/>
                <a:gd name="T57" fmla="*/ 87 h 119"/>
                <a:gd name="T58" fmla="*/ 103 w 107"/>
                <a:gd name="T59" fmla="*/ 105 h 119"/>
                <a:gd name="T60" fmla="*/ 101 w 107"/>
                <a:gd name="T61" fmla="*/ 113 h 119"/>
                <a:gd name="T62" fmla="*/ 96 w 107"/>
                <a:gd name="T63" fmla="*/ 119 h 119"/>
                <a:gd name="T64" fmla="*/ 35 w 107"/>
                <a:gd name="T6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19">
                  <a:moveTo>
                    <a:pt x="35" y="119"/>
                  </a:moveTo>
                  <a:cubicBezTo>
                    <a:pt x="33" y="118"/>
                    <a:pt x="31" y="116"/>
                    <a:pt x="29" y="114"/>
                  </a:cubicBezTo>
                  <a:cubicBezTo>
                    <a:pt x="21" y="103"/>
                    <a:pt x="12" y="91"/>
                    <a:pt x="4" y="80"/>
                  </a:cubicBezTo>
                  <a:cubicBezTo>
                    <a:pt x="2" y="78"/>
                    <a:pt x="1" y="77"/>
                    <a:pt x="1" y="75"/>
                  </a:cubicBezTo>
                  <a:cubicBezTo>
                    <a:pt x="0" y="71"/>
                    <a:pt x="2" y="67"/>
                    <a:pt x="5" y="65"/>
                  </a:cubicBezTo>
                  <a:cubicBezTo>
                    <a:pt x="8" y="63"/>
                    <a:pt x="12" y="64"/>
                    <a:pt x="15" y="66"/>
                  </a:cubicBezTo>
                  <a:cubicBezTo>
                    <a:pt x="19" y="69"/>
                    <a:pt x="22" y="72"/>
                    <a:pt x="26" y="75"/>
                  </a:cubicBezTo>
                  <a:cubicBezTo>
                    <a:pt x="28" y="76"/>
                    <a:pt x="29" y="76"/>
                    <a:pt x="31" y="76"/>
                  </a:cubicBezTo>
                  <a:cubicBezTo>
                    <a:pt x="33" y="75"/>
                    <a:pt x="34" y="73"/>
                    <a:pt x="34" y="71"/>
                  </a:cubicBezTo>
                  <a:cubicBezTo>
                    <a:pt x="34" y="59"/>
                    <a:pt x="34" y="47"/>
                    <a:pt x="34" y="35"/>
                  </a:cubicBezTo>
                  <a:cubicBezTo>
                    <a:pt x="34" y="27"/>
                    <a:pt x="34" y="19"/>
                    <a:pt x="34" y="11"/>
                  </a:cubicBezTo>
                  <a:cubicBezTo>
                    <a:pt x="34" y="6"/>
                    <a:pt x="37" y="2"/>
                    <a:pt x="42" y="1"/>
                  </a:cubicBezTo>
                  <a:cubicBezTo>
                    <a:pt x="47" y="0"/>
                    <a:pt x="52" y="4"/>
                    <a:pt x="52" y="9"/>
                  </a:cubicBezTo>
                  <a:cubicBezTo>
                    <a:pt x="52" y="16"/>
                    <a:pt x="52" y="22"/>
                    <a:pt x="52" y="29"/>
                  </a:cubicBezTo>
                  <a:cubicBezTo>
                    <a:pt x="52" y="33"/>
                    <a:pt x="52" y="37"/>
                    <a:pt x="52" y="41"/>
                  </a:cubicBezTo>
                  <a:cubicBezTo>
                    <a:pt x="52" y="41"/>
                    <a:pt x="52" y="42"/>
                    <a:pt x="52" y="42"/>
                  </a:cubicBezTo>
                  <a:cubicBezTo>
                    <a:pt x="53" y="42"/>
                    <a:pt x="53" y="42"/>
                    <a:pt x="53" y="41"/>
                  </a:cubicBezTo>
                  <a:cubicBezTo>
                    <a:pt x="55" y="37"/>
                    <a:pt x="59" y="36"/>
                    <a:pt x="64" y="37"/>
                  </a:cubicBezTo>
                  <a:cubicBezTo>
                    <a:pt x="68" y="38"/>
                    <a:pt x="70" y="41"/>
                    <a:pt x="70" y="46"/>
                  </a:cubicBezTo>
                  <a:cubicBezTo>
                    <a:pt x="70" y="48"/>
                    <a:pt x="70" y="49"/>
                    <a:pt x="70" y="51"/>
                  </a:cubicBezTo>
                  <a:cubicBezTo>
                    <a:pt x="70" y="51"/>
                    <a:pt x="71" y="51"/>
                    <a:pt x="71" y="51"/>
                  </a:cubicBezTo>
                  <a:cubicBezTo>
                    <a:pt x="71" y="51"/>
                    <a:pt x="71" y="51"/>
                    <a:pt x="71" y="50"/>
                  </a:cubicBezTo>
                  <a:cubicBezTo>
                    <a:pt x="73" y="46"/>
                    <a:pt x="78" y="45"/>
                    <a:pt x="82" y="46"/>
                  </a:cubicBezTo>
                  <a:cubicBezTo>
                    <a:pt x="86" y="47"/>
                    <a:pt x="88" y="50"/>
                    <a:pt x="88" y="55"/>
                  </a:cubicBezTo>
                  <a:cubicBezTo>
                    <a:pt x="88" y="56"/>
                    <a:pt x="88" y="58"/>
                    <a:pt x="89" y="60"/>
                  </a:cubicBezTo>
                  <a:cubicBezTo>
                    <a:pt x="89" y="60"/>
                    <a:pt x="89" y="60"/>
                    <a:pt x="89" y="59"/>
                  </a:cubicBezTo>
                  <a:cubicBezTo>
                    <a:pt x="92" y="56"/>
                    <a:pt x="96" y="54"/>
                    <a:pt x="100" y="55"/>
                  </a:cubicBezTo>
                  <a:cubicBezTo>
                    <a:pt x="104" y="56"/>
                    <a:pt x="107" y="59"/>
                    <a:pt x="107" y="64"/>
                  </a:cubicBezTo>
                  <a:cubicBezTo>
                    <a:pt x="107" y="71"/>
                    <a:pt x="107" y="79"/>
                    <a:pt x="106" y="87"/>
                  </a:cubicBezTo>
                  <a:cubicBezTo>
                    <a:pt x="106" y="93"/>
                    <a:pt x="105" y="99"/>
                    <a:pt x="103" y="105"/>
                  </a:cubicBezTo>
                  <a:cubicBezTo>
                    <a:pt x="102" y="108"/>
                    <a:pt x="102" y="111"/>
                    <a:pt x="101" y="113"/>
                  </a:cubicBezTo>
                  <a:cubicBezTo>
                    <a:pt x="100" y="116"/>
                    <a:pt x="99" y="118"/>
                    <a:pt x="96" y="119"/>
                  </a:cubicBezTo>
                  <a:cubicBezTo>
                    <a:pt x="76" y="119"/>
                    <a:pt x="55" y="119"/>
                    <a:pt x="35" y="119"/>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18" name="Freeform 947">
              <a:extLst>
                <a:ext uri="{FF2B5EF4-FFF2-40B4-BE49-F238E27FC236}">
                  <a16:creationId xmlns="" xmlns:a16="http://schemas.microsoft.com/office/drawing/2014/main" id="{EE855B4B-9406-43EF-B6CF-F771E0FDA9D6}"/>
                </a:ext>
              </a:extLst>
            </p:cNvPr>
            <p:cNvSpPr>
              <a:spLocks/>
            </p:cNvSpPr>
            <p:nvPr/>
          </p:nvSpPr>
          <p:spPr bwMode="auto">
            <a:xfrm>
              <a:off x="11392488" y="514635"/>
              <a:ext cx="60420" cy="56661"/>
            </a:xfrm>
            <a:custGeom>
              <a:avLst/>
              <a:gdLst>
                <a:gd name="T0" fmla="*/ 53 w 95"/>
                <a:gd name="T1" fmla="*/ 1 h 89"/>
                <a:gd name="T2" fmla="*/ 61 w 95"/>
                <a:gd name="T3" fmla="*/ 3 h 89"/>
                <a:gd name="T4" fmla="*/ 93 w 95"/>
                <a:gd name="T5" fmla="*/ 39 h 89"/>
                <a:gd name="T6" fmla="*/ 87 w 95"/>
                <a:gd name="T7" fmla="*/ 70 h 89"/>
                <a:gd name="T8" fmla="*/ 85 w 95"/>
                <a:gd name="T9" fmla="*/ 71 h 89"/>
                <a:gd name="T10" fmla="*/ 80 w 95"/>
                <a:gd name="T11" fmla="*/ 68 h 89"/>
                <a:gd name="T12" fmla="*/ 80 w 95"/>
                <a:gd name="T13" fmla="*/ 67 h 89"/>
                <a:gd name="T14" fmla="*/ 86 w 95"/>
                <a:gd name="T15" fmla="*/ 53 h 89"/>
                <a:gd name="T16" fmla="*/ 69 w 95"/>
                <a:gd name="T17" fmla="*/ 15 h 89"/>
                <a:gd name="T18" fmla="*/ 12 w 95"/>
                <a:gd name="T19" fmla="*/ 38 h 89"/>
                <a:gd name="T20" fmla="*/ 31 w 95"/>
                <a:gd name="T21" fmla="*/ 79 h 89"/>
                <a:gd name="T22" fmla="*/ 32 w 95"/>
                <a:gd name="T23" fmla="*/ 82 h 89"/>
                <a:gd name="T24" fmla="*/ 32 w 95"/>
                <a:gd name="T25" fmla="*/ 89 h 89"/>
                <a:gd name="T26" fmla="*/ 23 w 95"/>
                <a:gd name="T27" fmla="*/ 83 h 89"/>
                <a:gd name="T28" fmla="*/ 4 w 95"/>
                <a:gd name="T29" fmla="*/ 53 h 89"/>
                <a:gd name="T30" fmla="*/ 38 w 95"/>
                <a:gd name="T31" fmla="*/ 2 h 89"/>
                <a:gd name="T32" fmla="*/ 44 w 95"/>
                <a:gd name="T33" fmla="*/ 1 h 89"/>
                <a:gd name="T34" fmla="*/ 53 w 95"/>
                <a:gd name="T35" fmla="*/ 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89">
                  <a:moveTo>
                    <a:pt x="53" y="1"/>
                  </a:moveTo>
                  <a:cubicBezTo>
                    <a:pt x="56" y="1"/>
                    <a:pt x="59" y="2"/>
                    <a:pt x="61" y="3"/>
                  </a:cubicBezTo>
                  <a:cubicBezTo>
                    <a:pt x="79" y="9"/>
                    <a:pt x="90" y="21"/>
                    <a:pt x="93" y="39"/>
                  </a:cubicBezTo>
                  <a:cubicBezTo>
                    <a:pt x="95" y="50"/>
                    <a:pt x="93" y="60"/>
                    <a:pt x="87" y="70"/>
                  </a:cubicBezTo>
                  <a:cubicBezTo>
                    <a:pt x="87" y="71"/>
                    <a:pt x="86" y="71"/>
                    <a:pt x="85" y="71"/>
                  </a:cubicBezTo>
                  <a:cubicBezTo>
                    <a:pt x="82" y="72"/>
                    <a:pt x="81" y="70"/>
                    <a:pt x="80" y="68"/>
                  </a:cubicBezTo>
                  <a:cubicBezTo>
                    <a:pt x="80" y="68"/>
                    <a:pt x="80" y="67"/>
                    <a:pt x="80" y="67"/>
                  </a:cubicBezTo>
                  <a:cubicBezTo>
                    <a:pt x="83" y="62"/>
                    <a:pt x="85" y="58"/>
                    <a:pt x="86" y="53"/>
                  </a:cubicBezTo>
                  <a:cubicBezTo>
                    <a:pt x="88" y="38"/>
                    <a:pt x="82" y="23"/>
                    <a:pt x="69" y="15"/>
                  </a:cubicBezTo>
                  <a:cubicBezTo>
                    <a:pt x="47" y="0"/>
                    <a:pt x="17" y="12"/>
                    <a:pt x="12" y="38"/>
                  </a:cubicBezTo>
                  <a:cubicBezTo>
                    <a:pt x="8" y="55"/>
                    <a:pt x="16" y="71"/>
                    <a:pt x="31" y="79"/>
                  </a:cubicBezTo>
                  <a:cubicBezTo>
                    <a:pt x="32" y="80"/>
                    <a:pt x="32" y="81"/>
                    <a:pt x="32" y="82"/>
                  </a:cubicBezTo>
                  <a:cubicBezTo>
                    <a:pt x="32" y="84"/>
                    <a:pt x="32" y="86"/>
                    <a:pt x="32" y="89"/>
                  </a:cubicBezTo>
                  <a:cubicBezTo>
                    <a:pt x="29" y="87"/>
                    <a:pt x="26" y="85"/>
                    <a:pt x="23" y="83"/>
                  </a:cubicBezTo>
                  <a:cubicBezTo>
                    <a:pt x="12" y="76"/>
                    <a:pt x="6" y="66"/>
                    <a:pt x="4" y="53"/>
                  </a:cubicBezTo>
                  <a:cubicBezTo>
                    <a:pt x="0" y="29"/>
                    <a:pt x="16" y="7"/>
                    <a:pt x="38" y="2"/>
                  </a:cubicBezTo>
                  <a:cubicBezTo>
                    <a:pt x="40" y="2"/>
                    <a:pt x="42" y="1"/>
                    <a:pt x="44" y="1"/>
                  </a:cubicBezTo>
                  <a:cubicBezTo>
                    <a:pt x="47" y="1"/>
                    <a:pt x="50" y="1"/>
                    <a:pt x="53" y="1"/>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19" name="Freeform 948">
              <a:extLst>
                <a:ext uri="{FF2B5EF4-FFF2-40B4-BE49-F238E27FC236}">
                  <a16:creationId xmlns="" xmlns:a16="http://schemas.microsoft.com/office/drawing/2014/main" id="{1FEF2423-EFA9-4419-913C-3551BB6D3797}"/>
                </a:ext>
              </a:extLst>
            </p:cNvPr>
            <p:cNvSpPr>
              <a:spLocks/>
            </p:cNvSpPr>
            <p:nvPr/>
          </p:nvSpPr>
          <p:spPr bwMode="auto">
            <a:xfrm>
              <a:off x="11400275" y="522959"/>
              <a:ext cx="42697" cy="37595"/>
            </a:xfrm>
            <a:custGeom>
              <a:avLst/>
              <a:gdLst>
                <a:gd name="T0" fmla="*/ 20 w 67"/>
                <a:gd name="T1" fmla="*/ 59 h 59"/>
                <a:gd name="T2" fmla="*/ 10 w 67"/>
                <a:gd name="T3" fmla="*/ 47 h 59"/>
                <a:gd name="T4" fmla="*/ 32 w 67"/>
                <a:gd name="T5" fmla="*/ 3 h 59"/>
                <a:gd name="T6" fmla="*/ 67 w 67"/>
                <a:gd name="T7" fmla="*/ 30 h 59"/>
                <a:gd name="T8" fmla="*/ 62 w 67"/>
                <a:gd name="T9" fmla="*/ 49 h 59"/>
                <a:gd name="T10" fmla="*/ 60 w 67"/>
                <a:gd name="T11" fmla="*/ 50 h 59"/>
                <a:gd name="T12" fmla="*/ 54 w 67"/>
                <a:gd name="T13" fmla="*/ 49 h 59"/>
                <a:gd name="T14" fmla="*/ 54 w 67"/>
                <a:gd name="T15" fmla="*/ 47 h 59"/>
                <a:gd name="T16" fmla="*/ 41 w 67"/>
                <a:gd name="T17" fmla="*/ 11 h 59"/>
                <a:gd name="T18" fmla="*/ 14 w 67"/>
                <a:gd name="T19" fmla="*/ 29 h 59"/>
                <a:gd name="T20" fmla="*/ 20 w 67"/>
                <a:gd name="T21" fmla="*/ 48 h 59"/>
                <a:gd name="T22" fmla="*/ 20 w 67"/>
                <a:gd name="T23" fmla="*/ 50 h 59"/>
                <a:gd name="T24" fmla="*/ 20 w 67"/>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59">
                  <a:moveTo>
                    <a:pt x="20" y="59"/>
                  </a:moveTo>
                  <a:cubicBezTo>
                    <a:pt x="16" y="56"/>
                    <a:pt x="12" y="52"/>
                    <a:pt x="10" y="47"/>
                  </a:cubicBezTo>
                  <a:cubicBezTo>
                    <a:pt x="0" y="29"/>
                    <a:pt x="11" y="7"/>
                    <a:pt x="32" y="3"/>
                  </a:cubicBezTo>
                  <a:cubicBezTo>
                    <a:pt x="49" y="0"/>
                    <a:pt x="65" y="13"/>
                    <a:pt x="67" y="30"/>
                  </a:cubicBezTo>
                  <a:cubicBezTo>
                    <a:pt x="67" y="37"/>
                    <a:pt x="66" y="43"/>
                    <a:pt x="62" y="49"/>
                  </a:cubicBezTo>
                  <a:cubicBezTo>
                    <a:pt x="62" y="50"/>
                    <a:pt x="61" y="50"/>
                    <a:pt x="60" y="50"/>
                  </a:cubicBezTo>
                  <a:cubicBezTo>
                    <a:pt x="58" y="49"/>
                    <a:pt x="56" y="49"/>
                    <a:pt x="54" y="49"/>
                  </a:cubicBezTo>
                  <a:cubicBezTo>
                    <a:pt x="54" y="48"/>
                    <a:pt x="54" y="48"/>
                    <a:pt x="54" y="47"/>
                  </a:cubicBezTo>
                  <a:cubicBezTo>
                    <a:pt x="65" y="34"/>
                    <a:pt x="58" y="14"/>
                    <a:pt x="41" y="11"/>
                  </a:cubicBezTo>
                  <a:cubicBezTo>
                    <a:pt x="29" y="8"/>
                    <a:pt x="16" y="17"/>
                    <a:pt x="14" y="29"/>
                  </a:cubicBezTo>
                  <a:cubicBezTo>
                    <a:pt x="13" y="36"/>
                    <a:pt x="15" y="43"/>
                    <a:pt x="20" y="48"/>
                  </a:cubicBezTo>
                  <a:cubicBezTo>
                    <a:pt x="20" y="48"/>
                    <a:pt x="20" y="49"/>
                    <a:pt x="20" y="50"/>
                  </a:cubicBezTo>
                  <a:cubicBezTo>
                    <a:pt x="20" y="52"/>
                    <a:pt x="20" y="55"/>
                    <a:pt x="20" y="5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0" name="Freeform 949">
              <a:extLst>
                <a:ext uri="{FF2B5EF4-FFF2-40B4-BE49-F238E27FC236}">
                  <a16:creationId xmlns="" xmlns:a16="http://schemas.microsoft.com/office/drawing/2014/main" id="{EFDC032B-160C-4BFF-B3FB-D21C31852F2B}"/>
                </a:ext>
              </a:extLst>
            </p:cNvPr>
            <p:cNvSpPr>
              <a:spLocks noEditPoints="1"/>
            </p:cNvSpPr>
            <p:nvPr/>
          </p:nvSpPr>
          <p:spPr bwMode="auto">
            <a:xfrm>
              <a:off x="11188404" y="359690"/>
              <a:ext cx="116543" cy="79218"/>
            </a:xfrm>
            <a:custGeom>
              <a:avLst/>
              <a:gdLst>
                <a:gd name="T0" fmla="*/ 183 w 183"/>
                <a:gd name="T1" fmla="*/ 117 h 125"/>
                <a:gd name="T2" fmla="*/ 170 w 183"/>
                <a:gd name="T3" fmla="*/ 125 h 125"/>
                <a:gd name="T4" fmla="*/ 15 w 183"/>
                <a:gd name="T5" fmla="*/ 125 h 125"/>
                <a:gd name="T6" fmla="*/ 9 w 183"/>
                <a:gd name="T7" fmla="*/ 124 h 125"/>
                <a:gd name="T8" fmla="*/ 5 w 183"/>
                <a:gd name="T9" fmla="*/ 111 h 125"/>
                <a:gd name="T10" fmla="*/ 8 w 183"/>
                <a:gd name="T11" fmla="*/ 106 h 125"/>
                <a:gd name="T12" fmla="*/ 18 w 183"/>
                <a:gd name="T13" fmla="*/ 79 h 125"/>
                <a:gd name="T14" fmla="*/ 18 w 183"/>
                <a:gd name="T15" fmla="*/ 62 h 125"/>
                <a:gd name="T16" fmla="*/ 28 w 183"/>
                <a:gd name="T17" fmla="*/ 62 h 125"/>
                <a:gd name="T18" fmla="*/ 28 w 183"/>
                <a:gd name="T19" fmla="*/ 80 h 125"/>
                <a:gd name="T20" fmla="*/ 36 w 183"/>
                <a:gd name="T21" fmla="*/ 88 h 125"/>
                <a:gd name="T22" fmla="*/ 149 w 183"/>
                <a:gd name="T23" fmla="*/ 88 h 125"/>
                <a:gd name="T24" fmla="*/ 157 w 183"/>
                <a:gd name="T25" fmla="*/ 81 h 125"/>
                <a:gd name="T26" fmla="*/ 157 w 183"/>
                <a:gd name="T27" fmla="*/ 14 h 125"/>
                <a:gd name="T28" fmla="*/ 149 w 183"/>
                <a:gd name="T29" fmla="*/ 6 h 125"/>
                <a:gd name="T30" fmla="*/ 89 w 183"/>
                <a:gd name="T31" fmla="*/ 6 h 125"/>
                <a:gd name="T32" fmla="*/ 84 w 183"/>
                <a:gd name="T33" fmla="*/ 6 h 125"/>
                <a:gd name="T34" fmla="*/ 84 w 183"/>
                <a:gd name="T35" fmla="*/ 0 h 125"/>
                <a:gd name="T36" fmla="*/ 89 w 183"/>
                <a:gd name="T37" fmla="*/ 0 h 125"/>
                <a:gd name="T38" fmla="*/ 156 w 183"/>
                <a:gd name="T39" fmla="*/ 0 h 125"/>
                <a:gd name="T40" fmla="*/ 167 w 183"/>
                <a:gd name="T41" fmla="*/ 10 h 125"/>
                <a:gd name="T42" fmla="*/ 167 w 183"/>
                <a:gd name="T43" fmla="*/ 90 h 125"/>
                <a:gd name="T44" fmla="*/ 168 w 183"/>
                <a:gd name="T45" fmla="*/ 96 h 125"/>
                <a:gd name="T46" fmla="*/ 183 w 183"/>
                <a:gd name="T47" fmla="*/ 114 h 125"/>
                <a:gd name="T48" fmla="*/ 183 w 183"/>
                <a:gd name="T49" fmla="*/ 117 h 125"/>
                <a:gd name="T50" fmla="*/ 109 w 183"/>
                <a:gd name="T51" fmla="*/ 108 h 125"/>
                <a:gd name="T52" fmla="*/ 76 w 183"/>
                <a:gd name="T53" fmla="*/ 108 h 125"/>
                <a:gd name="T54" fmla="*/ 65 w 183"/>
                <a:gd name="T55" fmla="*/ 114 h 125"/>
                <a:gd name="T56" fmla="*/ 119 w 183"/>
                <a:gd name="T57" fmla="*/ 114 h 125"/>
                <a:gd name="T58" fmla="*/ 109 w 183"/>
                <a:gd name="T59" fmla="*/ 108 h 125"/>
                <a:gd name="T60" fmla="*/ 105 w 183"/>
                <a:gd name="T61" fmla="*/ 121 h 125"/>
                <a:gd name="T62" fmla="*/ 107 w 183"/>
                <a:gd name="T63" fmla="*/ 120 h 125"/>
                <a:gd name="T64" fmla="*/ 105 w 183"/>
                <a:gd name="T65" fmla="*/ 118 h 125"/>
                <a:gd name="T66" fmla="*/ 80 w 183"/>
                <a:gd name="T67" fmla="*/ 118 h 125"/>
                <a:gd name="T68" fmla="*/ 77 w 183"/>
                <a:gd name="T69" fmla="*/ 119 h 125"/>
                <a:gd name="T70" fmla="*/ 80 w 183"/>
                <a:gd name="T71" fmla="*/ 121 h 125"/>
                <a:gd name="T72" fmla="*/ 93 w 183"/>
                <a:gd name="T73" fmla="*/ 121 h 125"/>
                <a:gd name="T74" fmla="*/ 105 w 183"/>
                <a:gd name="T75" fmla="*/ 12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3" h="125">
                  <a:moveTo>
                    <a:pt x="183" y="117"/>
                  </a:moveTo>
                  <a:cubicBezTo>
                    <a:pt x="181" y="123"/>
                    <a:pt x="176" y="125"/>
                    <a:pt x="170" y="125"/>
                  </a:cubicBezTo>
                  <a:cubicBezTo>
                    <a:pt x="118" y="125"/>
                    <a:pt x="66" y="125"/>
                    <a:pt x="15" y="125"/>
                  </a:cubicBezTo>
                  <a:cubicBezTo>
                    <a:pt x="13" y="125"/>
                    <a:pt x="11" y="124"/>
                    <a:pt x="9" y="124"/>
                  </a:cubicBezTo>
                  <a:cubicBezTo>
                    <a:pt x="2" y="122"/>
                    <a:pt x="0" y="116"/>
                    <a:pt x="5" y="111"/>
                  </a:cubicBezTo>
                  <a:cubicBezTo>
                    <a:pt x="6" y="109"/>
                    <a:pt x="7" y="108"/>
                    <a:pt x="8" y="106"/>
                  </a:cubicBezTo>
                  <a:cubicBezTo>
                    <a:pt x="17" y="99"/>
                    <a:pt x="20" y="90"/>
                    <a:pt x="18" y="79"/>
                  </a:cubicBezTo>
                  <a:cubicBezTo>
                    <a:pt x="18" y="73"/>
                    <a:pt x="18" y="68"/>
                    <a:pt x="18" y="62"/>
                  </a:cubicBezTo>
                  <a:cubicBezTo>
                    <a:pt x="22" y="62"/>
                    <a:pt x="25" y="62"/>
                    <a:pt x="28" y="62"/>
                  </a:cubicBezTo>
                  <a:cubicBezTo>
                    <a:pt x="28" y="68"/>
                    <a:pt x="28" y="74"/>
                    <a:pt x="28" y="80"/>
                  </a:cubicBezTo>
                  <a:cubicBezTo>
                    <a:pt x="28" y="86"/>
                    <a:pt x="30" y="88"/>
                    <a:pt x="36" y="88"/>
                  </a:cubicBezTo>
                  <a:cubicBezTo>
                    <a:pt x="74" y="88"/>
                    <a:pt x="111" y="88"/>
                    <a:pt x="149" y="88"/>
                  </a:cubicBezTo>
                  <a:cubicBezTo>
                    <a:pt x="155" y="88"/>
                    <a:pt x="157" y="86"/>
                    <a:pt x="157" y="81"/>
                  </a:cubicBezTo>
                  <a:cubicBezTo>
                    <a:pt x="157" y="58"/>
                    <a:pt x="157" y="36"/>
                    <a:pt x="157" y="14"/>
                  </a:cubicBezTo>
                  <a:cubicBezTo>
                    <a:pt x="157" y="8"/>
                    <a:pt x="155" y="6"/>
                    <a:pt x="149" y="6"/>
                  </a:cubicBezTo>
                  <a:cubicBezTo>
                    <a:pt x="129" y="6"/>
                    <a:pt x="109" y="6"/>
                    <a:pt x="89" y="6"/>
                  </a:cubicBezTo>
                  <a:cubicBezTo>
                    <a:pt x="87" y="6"/>
                    <a:pt x="86" y="6"/>
                    <a:pt x="84" y="6"/>
                  </a:cubicBezTo>
                  <a:cubicBezTo>
                    <a:pt x="84" y="4"/>
                    <a:pt x="84" y="2"/>
                    <a:pt x="84" y="0"/>
                  </a:cubicBezTo>
                  <a:cubicBezTo>
                    <a:pt x="86" y="0"/>
                    <a:pt x="87" y="0"/>
                    <a:pt x="89" y="0"/>
                  </a:cubicBezTo>
                  <a:cubicBezTo>
                    <a:pt x="111" y="0"/>
                    <a:pt x="134" y="0"/>
                    <a:pt x="156" y="0"/>
                  </a:cubicBezTo>
                  <a:cubicBezTo>
                    <a:pt x="165" y="0"/>
                    <a:pt x="167" y="2"/>
                    <a:pt x="167" y="10"/>
                  </a:cubicBezTo>
                  <a:cubicBezTo>
                    <a:pt x="167" y="37"/>
                    <a:pt x="167" y="64"/>
                    <a:pt x="167" y="90"/>
                  </a:cubicBezTo>
                  <a:cubicBezTo>
                    <a:pt x="167" y="92"/>
                    <a:pt x="167" y="94"/>
                    <a:pt x="168" y="96"/>
                  </a:cubicBezTo>
                  <a:cubicBezTo>
                    <a:pt x="173" y="102"/>
                    <a:pt x="178" y="108"/>
                    <a:pt x="183" y="114"/>
                  </a:cubicBezTo>
                  <a:cubicBezTo>
                    <a:pt x="183" y="115"/>
                    <a:pt x="183" y="116"/>
                    <a:pt x="183" y="117"/>
                  </a:cubicBezTo>
                  <a:close/>
                  <a:moveTo>
                    <a:pt x="109" y="108"/>
                  </a:moveTo>
                  <a:cubicBezTo>
                    <a:pt x="98" y="108"/>
                    <a:pt x="87" y="108"/>
                    <a:pt x="76" y="108"/>
                  </a:cubicBezTo>
                  <a:cubicBezTo>
                    <a:pt x="69" y="108"/>
                    <a:pt x="69" y="108"/>
                    <a:pt x="65" y="114"/>
                  </a:cubicBezTo>
                  <a:cubicBezTo>
                    <a:pt x="83" y="114"/>
                    <a:pt x="101" y="114"/>
                    <a:pt x="119" y="114"/>
                  </a:cubicBezTo>
                  <a:cubicBezTo>
                    <a:pt x="117" y="109"/>
                    <a:pt x="114" y="108"/>
                    <a:pt x="109" y="108"/>
                  </a:cubicBezTo>
                  <a:close/>
                  <a:moveTo>
                    <a:pt x="105" y="121"/>
                  </a:moveTo>
                  <a:cubicBezTo>
                    <a:pt x="106" y="121"/>
                    <a:pt x="107" y="120"/>
                    <a:pt x="107" y="120"/>
                  </a:cubicBezTo>
                  <a:cubicBezTo>
                    <a:pt x="107" y="119"/>
                    <a:pt x="106" y="118"/>
                    <a:pt x="105" y="118"/>
                  </a:cubicBezTo>
                  <a:cubicBezTo>
                    <a:pt x="97" y="118"/>
                    <a:pt x="88" y="118"/>
                    <a:pt x="80" y="118"/>
                  </a:cubicBezTo>
                  <a:cubicBezTo>
                    <a:pt x="79" y="118"/>
                    <a:pt x="78" y="119"/>
                    <a:pt x="77" y="119"/>
                  </a:cubicBezTo>
                  <a:cubicBezTo>
                    <a:pt x="78" y="120"/>
                    <a:pt x="79" y="121"/>
                    <a:pt x="80" y="121"/>
                  </a:cubicBezTo>
                  <a:cubicBezTo>
                    <a:pt x="84" y="121"/>
                    <a:pt x="88" y="121"/>
                    <a:pt x="93" y="121"/>
                  </a:cubicBezTo>
                  <a:cubicBezTo>
                    <a:pt x="97" y="121"/>
                    <a:pt x="101" y="121"/>
                    <a:pt x="105" y="12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1" name="Freeform 950">
              <a:extLst>
                <a:ext uri="{FF2B5EF4-FFF2-40B4-BE49-F238E27FC236}">
                  <a16:creationId xmlns="" xmlns:a16="http://schemas.microsoft.com/office/drawing/2014/main" id="{78EB6EFC-7D9A-457C-BC68-5F476A3D7AC3}"/>
                </a:ext>
              </a:extLst>
            </p:cNvPr>
            <p:cNvSpPr>
              <a:spLocks/>
            </p:cNvSpPr>
            <p:nvPr/>
          </p:nvSpPr>
          <p:spPr bwMode="auto">
            <a:xfrm>
              <a:off x="11179542" y="341161"/>
              <a:ext cx="22288" cy="22826"/>
            </a:xfrm>
            <a:custGeom>
              <a:avLst/>
              <a:gdLst>
                <a:gd name="T0" fmla="*/ 0 w 35"/>
                <a:gd name="T1" fmla="*/ 36 h 36"/>
                <a:gd name="T2" fmla="*/ 35 w 35"/>
                <a:gd name="T3" fmla="*/ 36 h 36"/>
                <a:gd name="T4" fmla="*/ 35 w 35"/>
                <a:gd name="T5" fmla="*/ 0 h 36"/>
                <a:gd name="T6" fmla="*/ 0 w 35"/>
                <a:gd name="T7" fmla="*/ 0 h 36"/>
                <a:gd name="T8" fmla="*/ 0 w 35"/>
                <a:gd name="T9" fmla="*/ 36 h 36"/>
              </a:gdLst>
              <a:ahLst/>
              <a:cxnLst>
                <a:cxn ang="0">
                  <a:pos x="T0" y="T1"/>
                </a:cxn>
                <a:cxn ang="0">
                  <a:pos x="T2" y="T3"/>
                </a:cxn>
                <a:cxn ang="0">
                  <a:pos x="T4" y="T5"/>
                </a:cxn>
                <a:cxn ang="0">
                  <a:pos x="T6" y="T7"/>
                </a:cxn>
                <a:cxn ang="0">
                  <a:pos x="T8" y="T9"/>
                </a:cxn>
              </a:cxnLst>
              <a:rect l="0" t="0" r="r" b="b"/>
              <a:pathLst>
                <a:path w="35" h="36">
                  <a:moveTo>
                    <a:pt x="0" y="36"/>
                  </a:moveTo>
                  <a:cubicBezTo>
                    <a:pt x="11" y="36"/>
                    <a:pt x="23" y="36"/>
                    <a:pt x="35" y="36"/>
                  </a:cubicBezTo>
                  <a:cubicBezTo>
                    <a:pt x="35" y="24"/>
                    <a:pt x="35" y="12"/>
                    <a:pt x="35" y="0"/>
                  </a:cubicBezTo>
                  <a:cubicBezTo>
                    <a:pt x="23" y="0"/>
                    <a:pt x="11" y="0"/>
                    <a:pt x="0" y="0"/>
                  </a:cubicBezTo>
                  <a:cubicBezTo>
                    <a:pt x="0" y="12"/>
                    <a:pt x="0" y="24"/>
                    <a:pt x="0" y="3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3" name="Freeform 951">
              <a:extLst>
                <a:ext uri="{FF2B5EF4-FFF2-40B4-BE49-F238E27FC236}">
                  <a16:creationId xmlns="" xmlns:a16="http://schemas.microsoft.com/office/drawing/2014/main" id="{FD9FFA5C-0FEA-4EB0-BA0A-55083B3A45A4}"/>
                </a:ext>
              </a:extLst>
            </p:cNvPr>
            <p:cNvSpPr>
              <a:spLocks/>
            </p:cNvSpPr>
            <p:nvPr/>
          </p:nvSpPr>
          <p:spPr bwMode="auto">
            <a:xfrm>
              <a:off x="11191089" y="375533"/>
              <a:ext cx="17723" cy="18260"/>
            </a:xfrm>
            <a:custGeom>
              <a:avLst/>
              <a:gdLst>
                <a:gd name="T0" fmla="*/ 28 w 28"/>
                <a:gd name="T1" fmla="*/ 0 h 29"/>
                <a:gd name="T2" fmla="*/ 0 w 28"/>
                <a:gd name="T3" fmla="*/ 0 h 29"/>
                <a:gd name="T4" fmla="*/ 0 w 28"/>
                <a:gd name="T5" fmla="*/ 29 h 29"/>
                <a:gd name="T6" fmla="*/ 28 w 28"/>
                <a:gd name="T7" fmla="*/ 29 h 29"/>
                <a:gd name="T8" fmla="*/ 28 w 28"/>
                <a:gd name="T9" fmla="*/ 0 h 29"/>
              </a:gdLst>
              <a:ahLst/>
              <a:cxnLst>
                <a:cxn ang="0">
                  <a:pos x="T0" y="T1"/>
                </a:cxn>
                <a:cxn ang="0">
                  <a:pos x="T2" y="T3"/>
                </a:cxn>
                <a:cxn ang="0">
                  <a:pos x="T4" y="T5"/>
                </a:cxn>
                <a:cxn ang="0">
                  <a:pos x="T6" y="T7"/>
                </a:cxn>
                <a:cxn ang="0">
                  <a:pos x="T8" y="T9"/>
                </a:cxn>
              </a:cxnLst>
              <a:rect l="0" t="0" r="r" b="b"/>
              <a:pathLst>
                <a:path w="28" h="29">
                  <a:moveTo>
                    <a:pt x="28" y="0"/>
                  </a:moveTo>
                  <a:cubicBezTo>
                    <a:pt x="18" y="0"/>
                    <a:pt x="9" y="0"/>
                    <a:pt x="0" y="0"/>
                  </a:cubicBezTo>
                  <a:cubicBezTo>
                    <a:pt x="0" y="10"/>
                    <a:pt x="0" y="19"/>
                    <a:pt x="0" y="29"/>
                  </a:cubicBezTo>
                  <a:cubicBezTo>
                    <a:pt x="9" y="29"/>
                    <a:pt x="18" y="29"/>
                    <a:pt x="28" y="29"/>
                  </a:cubicBezTo>
                  <a:cubicBezTo>
                    <a:pt x="28" y="19"/>
                    <a:pt x="28" y="10"/>
                    <a:pt x="2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4" name="Freeform 952">
              <a:extLst>
                <a:ext uri="{FF2B5EF4-FFF2-40B4-BE49-F238E27FC236}">
                  <a16:creationId xmlns="" xmlns:a16="http://schemas.microsoft.com/office/drawing/2014/main" id="{83F700C8-212B-4BBD-8D1D-54C10F125384}"/>
                </a:ext>
              </a:extLst>
            </p:cNvPr>
            <p:cNvSpPr>
              <a:spLocks/>
            </p:cNvSpPr>
            <p:nvPr/>
          </p:nvSpPr>
          <p:spPr bwMode="auto">
            <a:xfrm>
              <a:off x="11205590" y="357810"/>
              <a:ext cx="14769" cy="14501"/>
            </a:xfrm>
            <a:custGeom>
              <a:avLst/>
              <a:gdLst>
                <a:gd name="T0" fmla="*/ 23 w 23"/>
                <a:gd name="T1" fmla="*/ 23 h 23"/>
                <a:gd name="T2" fmla="*/ 23 w 23"/>
                <a:gd name="T3" fmla="*/ 0 h 23"/>
                <a:gd name="T4" fmla="*/ 0 w 23"/>
                <a:gd name="T5" fmla="*/ 0 h 23"/>
                <a:gd name="T6" fmla="*/ 0 w 23"/>
                <a:gd name="T7" fmla="*/ 23 h 23"/>
                <a:gd name="T8" fmla="*/ 23 w 23"/>
                <a:gd name="T9" fmla="*/ 23 h 23"/>
              </a:gdLst>
              <a:ahLst/>
              <a:cxnLst>
                <a:cxn ang="0">
                  <a:pos x="T0" y="T1"/>
                </a:cxn>
                <a:cxn ang="0">
                  <a:pos x="T2" y="T3"/>
                </a:cxn>
                <a:cxn ang="0">
                  <a:pos x="T4" y="T5"/>
                </a:cxn>
                <a:cxn ang="0">
                  <a:pos x="T6" y="T7"/>
                </a:cxn>
                <a:cxn ang="0">
                  <a:pos x="T8" y="T9"/>
                </a:cxn>
              </a:cxnLst>
              <a:rect l="0" t="0" r="r" b="b"/>
              <a:pathLst>
                <a:path w="23" h="23">
                  <a:moveTo>
                    <a:pt x="23" y="23"/>
                  </a:moveTo>
                  <a:cubicBezTo>
                    <a:pt x="23" y="15"/>
                    <a:pt x="23" y="8"/>
                    <a:pt x="23" y="0"/>
                  </a:cubicBezTo>
                  <a:cubicBezTo>
                    <a:pt x="15" y="0"/>
                    <a:pt x="7" y="0"/>
                    <a:pt x="0" y="0"/>
                  </a:cubicBezTo>
                  <a:cubicBezTo>
                    <a:pt x="0" y="7"/>
                    <a:pt x="0" y="15"/>
                    <a:pt x="0" y="23"/>
                  </a:cubicBezTo>
                  <a:cubicBezTo>
                    <a:pt x="7" y="23"/>
                    <a:pt x="15" y="23"/>
                    <a:pt x="23" y="2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5" name="Freeform 953">
              <a:extLst>
                <a:ext uri="{FF2B5EF4-FFF2-40B4-BE49-F238E27FC236}">
                  <a16:creationId xmlns="" xmlns:a16="http://schemas.microsoft.com/office/drawing/2014/main" id="{2FBA8B8A-6B59-4C1C-A7E0-0342B857DB20}"/>
                </a:ext>
              </a:extLst>
            </p:cNvPr>
            <p:cNvSpPr>
              <a:spLocks/>
            </p:cNvSpPr>
            <p:nvPr/>
          </p:nvSpPr>
          <p:spPr bwMode="auto">
            <a:xfrm>
              <a:off x="11207469" y="343040"/>
              <a:ext cx="10204" cy="10204"/>
            </a:xfrm>
            <a:custGeom>
              <a:avLst/>
              <a:gdLst>
                <a:gd name="T0" fmla="*/ 0 w 16"/>
                <a:gd name="T1" fmla="*/ 16 h 16"/>
                <a:gd name="T2" fmla="*/ 16 w 16"/>
                <a:gd name="T3" fmla="*/ 16 h 16"/>
                <a:gd name="T4" fmla="*/ 16 w 16"/>
                <a:gd name="T5" fmla="*/ 0 h 16"/>
                <a:gd name="T6" fmla="*/ 0 w 16"/>
                <a:gd name="T7" fmla="*/ 0 h 16"/>
                <a:gd name="T8" fmla="*/ 0 w 16"/>
                <a:gd name="T9" fmla="*/ 16 h 16"/>
              </a:gdLst>
              <a:ahLst/>
              <a:cxnLst>
                <a:cxn ang="0">
                  <a:pos x="T0" y="T1"/>
                </a:cxn>
                <a:cxn ang="0">
                  <a:pos x="T2" y="T3"/>
                </a:cxn>
                <a:cxn ang="0">
                  <a:pos x="T4" y="T5"/>
                </a:cxn>
                <a:cxn ang="0">
                  <a:pos x="T6" y="T7"/>
                </a:cxn>
                <a:cxn ang="0">
                  <a:pos x="T8" y="T9"/>
                </a:cxn>
              </a:cxnLst>
              <a:rect l="0" t="0" r="r" b="b"/>
              <a:pathLst>
                <a:path w="16" h="16">
                  <a:moveTo>
                    <a:pt x="0" y="16"/>
                  </a:moveTo>
                  <a:cubicBezTo>
                    <a:pt x="5" y="16"/>
                    <a:pt x="10" y="16"/>
                    <a:pt x="16" y="16"/>
                  </a:cubicBezTo>
                  <a:cubicBezTo>
                    <a:pt x="16" y="11"/>
                    <a:pt x="16" y="5"/>
                    <a:pt x="16" y="0"/>
                  </a:cubicBezTo>
                  <a:cubicBezTo>
                    <a:pt x="11" y="0"/>
                    <a:pt x="5" y="0"/>
                    <a:pt x="0" y="0"/>
                  </a:cubicBezTo>
                  <a:cubicBezTo>
                    <a:pt x="0" y="5"/>
                    <a:pt x="0" y="10"/>
                    <a:pt x="0" y="1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6" name="Freeform 954">
              <a:extLst>
                <a:ext uri="{FF2B5EF4-FFF2-40B4-BE49-F238E27FC236}">
                  <a16:creationId xmlns="" xmlns:a16="http://schemas.microsoft.com/office/drawing/2014/main" id="{37AF867F-8131-42EB-904C-A1189621D543}"/>
                </a:ext>
              </a:extLst>
            </p:cNvPr>
            <p:cNvSpPr>
              <a:spLocks/>
            </p:cNvSpPr>
            <p:nvPr/>
          </p:nvSpPr>
          <p:spPr bwMode="auto">
            <a:xfrm>
              <a:off x="11226535" y="362106"/>
              <a:ext cx="10204" cy="10204"/>
            </a:xfrm>
            <a:custGeom>
              <a:avLst/>
              <a:gdLst>
                <a:gd name="T0" fmla="*/ 0 w 16"/>
                <a:gd name="T1" fmla="*/ 0 h 16"/>
                <a:gd name="T2" fmla="*/ 0 w 16"/>
                <a:gd name="T3" fmla="*/ 16 h 16"/>
                <a:gd name="T4" fmla="*/ 16 w 16"/>
                <a:gd name="T5" fmla="*/ 16 h 16"/>
                <a:gd name="T6" fmla="*/ 16 w 16"/>
                <a:gd name="T7" fmla="*/ 0 h 16"/>
                <a:gd name="T8" fmla="*/ 0 w 16"/>
                <a:gd name="T9" fmla="*/ 0 h 16"/>
              </a:gdLst>
              <a:ahLst/>
              <a:cxnLst>
                <a:cxn ang="0">
                  <a:pos x="T0" y="T1"/>
                </a:cxn>
                <a:cxn ang="0">
                  <a:pos x="T2" y="T3"/>
                </a:cxn>
                <a:cxn ang="0">
                  <a:pos x="T4" y="T5"/>
                </a:cxn>
                <a:cxn ang="0">
                  <a:pos x="T6" y="T7"/>
                </a:cxn>
                <a:cxn ang="0">
                  <a:pos x="T8" y="T9"/>
                </a:cxn>
              </a:cxnLst>
              <a:rect l="0" t="0" r="r" b="b"/>
              <a:pathLst>
                <a:path w="16" h="16">
                  <a:moveTo>
                    <a:pt x="0" y="0"/>
                  </a:moveTo>
                  <a:cubicBezTo>
                    <a:pt x="0" y="5"/>
                    <a:pt x="0" y="11"/>
                    <a:pt x="0" y="16"/>
                  </a:cubicBezTo>
                  <a:cubicBezTo>
                    <a:pt x="5" y="16"/>
                    <a:pt x="10" y="16"/>
                    <a:pt x="16" y="16"/>
                  </a:cubicBezTo>
                  <a:cubicBezTo>
                    <a:pt x="16" y="11"/>
                    <a:pt x="16" y="6"/>
                    <a:pt x="16" y="0"/>
                  </a:cubicBezTo>
                  <a:cubicBezTo>
                    <a:pt x="11" y="0"/>
                    <a:pt x="6" y="0"/>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7" name="Freeform 955">
              <a:extLst>
                <a:ext uri="{FF2B5EF4-FFF2-40B4-BE49-F238E27FC236}">
                  <a16:creationId xmlns="" xmlns:a16="http://schemas.microsoft.com/office/drawing/2014/main" id="{04E3C55B-B583-404E-9692-118F2F60444E}"/>
                </a:ext>
              </a:extLst>
            </p:cNvPr>
            <p:cNvSpPr>
              <a:spLocks/>
            </p:cNvSpPr>
            <p:nvPr/>
          </p:nvSpPr>
          <p:spPr bwMode="auto">
            <a:xfrm>
              <a:off x="11222239" y="375533"/>
              <a:ext cx="10204" cy="10204"/>
            </a:xfrm>
            <a:custGeom>
              <a:avLst/>
              <a:gdLst>
                <a:gd name="T0" fmla="*/ 16 w 16"/>
                <a:gd name="T1" fmla="*/ 0 h 16"/>
                <a:gd name="T2" fmla="*/ 0 w 16"/>
                <a:gd name="T3" fmla="*/ 0 h 16"/>
                <a:gd name="T4" fmla="*/ 0 w 16"/>
                <a:gd name="T5" fmla="*/ 16 h 16"/>
                <a:gd name="T6" fmla="*/ 16 w 16"/>
                <a:gd name="T7" fmla="*/ 16 h 16"/>
                <a:gd name="T8" fmla="*/ 16 w 16"/>
                <a:gd name="T9" fmla="*/ 0 h 16"/>
              </a:gdLst>
              <a:ahLst/>
              <a:cxnLst>
                <a:cxn ang="0">
                  <a:pos x="T0" y="T1"/>
                </a:cxn>
                <a:cxn ang="0">
                  <a:pos x="T2" y="T3"/>
                </a:cxn>
                <a:cxn ang="0">
                  <a:pos x="T4" y="T5"/>
                </a:cxn>
                <a:cxn ang="0">
                  <a:pos x="T6" y="T7"/>
                </a:cxn>
                <a:cxn ang="0">
                  <a:pos x="T8" y="T9"/>
                </a:cxn>
              </a:cxnLst>
              <a:rect l="0" t="0" r="r" b="b"/>
              <a:pathLst>
                <a:path w="16" h="16">
                  <a:moveTo>
                    <a:pt x="16" y="0"/>
                  </a:moveTo>
                  <a:cubicBezTo>
                    <a:pt x="11" y="0"/>
                    <a:pt x="6" y="0"/>
                    <a:pt x="0" y="0"/>
                  </a:cubicBezTo>
                  <a:cubicBezTo>
                    <a:pt x="0" y="5"/>
                    <a:pt x="0" y="10"/>
                    <a:pt x="0" y="16"/>
                  </a:cubicBezTo>
                  <a:cubicBezTo>
                    <a:pt x="6" y="16"/>
                    <a:pt x="11" y="16"/>
                    <a:pt x="16" y="16"/>
                  </a:cubicBezTo>
                  <a:cubicBezTo>
                    <a:pt x="16" y="11"/>
                    <a:pt x="16" y="5"/>
                    <a:pt x="16"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8" name="Freeform 956">
              <a:extLst>
                <a:ext uri="{FF2B5EF4-FFF2-40B4-BE49-F238E27FC236}">
                  <a16:creationId xmlns="" xmlns:a16="http://schemas.microsoft.com/office/drawing/2014/main" id="{F5BBD81D-0750-4918-84CF-E3C279318D73}"/>
                </a:ext>
              </a:extLst>
            </p:cNvPr>
            <p:cNvSpPr>
              <a:spLocks/>
            </p:cNvSpPr>
            <p:nvPr/>
          </p:nvSpPr>
          <p:spPr bwMode="auto">
            <a:xfrm>
              <a:off x="11212571" y="387617"/>
              <a:ext cx="10204" cy="10204"/>
            </a:xfrm>
            <a:custGeom>
              <a:avLst/>
              <a:gdLst>
                <a:gd name="T0" fmla="*/ 0 w 16"/>
                <a:gd name="T1" fmla="*/ 16 h 16"/>
                <a:gd name="T2" fmla="*/ 16 w 16"/>
                <a:gd name="T3" fmla="*/ 16 h 16"/>
                <a:gd name="T4" fmla="*/ 16 w 16"/>
                <a:gd name="T5" fmla="*/ 0 h 16"/>
                <a:gd name="T6" fmla="*/ 0 w 16"/>
                <a:gd name="T7" fmla="*/ 0 h 16"/>
                <a:gd name="T8" fmla="*/ 0 w 16"/>
                <a:gd name="T9" fmla="*/ 16 h 16"/>
              </a:gdLst>
              <a:ahLst/>
              <a:cxnLst>
                <a:cxn ang="0">
                  <a:pos x="T0" y="T1"/>
                </a:cxn>
                <a:cxn ang="0">
                  <a:pos x="T2" y="T3"/>
                </a:cxn>
                <a:cxn ang="0">
                  <a:pos x="T4" y="T5"/>
                </a:cxn>
                <a:cxn ang="0">
                  <a:pos x="T6" y="T7"/>
                </a:cxn>
                <a:cxn ang="0">
                  <a:pos x="T8" y="T9"/>
                </a:cxn>
              </a:cxnLst>
              <a:rect l="0" t="0" r="r" b="b"/>
              <a:pathLst>
                <a:path w="16" h="16">
                  <a:moveTo>
                    <a:pt x="0" y="16"/>
                  </a:moveTo>
                  <a:cubicBezTo>
                    <a:pt x="6" y="16"/>
                    <a:pt x="11" y="16"/>
                    <a:pt x="16" y="16"/>
                  </a:cubicBezTo>
                  <a:cubicBezTo>
                    <a:pt x="16" y="10"/>
                    <a:pt x="16" y="5"/>
                    <a:pt x="16" y="0"/>
                  </a:cubicBezTo>
                  <a:cubicBezTo>
                    <a:pt x="11" y="0"/>
                    <a:pt x="6" y="0"/>
                    <a:pt x="0" y="0"/>
                  </a:cubicBezTo>
                  <a:cubicBezTo>
                    <a:pt x="0" y="5"/>
                    <a:pt x="0" y="10"/>
                    <a:pt x="0" y="1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29" name="Freeform 957">
              <a:extLst>
                <a:ext uri="{FF2B5EF4-FFF2-40B4-BE49-F238E27FC236}">
                  <a16:creationId xmlns="" xmlns:a16="http://schemas.microsoft.com/office/drawing/2014/main" id="{2814E7C8-6EF4-48E8-B4CE-484EC9D76457}"/>
                </a:ext>
              </a:extLst>
            </p:cNvPr>
            <p:cNvSpPr>
              <a:spLocks/>
            </p:cNvSpPr>
            <p:nvPr/>
          </p:nvSpPr>
          <p:spPr bwMode="auto">
            <a:xfrm>
              <a:off x="11239962" y="379293"/>
              <a:ext cx="8325" cy="8325"/>
            </a:xfrm>
            <a:custGeom>
              <a:avLst/>
              <a:gdLst>
                <a:gd name="T0" fmla="*/ 13 w 13"/>
                <a:gd name="T1" fmla="*/ 0 h 13"/>
                <a:gd name="T2" fmla="*/ 0 w 13"/>
                <a:gd name="T3" fmla="*/ 0 h 13"/>
                <a:gd name="T4" fmla="*/ 0 w 13"/>
                <a:gd name="T5" fmla="*/ 13 h 13"/>
                <a:gd name="T6" fmla="*/ 13 w 13"/>
                <a:gd name="T7" fmla="*/ 13 h 13"/>
                <a:gd name="T8" fmla="*/ 13 w 13"/>
                <a:gd name="T9" fmla="*/ 0 h 13"/>
              </a:gdLst>
              <a:ahLst/>
              <a:cxnLst>
                <a:cxn ang="0">
                  <a:pos x="T0" y="T1"/>
                </a:cxn>
                <a:cxn ang="0">
                  <a:pos x="T2" y="T3"/>
                </a:cxn>
                <a:cxn ang="0">
                  <a:pos x="T4" y="T5"/>
                </a:cxn>
                <a:cxn ang="0">
                  <a:pos x="T6" y="T7"/>
                </a:cxn>
                <a:cxn ang="0">
                  <a:pos x="T8" y="T9"/>
                </a:cxn>
              </a:cxnLst>
              <a:rect l="0" t="0" r="r" b="b"/>
              <a:pathLst>
                <a:path w="13" h="13">
                  <a:moveTo>
                    <a:pt x="13" y="0"/>
                  </a:moveTo>
                  <a:cubicBezTo>
                    <a:pt x="9" y="0"/>
                    <a:pt x="4" y="0"/>
                    <a:pt x="0" y="0"/>
                  </a:cubicBezTo>
                  <a:cubicBezTo>
                    <a:pt x="0" y="4"/>
                    <a:pt x="0" y="8"/>
                    <a:pt x="0" y="13"/>
                  </a:cubicBezTo>
                  <a:cubicBezTo>
                    <a:pt x="4" y="13"/>
                    <a:pt x="9" y="13"/>
                    <a:pt x="13" y="13"/>
                  </a:cubicBezTo>
                  <a:cubicBezTo>
                    <a:pt x="13" y="9"/>
                    <a:pt x="13" y="4"/>
                    <a:pt x="13"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0" name="Freeform 958">
              <a:extLst>
                <a:ext uri="{FF2B5EF4-FFF2-40B4-BE49-F238E27FC236}">
                  <a16:creationId xmlns="" xmlns:a16="http://schemas.microsoft.com/office/drawing/2014/main" id="{EEAE3702-CABB-4788-BAE3-15A2E3596F53}"/>
                </a:ext>
              </a:extLst>
            </p:cNvPr>
            <p:cNvSpPr>
              <a:spLocks/>
            </p:cNvSpPr>
            <p:nvPr/>
          </p:nvSpPr>
          <p:spPr bwMode="auto">
            <a:xfrm>
              <a:off x="11231100" y="390034"/>
              <a:ext cx="8862" cy="8862"/>
            </a:xfrm>
            <a:custGeom>
              <a:avLst/>
              <a:gdLst>
                <a:gd name="T0" fmla="*/ 14 w 14"/>
                <a:gd name="T1" fmla="*/ 14 h 14"/>
                <a:gd name="T2" fmla="*/ 14 w 14"/>
                <a:gd name="T3" fmla="*/ 0 h 14"/>
                <a:gd name="T4" fmla="*/ 0 w 14"/>
                <a:gd name="T5" fmla="*/ 0 h 14"/>
                <a:gd name="T6" fmla="*/ 0 w 14"/>
                <a:gd name="T7" fmla="*/ 14 h 14"/>
                <a:gd name="T8" fmla="*/ 14 w 14"/>
                <a:gd name="T9" fmla="*/ 14 h 14"/>
              </a:gdLst>
              <a:ahLst/>
              <a:cxnLst>
                <a:cxn ang="0">
                  <a:pos x="T0" y="T1"/>
                </a:cxn>
                <a:cxn ang="0">
                  <a:pos x="T2" y="T3"/>
                </a:cxn>
                <a:cxn ang="0">
                  <a:pos x="T4" y="T5"/>
                </a:cxn>
                <a:cxn ang="0">
                  <a:pos x="T6" y="T7"/>
                </a:cxn>
                <a:cxn ang="0">
                  <a:pos x="T8" y="T9"/>
                </a:cxn>
              </a:cxnLst>
              <a:rect l="0" t="0" r="r" b="b"/>
              <a:pathLst>
                <a:path w="14" h="14">
                  <a:moveTo>
                    <a:pt x="14" y="14"/>
                  </a:moveTo>
                  <a:cubicBezTo>
                    <a:pt x="14" y="9"/>
                    <a:pt x="14" y="5"/>
                    <a:pt x="14" y="0"/>
                  </a:cubicBezTo>
                  <a:cubicBezTo>
                    <a:pt x="9" y="0"/>
                    <a:pt x="5" y="0"/>
                    <a:pt x="0" y="0"/>
                  </a:cubicBezTo>
                  <a:cubicBezTo>
                    <a:pt x="0" y="5"/>
                    <a:pt x="0" y="9"/>
                    <a:pt x="0" y="14"/>
                  </a:cubicBezTo>
                  <a:cubicBezTo>
                    <a:pt x="5" y="14"/>
                    <a:pt x="9" y="14"/>
                    <a:pt x="14"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1" name="Freeform 959">
              <a:extLst>
                <a:ext uri="{FF2B5EF4-FFF2-40B4-BE49-F238E27FC236}">
                  <a16:creationId xmlns="" xmlns:a16="http://schemas.microsoft.com/office/drawing/2014/main" id="{6E2DE896-BE98-4A43-870B-6D5E89AF97E1}"/>
                </a:ext>
              </a:extLst>
            </p:cNvPr>
            <p:cNvSpPr>
              <a:spLocks/>
            </p:cNvSpPr>
            <p:nvPr/>
          </p:nvSpPr>
          <p:spPr bwMode="auto">
            <a:xfrm>
              <a:off x="11245869" y="391377"/>
              <a:ext cx="8056" cy="8325"/>
            </a:xfrm>
            <a:custGeom>
              <a:avLst/>
              <a:gdLst>
                <a:gd name="T0" fmla="*/ 0 w 13"/>
                <a:gd name="T1" fmla="*/ 13 h 13"/>
                <a:gd name="T2" fmla="*/ 13 w 13"/>
                <a:gd name="T3" fmla="*/ 13 h 13"/>
                <a:gd name="T4" fmla="*/ 13 w 13"/>
                <a:gd name="T5" fmla="*/ 0 h 13"/>
                <a:gd name="T6" fmla="*/ 0 w 13"/>
                <a:gd name="T7" fmla="*/ 0 h 13"/>
                <a:gd name="T8" fmla="*/ 0 w 13"/>
                <a:gd name="T9" fmla="*/ 13 h 13"/>
              </a:gdLst>
              <a:ahLst/>
              <a:cxnLst>
                <a:cxn ang="0">
                  <a:pos x="T0" y="T1"/>
                </a:cxn>
                <a:cxn ang="0">
                  <a:pos x="T2" y="T3"/>
                </a:cxn>
                <a:cxn ang="0">
                  <a:pos x="T4" y="T5"/>
                </a:cxn>
                <a:cxn ang="0">
                  <a:pos x="T6" y="T7"/>
                </a:cxn>
                <a:cxn ang="0">
                  <a:pos x="T8" y="T9"/>
                </a:cxn>
              </a:cxnLst>
              <a:rect l="0" t="0" r="r" b="b"/>
              <a:pathLst>
                <a:path w="13" h="13">
                  <a:moveTo>
                    <a:pt x="0" y="13"/>
                  </a:moveTo>
                  <a:cubicBezTo>
                    <a:pt x="4" y="13"/>
                    <a:pt x="8" y="13"/>
                    <a:pt x="13" y="13"/>
                  </a:cubicBezTo>
                  <a:cubicBezTo>
                    <a:pt x="13" y="9"/>
                    <a:pt x="13" y="5"/>
                    <a:pt x="13" y="0"/>
                  </a:cubicBezTo>
                  <a:cubicBezTo>
                    <a:pt x="9" y="0"/>
                    <a:pt x="4" y="0"/>
                    <a:pt x="0" y="0"/>
                  </a:cubicBezTo>
                  <a:cubicBezTo>
                    <a:pt x="0" y="5"/>
                    <a:pt x="0" y="9"/>
                    <a:pt x="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2" name="Freeform 960">
              <a:extLst>
                <a:ext uri="{FF2B5EF4-FFF2-40B4-BE49-F238E27FC236}">
                  <a16:creationId xmlns="" xmlns:a16="http://schemas.microsoft.com/office/drawing/2014/main" id="{BC695A0B-C36C-4996-B1FA-901C5988D450}"/>
                </a:ext>
              </a:extLst>
            </p:cNvPr>
            <p:cNvSpPr>
              <a:spLocks noEditPoints="1"/>
            </p:cNvSpPr>
            <p:nvPr/>
          </p:nvSpPr>
          <p:spPr bwMode="auto">
            <a:xfrm>
              <a:off x="10838775" y="578815"/>
              <a:ext cx="101774" cy="69282"/>
            </a:xfrm>
            <a:custGeom>
              <a:avLst/>
              <a:gdLst>
                <a:gd name="T0" fmla="*/ 160 w 160"/>
                <a:gd name="T1" fmla="*/ 102 h 109"/>
                <a:gd name="T2" fmla="*/ 148 w 160"/>
                <a:gd name="T3" fmla="*/ 109 h 109"/>
                <a:gd name="T4" fmla="*/ 12 w 160"/>
                <a:gd name="T5" fmla="*/ 109 h 109"/>
                <a:gd name="T6" fmla="*/ 7 w 160"/>
                <a:gd name="T7" fmla="*/ 108 h 109"/>
                <a:gd name="T8" fmla="*/ 3 w 160"/>
                <a:gd name="T9" fmla="*/ 97 h 109"/>
                <a:gd name="T10" fmla="*/ 7 w 160"/>
                <a:gd name="T11" fmla="*/ 93 h 109"/>
                <a:gd name="T12" fmla="*/ 16 w 160"/>
                <a:gd name="T13" fmla="*/ 68 h 109"/>
                <a:gd name="T14" fmla="*/ 16 w 160"/>
                <a:gd name="T15" fmla="*/ 54 h 109"/>
                <a:gd name="T16" fmla="*/ 24 w 160"/>
                <a:gd name="T17" fmla="*/ 54 h 109"/>
                <a:gd name="T18" fmla="*/ 24 w 160"/>
                <a:gd name="T19" fmla="*/ 70 h 109"/>
                <a:gd name="T20" fmla="*/ 31 w 160"/>
                <a:gd name="T21" fmla="*/ 77 h 109"/>
                <a:gd name="T22" fmla="*/ 130 w 160"/>
                <a:gd name="T23" fmla="*/ 77 h 109"/>
                <a:gd name="T24" fmla="*/ 137 w 160"/>
                <a:gd name="T25" fmla="*/ 70 h 109"/>
                <a:gd name="T26" fmla="*/ 137 w 160"/>
                <a:gd name="T27" fmla="*/ 12 h 109"/>
                <a:gd name="T28" fmla="*/ 130 w 160"/>
                <a:gd name="T29" fmla="*/ 5 h 109"/>
                <a:gd name="T30" fmla="*/ 77 w 160"/>
                <a:gd name="T31" fmla="*/ 5 h 109"/>
                <a:gd name="T32" fmla="*/ 73 w 160"/>
                <a:gd name="T33" fmla="*/ 5 h 109"/>
                <a:gd name="T34" fmla="*/ 73 w 160"/>
                <a:gd name="T35" fmla="*/ 0 h 109"/>
                <a:gd name="T36" fmla="*/ 77 w 160"/>
                <a:gd name="T37" fmla="*/ 0 h 109"/>
                <a:gd name="T38" fmla="*/ 136 w 160"/>
                <a:gd name="T39" fmla="*/ 0 h 109"/>
                <a:gd name="T40" fmla="*/ 145 w 160"/>
                <a:gd name="T41" fmla="*/ 8 h 109"/>
                <a:gd name="T42" fmla="*/ 145 w 160"/>
                <a:gd name="T43" fmla="*/ 79 h 109"/>
                <a:gd name="T44" fmla="*/ 146 w 160"/>
                <a:gd name="T45" fmla="*/ 83 h 109"/>
                <a:gd name="T46" fmla="*/ 160 w 160"/>
                <a:gd name="T47" fmla="*/ 100 h 109"/>
                <a:gd name="T48" fmla="*/ 160 w 160"/>
                <a:gd name="T49" fmla="*/ 102 h 109"/>
                <a:gd name="T50" fmla="*/ 95 w 160"/>
                <a:gd name="T51" fmla="*/ 94 h 109"/>
                <a:gd name="T52" fmla="*/ 66 w 160"/>
                <a:gd name="T53" fmla="*/ 94 h 109"/>
                <a:gd name="T54" fmla="*/ 57 w 160"/>
                <a:gd name="T55" fmla="*/ 99 h 109"/>
                <a:gd name="T56" fmla="*/ 104 w 160"/>
                <a:gd name="T57" fmla="*/ 99 h 109"/>
                <a:gd name="T58" fmla="*/ 95 w 160"/>
                <a:gd name="T59" fmla="*/ 94 h 109"/>
                <a:gd name="T60" fmla="*/ 91 w 160"/>
                <a:gd name="T61" fmla="*/ 106 h 109"/>
                <a:gd name="T62" fmla="*/ 94 w 160"/>
                <a:gd name="T63" fmla="*/ 104 h 109"/>
                <a:gd name="T64" fmla="*/ 91 w 160"/>
                <a:gd name="T65" fmla="*/ 103 h 109"/>
                <a:gd name="T66" fmla="*/ 69 w 160"/>
                <a:gd name="T67" fmla="*/ 103 h 109"/>
                <a:gd name="T68" fmla="*/ 67 w 160"/>
                <a:gd name="T69" fmla="*/ 104 h 109"/>
                <a:gd name="T70" fmla="*/ 69 w 160"/>
                <a:gd name="T71" fmla="*/ 106 h 109"/>
                <a:gd name="T72" fmla="*/ 81 w 160"/>
                <a:gd name="T73" fmla="*/ 106 h 109"/>
                <a:gd name="T74" fmla="*/ 91 w 160"/>
                <a:gd name="T75" fmla="*/ 10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109">
                  <a:moveTo>
                    <a:pt x="160" y="102"/>
                  </a:moveTo>
                  <a:cubicBezTo>
                    <a:pt x="158" y="107"/>
                    <a:pt x="154" y="109"/>
                    <a:pt x="148" y="109"/>
                  </a:cubicBezTo>
                  <a:cubicBezTo>
                    <a:pt x="103" y="109"/>
                    <a:pt x="58" y="109"/>
                    <a:pt x="12" y="109"/>
                  </a:cubicBezTo>
                  <a:cubicBezTo>
                    <a:pt x="11" y="109"/>
                    <a:pt x="9" y="109"/>
                    <a:pt x="7" y="108"/>
                  </a:cubicBezTo>
                  <a:cubicBezTo>
                    <a:pt x="1" y="106"/>
                    <a:pt x="0" y="101"/>
                    <a:pt x="3" y="97"/>
                  </a:cubicBezTo>
                  <a:cubicBezTo>
                    <a:pt x="5" y="95"/>
                    <a:pt x="6" y="94"/>
                    <a:pt x="7" y="93"/>
                  </a:cubicBezTo>
                  <a:cubicBezTo>
                    <a:pt x="14" y="86"/>
                    <a:pt x="17" y="78"/>
                    <a:pt x="16" y="68"/>
                  </a:cubicBezTo>
                  <a:cubicBezTo>
                    <a:pt x="15" y="64"/>
                    <a:pt x="16" y="59"/>
                    <a:pt x="16" y="54"/>
                  </a:cubicBezTo>
                  <a:cubicBezTo>
                    <a:pt x="19" y="54"/>
                    <a:pt x="21" y="54"/>
                    <a:pt x="24" y="54"/>
                  </a:cubicBezTo>
                  <a:cubicBezTo>
                    <a:pt x="24" y="59"/>
                    <a:pt x="24" y="65"/>
                    <a:pt x="24" y="70"/>
                  </a:cubicBezTo>
                  <a:cubicBezTo>
                    <a:pt x="24" y="75"/>
                    <a:pt x="25" y="77"/>
                    <a:pt x="31" y="77"/>
                  </a:cubicBezTo>
                  <a:cubicBezTo>
                    <a:pt x="64" y="77"/>
                    <a:pt x="97" y="77"/>
                    <a:pt x="130" y="77"/>
                  </a:cubicBezTo>
                  <a:cubicBezTo>
                    <a:pt x="135" y="77"/>
                    <a:pt x="137" y="75"/>
                    <a:pt x="137" y="70"/>
                  </a:cubicBezTo>
                  <a:cubicBezTo>
                    <a:pt x="137" y="51"/>
                    <a:pt x="137" y="31"/>
                    <a:pt x="137" y="12"/>
                  </a:cubicBezTo>
                  <a:cubicBezTo>
                    <a:pt x="137" y="7"/>
                    <a:pt x="135" y="5"/>
                    <a:pt x="130" y="5"/>
                  </a:cubicBezTo>
                  <a:cubicBezTo>
                    <a:pt x="112" y="5"/>
                    <a:pt x="95" y="5"/>
                    <a:pt x="77" y="5"/>
                  </a:cubicBezTo>
                  <a:cubicBezTo>
                    <a:pt x="76" y="5"/>
                    <a:pt x="75" y="5"/>
                    <a:pt x="73" y="5"/>
                  </a:cubicBezTo>
                  <a:cubicBezTo>
                    <a:pt x="73" y="3"/>
                    <a:pt x="73" y="2"/>
                    <a:pt x="73" y="0"/>
                  </a:cubicBezTo>
                  <a:cubicBezTo>
                    <a:pt x="75" y="0"/>
                    <a:pt x="76" y="0"/>
                    <a:pt x="77" y="0"/>
                  </a:cubicBezTo>
                  <a:cubicBezTo>
                    <a:pt x="97" y="0"/>
                    <a:pt x="117" y="0"/>
                    <a:pt x="136" y="0"/>
                  </a:cubicBezTo>
                  <a:cubicBezTo>
                    <a:pt x="144" y="0"/>
                    <a:pt x="145" y="1"/>
                    <a:pt x="145" y="8"/>
                  </a:cubicBezTo>
                  <a:cubicBezTo>
                    <a:pt x="145" y="32"/>
                    <a:pt x="145" y="55"/>
                    <a:pt x="145" y="79"/>
                  </a:cubicBezTo>
                  <a:cubicBezTo>
                    <a:pt x="145" y="80"/>
                    <a:pt x="145" y="82"/>
                    <a:pt x="146" y="83"/>
                  </a:cubicBezTo>
                  <a:cubicBezTo>
                    <a:pt x="151" y="89"/>
                    <a:pt x="155" y="94"/>
                    <a:pt x="160" y="100"/>
                  </a:cubicBezTo>
                  <a:cubicBezTo>
                    <a:pt x="160" y="100"/>
                    <a:pt x="160" y="101"/>
                    <a:pt x="160" y="102"/>
                  </a:cubicBezTo>
                  <a:close/>
                  <a:moveTo>
                    <a:pt x="95" y="94"/>
                  </a:moveTo>
                  <a:cubicBezTo>
                    <a:pt x="85" y="95"/>
                    <a:pt x="75" y="94"/>
                    <a:pt x="66" y="94"/>
                  </a:cubicBezTo>
                  <a:cubicBezTo>
                    <a:pt x="60" y="94"/>
                    <a:pt x="60" y="94"/>
                    <a:pt x="57" y="99"/>
                  </a:cubicBezTo>
                  <a:cubicBezTo>
                    <a:pt x="73" y="99"/>
                    <a:pt x="88" y="99"/>
                    <a:pt x="104" y="99"/>
                  </a:cubicBezTo>
                  <a:cubicBezTo>
                    <a:pt x="102" y="96"/>
                    <a:pt x="99" y="94"/>
                    <a:pt x="95" y="94"/>
                  </a:cubicBezTo>
                  <a:close/>
                  <a:moveTo>
                    <a:pt x="91" y="106"/>
                  </a:moveTo>
                  <a:cubicBezTo>
                    <a:pt x="92" y="106"/>
                    <a:pt x="93" y="105"/>
                    <a:pt x="94" y="104"/>
                  </a:cubicBezTo>
                  <a:cubicBezTo>
                    <a:pt x="93" y="104"/>
                    <a:pt x="92" y="103"/>
                    <a:pt x="91" y="103"/>
                  </a:cubicBezTo>
                  <a:cubicBezTo>
                    <a:pt x="84" y="103"/>
                    <a:pt x="77" y="103"/>
                    <a:pt x="69" y="103"/>
                  </a:cubicBezTo>
                  <a:cubicBezTo>
                    <a:pt x="69" y="103"/>
                    <a:pt x="68" y="104"/>
                    <a:pt x="67" y="104"/>
                  </a:cubicBezTo>
                  <a:cubicBezTo>
                    <a:pt x="68" y="105"/>
                    <a:pt x="69" y="106"/>
                    <a:pt x="69" y="106"/>
                  </a:cubicBezTo>
                  <a:cubicBezTo>
                    <a:pt x="73" y="106"/>
                    <a:pt x="77" y="106"/>
                    <a:pt x="81" y="106"/>
                  </a:cubicBezTo>
                  <a:cubicBezTo>
                    <a:pt x="84" y="106"/>
                    <a:pt x="88" y="106"/>
                    <a:pt x="91" y="10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3" name="Freeform 961">
              <a:extLst>
                <a:ext uri="{FF2B5EF4-FFF2-40B4-BE49-F238E27FC236}">
                  <a16:creationId xmlns="" xmlns:a16="http://schemas.microsoft.com/office/drawing/2014/main" id="{799670CA-A31E-41A1-86D4-69DF96680A57}"/>
                </a:ext>
              </a:extLst>
            </p:cNvPr>
            <p:cNvSpPr>
              <a:spLocks/>
            </p:cNvSpPr>
            <p:nvPr/>
          </p:nvSpPr>
          <p:spPr bwMode="auto">
            <a:xfrm>
              <a:off x="10830450" y="562434"/>
              <a:ext cx="19871" cy="20140"/>
            </a:xfrm>
            <a:custGeom>
              <a:avLst/>
              <a:gdLst>
                <a:gd name="T0" fmla="*/ 0 w 31"/>
                <a:gd name="T1" fmla="*/ 32 h 32"/>
                <a:gd name="T2" fmla="*/ 31 w 31"/>
                <a:gd name="T3" fmla="*/ 32 h 32"/>
                <a:gd name="T4" fmla="*/ 31 w 31"/>
                <a:gd name="T5" fmla="*/ 0 h 32"/>
                <a:gd name="T6" fmla="*/ 0 w 31"/>
                <a:gd name="T7" fmla="*/ 0 h 32"/>
                <a:gd name="T8" fmla="*/ 0 w 31"/>
                <a:gd name="T9" fmla="*/ 32 h 32"/>
              </a:gdLst>
              <a:ahLst/>
              <a:cxnLst>
                <a:cxn ang="0">
                  <a:pos x="T0" y="T1"/>
                </a:cxn>
                <a:cxn ang="0">
                  <a:pos x="T2" y="T3"/>
                </a:cxn>
                <a:cxn ang="0">
                  <a:pos x="T4" y="T5"/>
                </a:cxn>
                <a:cxn ang="0">
                  <a:pos x="T6" y="T7"/>
                </a:cxn>
                <a:cxn ang="0">
                  <a:pos x="T8" y="T9"/>
                </a:cxn>
              </a:cxnLst>
              <a:rect l="0" t="0" r="r" b="b"/>
              <a:pathLst>
                <a:path w="31" h="32">
                  <a:moveTo>
                    <a:pt x="0" y="32"/>
                  </a:moveTo>
                  <a:cubicBezTo>
                    <a:pt x="10" y="32"/>
                    <a:pt x="21" y="32"/>
                    <a:pt x="31" y="32"/>
                  </a:cubicBezTo>
                  <a:cubicBezTo>
                    <a:pt x="31" y="21"/>
                    <a:pt x="31" y="11"/>
                    <a:pt x="31" y="0"/>
                  </a:cubicBezTo>
                  <a:cubicBezTo>
                    <a:pt x="21" y="0"/>
                    <a:pt x="10" y="0"/>
                    <a:pt x="0" y="0"/>
                  </a:cubicBezTo>
                  <a:cubicBezTo>
                    <a:pt x="0" y="11"/>
                    <a:pt x="0" y="21"/>
                    <a:pt x="0" y="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4" name="Freeform 962">
              <a:extLst>
                <a:ext uri="{FF2B5EF4-FFF2-40B4-BE49-F238E27FC236}">
                  <a16:creationId xmlns="" xmlns:a16="http://schemas.microsoft.com/office/drawing/2014/main" id="{637B21A7-F508-464F-96FB-E45C69575D1C}"/>
                </a:ext>
              </a:extLst>
            </p:cNvPr>
            <p:cNvSpPr>
              <a:spLocks/>
            </p:cNvSpPr>
            <p:nvPr/>
          </p:nvSpPr>
          <p:spPr bwMode="auto">
            <a:xfrm>
              <a:off x="10840655" y="592779"/>
              <a:ext cx="15306" cy="15844"/>
            </a:xfrm>
            <a:custGeom>
              <a:avLst/>
              <a:gdLst>
                <a:gd name="T0" fmla="*/ 24 w 24"/>
                <a:gd name="T1" fmla="*/ 0 h 25"/>
                <a:gd name="T2" fmla="*/ 0 w 24"/>
                <a:gd name="T3" fmla="*/ 0 h 25"/>
                <a:gd name="T4" fmla="*/ 0 w 24"/>
                <a:gd name="T5" fmla="*/ 25 h 25"/>
                <a:gd name="T6" fmla="*/ 24 w 24"/>
                <a:gd name="T7" fmla="*/ 25 h 25"/>
                <a:gd name="T8" fmla="*/ 24 w 24"/>
                <a:gd name="T9" fmla="*/ 0 h 25"/>
              </a:gdLst>
              <a:ahLst/>
              <a:cxnLst>
                <a:cxn ang="0">
                  <a:pos x="T0" y="T1"/>
                </a:cxn>
                <a:cxn ang="0">
                  <a:pos x="T2" y="T3"/>
                </a:cxn>
                <a:cxn ang="0">
                  <a:pos x="T4" y="T5"/>
                </a:cxn>
                <a:cxn ang="0">
                  <a:pos x="T6" y="T7"/>
                </a:cxn>
                <a:cxn ang="0">
                  <a:pos x="T8" y="T9"/>
                </a:cxn>
              </a:cxnLst>
              <a:rect l="0" t="0" r="r" b="b"/>
              <a:pathLst>
                <a:path w="24" h="25">
                  <a:moveTo>
                    <a:pt x="24" y="0"/>
                  </a:moveTo>
                  <a:cubicBezTo>
                    <a:pt x="16" y="0"/>
                    <a:pt x="8" y="0"/>
                    <a:pt x="0" y="0"/>
                  </a:cubicBezTo>
                  <a:cubicBezTo>
                    <a:pt x="0" y="8"/>
                    <a:pt x="0" y="16"/>
                    <a:pt x="0" y="25"/>
                  </a:cubicBezTo>
                  <a:cubicBezTo>
                    <a:pt x="8" y="25"/>
                    <a:pt x="16" y="25"/>
                    <a:pt x="24" y="25"/>
                  </a:cubicBezTo>
                  <a:cubicBezTo>
                    <a:pt x="24" y="17"/>
                    <a:pt x="24" y="8"/>
                    <a:pt x="2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5" name="Freeform 963">
              <a:extLst>
                <a:ext uri="{FF2B5EF4-FFF2-40B4-BE49-F238E27FC236}">
                  <a16:creationId xmlns="" xmlns:a16="http://schemas.microsoft.com/office/drawing/2014/main" id="{89AB1CDA-30D5-423F-B5B1-2845125CD991}"/>
                </a:ext>
              </a:extLst>
            </p:cNvPr>
            <p:cNvSpPr>
              <a:spLocks/>
            </p:cNvSpPr>
            <p:nvPr/>
          </p:nvSpPr>
          <p:spPr bwMode="auto">
            <a:xfrm>
              <a:off x="10853544" y="576935"/>
              <a:ext cx="12621" cy="12621"/>
            </a:xfrm>
            <a:custGeom>
              <a:avLst/>
              <a:gdLst>
                <a:gd name="T0" fmla="*/ 20 w 20"/>
                <a:gd name="T1" fmla="*/ 20 h 20"/>
                <a:gd name="T2" fmla="*/ 20 w 20"/>
                <a:gd name="T3" fmla="*/ 0 h 20"/>
                <a:gd name="T4" fmla="*/ 0 w 20"/>
                <a:gd name="T5" fmla="*/ 0 h 20"/>
                <a:gd name="T6" fmla="*/ 0 w 20"/>
                <a:gd name="T7" fmla="*/ 20 h 20"/>
                <a:gd name="T8" fmla="*/ 20 w 20"/>
                <a:gd name="T9" fmla="*/ 20 h 20"/>
              </a:gdLst>
              <a:ahLst/>
              <a:cxnLst>
                <a:cxn ang="0">
                  <a:pos x="T0" y="T1"/>
                </a:cxn>
                <a:cxn ang="0">
                  <a:pos x="T2" y="T3"/>
                </a:cxn>
                <a:cxn ang="0">
                  <a:pos x="T4" y="T5"/>
                </a:cxn>
                <a:cxn ang="0">
                  <a:pos x="T6" y="T7"/>
                </a:cxn>
                <a:cxn ang="0">
                  <a:pos x="T8" y="T9"/>
                </a:cxn>
              </a:cxnLst>
              <a:rect l="0" t="0" r="r" b="b"/>
              <a:pathLst>
                <a:path w="20" h="20">
                  <a:moveTo>
                    <a:pt x="20" y="20"/>
                  </a:moveTo>
                  <a:cubicBezTo>
                    <a:pt x="20" y="13"/>
                    <a:pt x="20" y="7"/>
                    <a:pt x="20" y="0"/>
                  </a:cubicBezTo>
                  <a:cubicBezTo>
                    <a:pt x="13" y="0"/>
                    <a:pt x="7" y="0"/>
                    <a:pt x="0" y="0"/>
                  </a:cubicBezTo>
                  <a:cubicBezTo>
                    <a:pt x="0" y="7"/>
                    <a:pt x="0" y="13"/>
                    <a:pt x="0" y="20"/>
                  </a:cubicBezTo>
                  <a:cubicBezTo>
                    <a:pt x="6" y="20"/>
                    <a:pt x="13" y="20"/>
                    <a:pt x="20" y="2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6" name="Freeform 964">
              <a:extLst>
                <a:ext uri="{FF2B5EF4-FFF2-40B4-BE49-F238E27FC236}">
                  <a16:creationId xmlns="" xmlns:a16="http://schemas.microsoft.com/office/drawing/2014/main" id="{5865479E-9E6B-47F3-A9A5-16B4A4F19068}"/>
                </a:ext>
              </a:extLst>
            </p:cNvPr>
            <p:cNvSpPr>
              <a:spLocks/>
            </p:cNvSpPr>
            <p:nvPr/>
          </p:nvSpPr>
          <p:spPr bwMode="auto">
            <a:xfrm>
              <a:off x="10855424" y="564314"/>
              <a:ext cx="8862" cy="8862"/>
            </a:xfrm>
            <a:custGeom>
              <a:avLst/>
              <a:gdLst>
                <a:gd name="T0" fmla="*/ 0 w 14"/>
                <a:gd name="T1" fmla="*/ 14 h 14"/>
                <a:gd name="T2" fmla="*/ 14 w 14"/>
                <a:gd name="T3" fmla="*/ 14 h 14"/>
                <a:gd name="T4" fmla="*/ 14 w 14"/>
                <a:gd name="T5" fmla="*/ 0 h 14"/>
                <a:gd name="T6" fmla="*/ 0 w 14"/>
                <a:gd name="T7" fmla="*/ 0 h 14"/>
                <a:gd name="T8" fmla="*/ 0 w 14"/>
                <a:gd name="T9" fmla="*/ 14 h 14"/>
              </a:gdLst>
              <a:ahLst/>
              <a:cxnLst>
                <a:cxn ang="0">
                  <a:pos x="T0" y="T1"/>
                </a:cxn>
                <a:cxn ang="0">
                  <a:pos x="T2" y="T3"/>
                </a:cxn>
                <a:cxn ang="0">
                  <a:pos x="T4" y="T5"/>
                </a:cxn>
                <a:cxn ang="0">
                  <a:pos x="T6" y="T7"/>
                </a:cxn>
                <a:cxn ang="0">
                  <a:pos x="T8" y="T9"/>
                </a:cxn>
              </a:cxnLst>
              <a:rect l="0" t="0" r="r" b="b"/>
              <a:pathLst>
                <a:path w="14" h="14">
                  <a:moveTo>
                    <a:pt x="0" y="14"/>
                  </a:moveTo>
                  <a:cubicBezTo>
                    <a:pt x="4" y="14"/>
                    <a:pt x="9" y="14"/>
                    <a:pt x="14" y="14"/>
                  </a:cubicBezTo>
                  <a:cubicBezTo>
                    <a:pt x="14" y="9"/>
                    <a:pt x="14" y="5"/>
                    <a:pt x="14" y="0"/>
                  </a:cubicBezTo>
                  <a:cubicBezTo>
                    <a:pt x="9" y="0"/>
                    <a:pt x="4" y="0"/>
                    <a:pt x="0" y="0"/>
                  </a:cubicBezTo>
                  <a:cubicBezTo>
                    <a:pt x="0" y="4"/>
                    <a:pt x="0" y="9"/>
                    <a:pt x="0"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7" name="Freeform 965">
              <a:extLst>
                <a:ext uri="{FF2B5EF4-FFF2-40B4-BE49-F238E27FC236}">
                  <a16:creationId xmlns="" xmlns:a16="http://schemas.microsoft.com/office/drawing/2014/main" id="{542C73FF-E99C-4509-960F-2B1B159F9358}"/>
                </a:ext>
              </a:extLst>
            </p:cNvPr>
            <p:cNvSpPr>
              <a:spLocks/>
            </p:cNvSpPr>
            <p:nvPr/>
          </p:nvSpPr>
          <p:spPr bwMode="auto">
            <a:xfrm>
              <a:off x="10871804" y="580694"/>
              <a:ext cx="8862" cy="8862"/>
            </a:xfrm>
            <a:custGeom>
              <a:avLst/>
              <a:gdLst>
                <a:gd name="T0" fmla="*/ 0 w 14"/>
                <a:gd name="T1" fmla="*/ 0 h 14"/>
                <a:gd name="T2" fmla="*/ 0 w 14"/>
                <a:gd name="T3" fmla="*/ 14 h 14"/>
                <a:gd name="T4" fmla="*/ 14 w 14"/>
                <a:gd name="T5" fmla="*/ 14 h 14"/>
                <a:gd name="T6" fmla="*/ 14 w 14"/>
                <a:gd name="T7" fmla="*/ 0 h 14"/>
                <a:gd name="T8" fmla="*/ 0 w 14"/>
                <a:gd name="T9" fmla="*/ 0 h 14"/>
              </a:gdLst>
              <a:ahLst/>
              <a:cxnLst>
                <a:cxn ang="0">
                  <a:pos x="T0" y="T1"/>
                </a:cxn>
                <a:cxn ang="0">
                  <a:pos x="T2" y="T3"/>
                </a:cxn>
                <a:cxn ang="0">
                  <a:pos x="T4" y="T5"/>
                </a:cxn>
                <a:cxn ang="0">
                  <a:pos x="T6" y="T7"/>
                </a:cxn>
                <a:cxn ang="0">
                  <a:pos x="T8" y="T9"/>
                </a:cxn>
              </a:cxnLst>
              <a:rect l="0" t="0" r="r" b="b"/>
              <a:pathLst>
                <a:path w="14" h="14">
                  <a:moveTo>
                    <a:pt x="0" y="0"/>
                  </a:moveTo>
                  <a:cubicBezTo>
                    <a:pt x="0" y="5"/>
                    <a:pt x="0" y="9"/>
                    <a:pt x="0" y="14"/>
                  </a:cubicBezTo>
                  <a:cubicBezTo>
                    <a:pt x="5" y="14"/>
                    <a:pt x="9" y="14"/>
                    <a:pt x="14" y="14"/>
                  </a:cubicBezTo>
                  <a:cubicBezTo>
                    <a:pt x="14" y="10"/>
                    <a:pt x="14" y="5"/>
                    <a:pt x="14" y="0"/>
                  </a:cubicBezTo>
                  <a:cubicBezTo>
                    <a:pt x="9" y="0"/>
                    <a:pt x="5" y="0"/>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8" name="Freeform 966">
              <a:extLst>
                <a:ext uri="{FF2B5EF4-FFF2-40B4-BE49-F238E27FC236}">
                  <a16:creationId xmlns="" xmlns:a16="http://schemas.microsoft.com/office/drawing/2014/main" id="{02792CE6-EC4F-46B6-BAD5-2849D22B140E}"/>
                </a:ext>
              </a:extLst>
            </p:cNvPr>
            <p:cNvSpPr>
              <a:spLocks/>
            </p:cNvSpPr>
            <p:nvPr/>
          </p:nvSpPr>
          <p:spPr bwMode="auto">
            <a:xfrm>
              <a:off x="10868045" y="592241"/>
              <a:ext cx="8862" cy="8862"/>
            </a:xfrm>
            <a:custGeom>
              <a:avLst/>
              <a:gdLst>
                <a:gd name="T0" fmla="*/ 14 w 14"/>
                <a:gd name="T1" fmla="*/ 0 h 14"/>
                <a:gd name="T2" fmla="*/ 0 w 14"/>
                <a:gd name="T3" fmla="*/ 0 h 14"/>
                <a:gd name="T4" fmla="*/ 0 w 14"/>
                <a:gd name="T5" fmla="*/ 14 h 14"/>
                <a:gd name="T6" fmla="*/ 14 w 14"/>
                <a:gd name="T7" fmla="*/ 14 h 14"/>
                <a:gd name="T8" fmla="*/ 14 w 14"/>
                <a:gd name="T9" fmla="*/ 0 h 14"/>
              </a:gdLst>
              <a:ahLst/>
              <a:cxnLst>
                <a:cxn ang="0">
                  <a:pos x="T0" y="T1"/>
                </a:cxn>
                <a:cxn ang="0">
                  <a:pos x="T2" y="T3"/>
                </a:cxn>
                <a:cxn ang="0">
                  <a:pos x="T4" y="T5"/>
                </a:cxn>
                <a:cxn ang="0">
                  <a:pos x="T6" y="T7"/>
                </a:cxn>
                <a:cxn ang="0">
                  <a:pos x="T8" y="T9"/>
                </a:cxn>
              </a:cxnLst>
              <a:rect l="0" t="0" r="r" b="b"/>
              <a:pathLst>
                <a:path w="14" h="14">
                  <a:moveTo>
                    <a:pt x="14" y="0"/>
                  </a:moveTo>
                  <a:cubicBezTo>
                    <a:pt x="9" y="0"/>
                    <a:pt x="5" y="0"/>
                    <a:pt x="0" y="0"/>
                  </a:cubicBezTo>
                  <a:cubicBezTo>
                    <a:pt x="0" y="5"/>
                    <a:pt x="0" y="10"/>
                    <a:pt x="0" y="14"/>
                  </a:cubicBezTo>
                  <a:cubicBezTo>
                    <a:pt x="5" y="14"/>
                    <a:pt x="9" y="14"/>
                    <a:pt x="14" y="14"/>
                  </a:cubicBezTo>
                  <a:cubicBezTo>
                    <a:pt x="14" y="10"/>
                    <a:pt x="14" y="5"/>
                    <a:pt x="1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39" name="Freeform 967">
              <a:extLst>
                <a:ext uri="{FF2B5EF4-FFF2-40B4-BE49-F238E27FC236}">
                  <a16:creationId xmlns="" xmlns:a16="http://schemas.microsoft.com/office/drawing/2014/main" id="{DA680DF7-A04B-488D-B2DE-FED6245E4133}"/>
                </a:ext>
              </a:extLst>
            </p:cNvPr>
            <p:cNvSpPr>
              <a:spLocks/>
            </p:cNvSpPr>
            <p:nvPr/>
          </p:nvSpPr>
          <p:spPr bwMode="auto">
            <a:xfrm>
              <a:off x="10859720" y="602983"/>
              <a:ext cx="8862" cy="8862"/>
            </a:xfrm>
            <a:custGeom>
              <a:avLst/>
              <a:gdLst>
                <a:gd name="T0" fmla="*/ 0 w 14"/>
                <a:gd name="T1" fmla="*/ 14 h 14"/>
                <a:gd name="T2" fmla="*/ 14 w 14"/>
                <a:gd name="T3" fmla="*/ 14 h 14"/>
                <a:gd name="T4" fmla="*/ 14 w 14"/>
                <a:gd name="T5" fmla="*/ 0 h 14"/>
                <a:gd name="T6" fmla="*/ 0 w 14"/>
                <a:gd name="T7" fmla="*/ 0 h 14"/>
                <a:gd name="T8" fmla="*/ 0 w 14"/>
                <a:gd name="T9" fmla="*/ 14 h 14"/>
              </a:gdLst>
              <a:ahLst/>
              <a:cxnLst>
                <a:cxn ang="0">
                  <a:pos x="T0" y="T1"/>
                </a:cxn>
                <a:cxn ang="0">
                  <a:pos x="T2" y="T3"/>
                </a:cxn>
                <a:cxn ang="0">
                  <a:pos x="T4" y="T5"/>
                </a:cxn>
                <a:cxn ang="0">
                  <a:pos x="T6" y="T7"/>
                </a:cxn>
                <a:cxn ang="0">
                  <a:pos x="T8" y="T9"/>
                </a:cxn>
              </a:cxnLst>
              <a:rect l="0" t="0" r="r" b="b"/>
              <a:pathLst>
                <a:path w="14" h="14">
                  <a:moveTo>
                    <a:pt x="0" y="14"/>
                  </a:moveTo>
                  <a:cubicBezTo>
                    <a:pt x="5" y="14"/>
                    <a:pt x="9" y="14"/>
                    <a:pt x="14" y="14"/>
                  </a:cubicBezTo>
                  <a:cubicBezTo>
                    <a:pt x="14" y="9"/>
                    <a:pt x="14" y="5"/>
                    <a:pt x="14" y="0"/>
                  </a:cubicBezTo>
                  <a:cubicBezTo>
                    <a:pt x="9" y="0"/>
                    <a:pt x="5" y="0"/>
                    <a:pt x="0" y="0"/>
                  </a:cubicBezTo>
                  <a:cubicBezTo>
                    <a:pt x="0" y="4"/>
                    <a:pt x="0" y="9"/>
                    <a:pt x="0"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0" name="Freeform 968">
              <a:extLst>
                <a:ext uri="{FF2B5EF4-FFF2-40B4-BE49-F238E27FC236}">
                  <a16:creationId xmlns="" xmlns:a16="http://schemas.microsoft.com/office/drawing/2014/main" id="{9BC9D1BC-C70F-4EB4-BAF7-B2BC648C2AC8}"/>
                </a:ext>
              </a:extLst>
            </p:cNvPr>
            <p:cNvSpPr>
              <a:spLocks/>
            </p:cNvSpPr>
            <p:nvPr/>
          </p:nvSpPr>
          <p:spPr bwMode="auto">
            <a:xfrm>
              <a:off x="10883351" y="596001"/>
              <a:ext cx="7519" cy="6982"/>
            </a:xfrm>
            <a:custGeom>
              <a:avLst/>
              <a:gdLst>
                <a:gd name="T0" fmla="*/ 12 w 12"/>
                <a:gd name="T1" fmla="*/ 0 h 11"/>
                <a:gd name="T2" fmla="*/ 0 w 12"/>
                <a:gd name="T3" fmla="*/ 0 h 11"/>
                <a:gd name="T4" fmla="*/ 0 w 12"/>
                <a:gd name="T5" fmla="*/ 11 h 11"/>
                <a:gd name="T6" fmla="*/ 12 w 12"/>
                <a:gd name="T7" fmla="*/ 11 h 11"/>
                <a:gd name="T8" fmla="*/ 12 w 12"/>
                <a:gd name="T9" fmla="*/ 0 h 11"/>
              </a:gdLst>
              <a:ahLst/>
              <a:cxnLst>
                <a:cxn ang="0">
                  <a:pos x="T0" y="T1"/>
                </a:cxn>
                <a:cxn ang="0">
                  <a:pos x="T2" y="T3"/>
                </a:cxn>
                <a:cxn ang="0">
                  <a:pos x="T4" y="T5"/>
                </a:cxn>
                <a:cxn ang="0">
                  <a:pos x="T6" y="T7"/>
                </a:cxn>
                <a:cxn ang="0">
                  <a:pos x="T8" y="T9"/>
                </a:cxn>
              </a:cxnLst>
              <a:rect l="0" t="0" r="r" b="b"/>
              <a:pathLst>
                <a:path w="12" h="11">
                  <a:moveTo>
                    <a:pt x="12" y="0"/>
                  </a:moveTo>
                  <a:cubicBezTo>
                    <a:pt x="8" y="0"/>
                    <a:pt x="4" y="0"/>
                    <a:pt x="0" y="0"/>
                  </a:cubicBezTo>
                  <a:cubicBezTo>
                    <a:pt x="0" y="3"/>
                    <a:pt x="0" y="7"/>
                    <a:pt x="0" y="11"/>
                  </a:cubicBezTo>
                  <a:cubicBezTo>
                    <a:pt x="4" y="11"/>
                    <a:pt x="8" y="11"/>
                    <a:pt x="12" y="11"/>
                  </a:cubicBezTo>
                  <a:cubicBezTo>
                    <a:pt x="12" y="7"/>
                    <a:pt x="12" y="4"/>
                    <a:pt x="1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1" name="Freeform 969">
              <a:extLst>
                <a:ext uri="{FF2B5EF4-FFF2-40B4-BE49-F238E27FC236}">
                  <a16:creationId xmlns="" xmlns:a16="http://schemas.microsoft.com/office/drawing/2014/main" id="{48F45E84-0F7A-4ACF-A950-CF4675D4FECC}"/>
                </a:ext>
              </a:extLst>
            </p:cNvPr>
            <p:cNvSpPr>
              <a:spLocks/>
            </p:cNvSpPr>
            <p:nvPr/>
          </p:nvSpPr>
          <p:spPr bwMode="auto">
            <a:xfrm>
              <a:off x="10875832" y="605668"/>
              <a:ext cx="7519" cy="7519"/>
            </a:xfrm>
            <a:custGeom>
              <a:avLst/>
              <a:gdLst>
                <a:gd name="T0" fmla="*/ 12 w 12"/>
                <a:gd name="T1" fmla="*/ 12 h 12"/>
                <a:gd name="T2" fmla="*/ 12 w 12"/>
                <a:gd name="T3" fmla="*/ 0 h 12"/>
                <a:gd name="T4" fmla="*/ 0 w 12"/>
                <a:gd name="T5" fmla="*/ 0 h 12"/>
                <a:gd name="T6" fmla="*/ 0 w 12"/>
                <a:gd name="T7" fmla="*/ 12 h 12"/>
                <a:gd name="T8" fmla="*/ 12 w 12"/>
                <a:gd name="T9" fmla="*/ 12 h 12"/>
              </a:gdLst>
              <a:ahLst/>
              <a:cxnLst>
                <a:cxn ang="0">
                  <a:pos x="T0" y="T1"/>
                </a:cxn>
                <a:cxn ang="0">
                  <a:pos x="T2" y="T3"/>
                </a:cxn>
                <a:cxn ang="0">
                  <a:pos x="T4" y="T5"/>
                </a:cxn>
                <a:cxn ang="0">
                  <a:pos x="T6" y="T7"/>
                </a:cxn>
                <a:cxn ang="0">
                  <a:pos x="T8" y="T9"/>
                </a:cxn>
              </a:cxnLst>
              <a:rect l="0" t="0" r="r" b="b"/>
              <a:pathLst>
                <a:path w="12" h="12">
                  <a:moveTo>
                    <a:pt x="12" y="12"/>
                  </a:moveTo>
                  <a:cubicBezTo>
                    <a:pt x="12" y="7"/>
                    <a:pt x="12" y="4"/>
                    <a:pt x="12" y="0"/>
                  </a:cubicBezTo>
                  <a:cubicBezTo>
                    <a:pt x="8" y="0"/>
                    <a:pt x="4" y="0"/>
                    <a:pt x="0" y="0"/>
                  </a:cubicBezTo>
                  <a:cubicBezTo>
                    <a:pt x="0" y="4"/>
                    <a:pt x="0" y="7"/>
                    <a:pt x="0" y="12"/>
                  </a:cubicBezTo>
                  <a:cubicBezTo>
                    <a:pt x="4" y="12"/>
                    <a:pt x="8" y="12"/>
                    <a:pt x="12"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2" name="Freeform 970">
              <a:extLst>
                <a:ext uri="{FF2B5EF4-FFF2-40B4-BE49-F238E27FC236}">
                  <a16:creationId xmlns="" xmlns:a16="http://schemas.microsoft.com/office/drawing/2014/main" id="{F994F805-3F62-4724-AC48-5F124DEA6727}"/>
                </a:ext>
              </a:extLst>
            </p:cNvPr>
            <p:cNvSpPr>
              <a:spLocks/>
            </p:cNvSpPr>
            <p:nvPr/>
          </p:nvSpPr>
          <p:spPr bwMode="auto">
            <a:xfrm>
              <a:off x="10888453" y="606742"/>
              <a:ext cx="7519" cy="6982"/>
            </a:xfrm>
            <a:custGeom>
              <a:avLst/>
              <a:gdLst>
                <a:gd name="T0" fmla="*/ 0 w 12"/>
                <a:gd name="T1" fmla="*/ 11 h 11"/>
                <a:gd name="T2" fmla="*/ 12 w 12"/>
                <a:gd name="T3" fmla="*/ 11 h 11"/>
                <a:gd name="T4" fmla="*/ 12 w 12"/>
                <a:gd name="T5" fmla="*/ 0 h 11"/>
                <a:gd name="T6" fmla="*/ 0 w 12"/>
                <a:gd name="T7" fmla="*/ 0 h 11"/>
                <a:gd name="T8" fmla="*/ 0 w 12"/>
                <a:gd name="T9" fmla="*/ 11 h 11"/>
              </a:gdLst>
              <a:ahLst/>
              <a:cxnLst>
                <a:cxn ang="0">
                  <a:pos x="T0" y="T1"/>
                </a:cxn>
                <a:cxn ang="0">
                  <a:pos x="T2" y="T3"/>
                </a:cxn>
                <a:cxn ang="0">
                  <a:pos x="T4" y="T5"/>
                </a:cxn>
                <a:cxn ang="0">
                  <a:pos x="T6" y="T7"/>
                </a:cxn>
                <a:cxn ang="0">
                  <a:pos x="T8" y="T9"/>
                </a:cxn>
              </a:cxnLst>
              <a:rect l="0" t="0" r="r" b="b"/>
              <a:pathLst>
                <a:path w="12" h="11">
                  <a:moveTo>
                    <a:pt x="0" y="11"/>
                  </a:moveTo>
                  <a:cubicBezTo>
                    <a:pt x="4" y="11"/>
                    <a:pt x="8" y="11"/>
                    <a:pt x="12" y="11"/>
                  </a:cubicBezTo>
                  <a:cubicBezTo>
                    <a:pt x="12" y="7"/>
                    <a:pt x="12" y="4"/>
                    <a:pt x="12" y="0"/>
                  </a:cubicBezTo>
                  <a:cubicBezTo>
                    <a:pt x="8" y="0"/>
                    <a:pt x="4" y="0"/>
                    <a:pt x="0" y="0"/>
                  </a:cubicBezTo>
                  <a:cubicBezTo>
                    <a:pt x="0" y="3"/>
                    <a:pt x="0" y="7"/>
                    <a:pt x="0"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3" name="Freeform 1007">
              <a:extLst>
                <a:ext uri="{FF2B5EF4-FFF2-40B4-BE49-F238E27FC236}">
                  <a16:creationId xmlns="" xmlns:a16="http://schemas.microsoft.com/office/drawing/2014/main" id="{637C34F9-29BB-4BE8-94E4-3AE05320719F}"/>
                </a:ext>
              </a:extLst>
            </p:cNvPr>
            <p:cNvSpPr>
              <a:spLocks/>
            </p:cNvSpPr>
            <p:nvPr/>
          </p:nvSpPr>
          <p:spPr bwMode="auto">
            <a:xfrm>
              <a:off x="11452371" y="500671"/>
              <a:ext cx="6982" cy="6445"/>
            </a:xfrm>
            <a:custGeom>
              <a:avLst/>
              <a:gdLst>
                <a:gd name="T0" fmla="*/ 7 w 11"/>
                <a:gd name="T1" fmla="*/ 10 h 10"/>
                <a:gd name="T2" fmla="*/ 5 w 11"/>
                <a:gd name="T3" fmla="*/ 9 h 10"/>
                <a:gd name="T4" fmla="*/ 1 w 11"/>
                <a:gd name="T5" fmla="*/ 8 h 10"/>
                <a:gd name="T6" fmla="*/ 0 w 11"/>
                <a:gd name="T7" fmla="*/ 8 h 10"/>
                <a:gd name="T8" fmla="*/ 1 w 11"/>
                <a:gd name="T9" fmla="*/ 8 h 10"/>
                <a:gd name="T10" fmla="*/ 5 w 11"/>
                <a:gd name="T11" fmla="*/ 8 h 10"/>
                <a:gd name="T12" fmla="*/ 7 w 11"/>
                <a:gd name="T13" fmla="*/ 6 h 10"/>
                <a:gd name="T14" fmla="*/ 7 w 11"/>
                <a:gd name="T15" fmla="*/ 0 h 10"/>
                <a:gd name="T16" fmla="*/ 8 w 11"/>
                <a:gd name="T17" fmla="*/ 0 h 10"/>
                <a:gd name="T18" fmla="*/ 11 w 11"/>
                <a:gd name="T19" fmla="*/ 0 h 10"/>
                <a:gd name="T20" fmla="*/ 11 w 11"/>
                <a:gd name="T21" fmla="*/ 0 h 10"/>
                <a:gd name="T22" fmla="*/ 8 w 11"/>
                <a:gd name="T23" fmla="*/ 10 h 10"/>
                <a:gd name="T24" fmla="*/ 8 w 11"/>
                <a:gd name="T25" fmla="*/ 10 h 10"/>
                <a:gd name="T26" fmla="*/ 7 w 11"/>
                <a:gd name="T27"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10">
                  <a:moveTo>
                    <a:pt x="7" y="10"/>
                  </a:moveTo>
                  <a:cubicBezTo>
                    <a:pt x="6" y="10"/>
                    <a:pt x="6" y="10"/>
                    <a:pt x="5" y="9"/>
                  </a:cubicBezTo>
                  <a:cubicBezTo>
                    <a:pt x="4" y="9"/>
                    <a:pt x="2" y="8"/>
                    <a:pt x="1" y="8"/>
                  </a:cubicBezTo>
                  <a:cubicBezTo>
                    <a:pt x="1" y="8"/>
                    <a:pt x="1" y="8"/>
                    <a:pt x="0" y="8"/>
                  </a:cubicBezTo>
                  <a:cubicBezTo>
                    <a:pt x="1" y="8"/>
                    <a:pt x="1" y="8"/>
                    <a:pt x="1" y="8"/>
                  </a:cubicBezTo>
                  <a:cubicBezTo>
                    <a:pt x="2" y="8"/>
                    <a:pt x="4" y="8"/>
                    <a:pt x="5" y="8"/>
                  </a:cubicBezTo>
                  <a:cubicBezTo>
                    <a:pt x="6" y="8"/>
                    <a:pt x="7" y="7"/>
                    <a:pt x="7" y="6"/>
                  </a:cubicBezTo>
                  <a:cubicBezTo>
                    <a:pt x="7" y="4"/>
                    <a:pt x="7" y="2"/>
                    <a:pt x="7" y="0"/>
                  </a:cubicBezTo>
                  <a:cubicBezTo>
                    <a:pt x="7" y="0"/>
                    <a:pt x="7" y="0"/>
                    <a:pt x="8" y="0"/>
                  </a:cubicBezTo>
                  <a:cubicBezTo>
                    <a:pt x="9" y="0"/>
                    <a:pt x="10" y="0"/>
                    <a:pt x="11" y="0"/>
                  </a:cubicBezTo>
                  <a:cubicBezTo>
                    <a:pt x="11" y="0"/>
                    <a:pt x="11" y="0"/>
                    <a:pt x="11" y="0"/>
                  </a:cubicBezTo>
                  <a:cubicBezTo>
                    <a:pt x="10" y="4"/>
                    <a:pt x="9" y="7"/>
                    <a:pt x="8" y="10"/>
                  </a:cubicBezTo>
                  <a:cubicBezTo>
                    <a:pt x="8" y="10"/>
                    <a:pt x="8" y="10"/>
                    <a:pt x="8" y="10"/>
                  </a:cubicBezTo>
                  <a:cubicBezTo>
                    <a:pt x="7" y="10"/>
                    <a:pt x="7" y="10"/>
                    <a:pt x="7"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4" name="Freeform 1008">
              <a:extLst>
                <a:ext uri="{FF2B5EF4-FFF2-40B4-BE49-F238E27FC236}">
                  <a16:creationId xmlns="" xmlns:a16="http://schemas.microsoft.com/office/drawing/2014/main" id="{2F0AEF43-1E12-4193-BF83-F3E89201DD46}"/>
                </a:ext>
              </a:extLst>
            </p:cNvPr>
            <p:cNvSpPr>
              <a:spLocks/>
            </p:cNvSpPr>
            <p:nvPr/>
          </p:nvSpPr>
          <p:spPr bwMode="auto">
            <a:xfrm>
              <a:off x="11433842" y="474086"/>
              <a:ext cx="31150" cy="9399"/>
            </a:xfrm>
            <a:custGeom>
              <a:avLst/>
              <a:gdLst>
                <a:gd name="T0" fmla="*/ 49 w 49"/>
                <a:gd name="T1" fmla="*/ 10 h 15"/>
                <a:gd name="T2" fmla="*/ 36 w 49"/>
                <a:gd name="T3" fmla="*/ 9 h 15"/>
                <a:gd name="T4" fmla="*/ 36 w 49"/>
                <a:gd name="T5" fmla="*/ 9 h 15"/>
                <a:gd name="T6" fmla="*/ 37 w 49"/>
                <a:gd name="T7" fmla="*/ 8 h 15"/>
                <a:gd name="T8" fmla="*/ 39 w 49"/>
                <a:gd name="T9" fmla="*/ 7 h 15"/>
                <a:gd name="T10" fmla="*/ 40 w 49"/>
                <a:gd name="T11" fmla="*/ 6 h 15"/>
                <a:gd name="T12" fmla="*/ 39 w 49"/>
                <a:gd name="T13" fmla="*/ 6 h 15"/>
                <a:gd name="T14" fmla="*/ 30 w 49"/>
                <a:gd name="T15" fmla="*/ 4 h 15"/>
                <a:gd name="T16" fmla="*/ 16 w 49"/>
                <a:gd name="T17" fmla="*/ 7 h 15"/>
                <a:gd name="T18" fmla="*/ 7 w 49"/>
                <a:gd name="T19" fmla="*/ 14 h 15"/>
                <a:gd name="T20" fmla="*/ 7 w 49"/>
                <a:gd name="T21" fmla="*/ 15 h 15"/>
                <a:gd name="T22" fmla="*/ 6 w 49"/>
                <a:gd name="T23" fmla="*/ 14 h 15"/>
                <a:gd name="T24" fmla="*/ 5 w 49"/>
                <a:gd name="T25" fmla="*/ 12 h 15"/>
                <a:gd name="T26" fmla="*/ 0 w 49"/>
                <a:gd name="T27" fmla="*/ 10 h 15"/>
                <a:gd name="T28" fmla="*/ 0 w 49"/>
                <a:gd name="T29" fmla="*/ 10 h 15"/>
                <a:gd name="T30" fmla="*/ 0 w 49"/>
                <a:gd name="T31" fmla="*/ 10 h 15"/>
                <a:gd name="T32" fmla="*/ 11 w 49"/>
                <a:gd name="T33" fmla="*/ 2 h 15"/>
                <a:gd name="T34" fmla="*/ 27 w 49"/>
                <a:gd name="T35" fmla="*/ 0 h 15"/>
                <a:gd name="T36" fmla="*/ 39 w 49"/>
                <a:gd name="T37" fmla="*/ 3 h 15"/>
                <a:gd name="T38" fmla="*/ 41 w 49"/>
                <a:gd name="T39" fmla="*/ 4 h 15"/>
                <a:gd name="T40" fmla="*/ 41 w 49"/>
                <a:gd name="T41" fmla="*/ 4 h 15"/>
                <a:gd name="T42" fmla="*/ 41 w 49"/>
                <a:gd name="T43" fmla="*/ 3 h 15"/>
                <a:gd name="T44" fmla="*/ 41 w 49"/>
                <a:gd name="T45" fmla="*/ 0 h 15"/>
                <a:gd name="T46" fmla="*/ 41 w 49"/>
                <a:gd name="T47" fmla="*/ 0 h 15"/>
                <a:gd name="T48" fmla="*/ 41 w 49"/>
                <a:gd name="T49" fmla="*/ 0 h 15"/>
                <a:gd name="T50" fmla="*/ 49 w 49"/>
                <a:gd name="T51" fmla="*/ 9 h 15"/>
                <a:gd name="T52" fmla="*/ 49 w 49"/>
                <a:gd name="T53"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 h="15">
                  <a:moveTo>
                    <a:pt x="49" y="10"/>
                  </a:moveTo>
                  <a:cubicBezTo>
                    <a:pt x="45" y="9"/>
                    <a:pt x="40" y="9"/>
                    <a:pt x="36" y="9"/>
                  </a:cubicBezTo>
                  <a:cubicBezTo>
                    <a:pt x="36" y="9"/>
                    <a:pt x="36" y="9"/>
                    <a:pt x="36" y="9"/>
                  </a:cubicBezTo>
                  <a:cubicBezTo>
                    <a:pt x="36" y="8"/>
                    <a:pt x="36" y="8"/>
                    <a:pt x="37" y="8"/>
                  </a:cubicBezTo>
                  <a:cubicBezTo>
                    <a:pt x="37" y="8"/>
                    <a:pt x="38" y="7"/>
                    <a:pt x="39" y="7"/>
                  </a:cubicBezTo>
                  <a:cubicBezTo>
                    <a:pt x="39" y="7"/>
                    <a:pt x="39" y="6"/>
                    <a:pt x="40" y="6"/>
                  </a:cubicBezTo>
                  <a:cubicBezTo>
                    <a:pt x="39" y="6"/>
                    <a:pt x="39" y="6"/>
                    <a:pt x="39" y="6"/>
                  </a:cubicBezTo>
                  <a:cubicBezTo>
                    <a:pt x="36" y="5"/>
                    <a:pt x="33" y="4"/>
                    <a:pt x="30" y="4"/>
                  </a:cubicBezTo>
                  <a:cubicBezTo>
                    <a:pt x="25" y="3"/>
                    <a:pt x="21" y="4"/>
                    <a:pt x="16" y="7"/>
                  </a:cubicBezTo>
                  <a:cubicBezTo>
                    <a:pt x="13" y="8"/>
                    <a:pt x="10" y="11"/>
                    <a:pt x="7" y="14"/>
                  </a:cubicBezTo>
                  <a:cubicBezTo>
                    <a:pt x="7" y="14"/>
                    <a:pt x="7" y="14"/>
                    <a:pt x="7" y="15"/>
                  </a:cubicBezTo>
                  <a:cubicBezTo>
                    <a:pt x="7" y="15"/>
                    <a:pt x="7" y="15"/>
                    <a:pt x="6" y="14"/>
                  </a:cubicBezTo>
                  <a:cubicBezTo>
                    <a:pt x="6" y="14"/>
                    <a:pt x="5" y="13"/>
                    <a:pt x="5" y="12"/>
                  </a:cubicBezTo>
                  <a:cubicBezTo>
                    <a:pt x="4" y="11"/>
                    <a:pt x="2" y="10"/>
                    <a:pt x="0" y="10"/>
                  </a:cubicBezTo>
                  <a:cubicBezTo>
                    <a:pt x="0" y="10"/>
                    <a:pt x="0" y="10"/>
                    <a:pt x="0" y="10"/>
                  </a:cubicBezTo>
                  <a:cubicBezTo>
                    <a:pt x="0" y="10"/>
                    <a:pt x="0" y="10"/>
                    <a:pt x="0" y="10"/>
                  </a:cubicBezTo>
                  <a:cubicBezTo>
                    <a:pt x="3" y="6"/>
                    <a:pt x="7" y="4"/>
                    <a:pt x="11" y="2"/>
                  </a:cubicBezTo>
                  <a:cubicBezTo>
                    <a:pt x="16" y="1"/>
                    <a:pt x="21" y="0"/>
                    <a:pt x="27" y="0"/>
                  </a:cubicBezTo>
                  <a:cubicBezTo>
                    <a:pt x="31" y="0"/>
                    <a:pt x="35" y="1"/>
                    <a:pt x="39" y="3"/>
                  </a:cubicBezTo>
                  <a:cubicBezTo>
                    <a:pt x="40" y="3"/>
                    <a:pt x="40" y="4"/>
                    <a:pt x="41" y="4"/>
                  </a:cubicBezTo>
                  <a:cubicBezTo>
                    <a:pt x="41" y="4"/>
                    <a:pt x="41" y="4"/>
                    <a:pt x="41" y="4"/>
                  </a:cubicBezTo>
                  <a:cubicBezTo>
                    <a:pt x="41" y="4"/>
                    <a:pt x="42" y="4"/>
                    <a:pt x="41" y="3"/>
                  </a:cubicBezTo>
                  <a:cubicBezTo>
                    <a:pt x="41" y="2"/>
                    <a:pt x="41" y="1"/>
                    <a:pt x="41" y="0"/>
                  </a:cubicBezTo>
                  <a:cubicBezTo>
                    <a:pt x="41" y="0"/>
                    <a:pt x="41" y="0"/>
                    <a:pt x="41" y="0"/>
                  </a:cubicBezTo>
                  <a:cubicBezTo>
                    <a:pt x="41" y="0"/>
                    <a:pt x="41" y="0"/>
                    <a:pt x="41" y="0"/>
                  </a:cubicBezTo>
                  <a:cubicBezTo>
                    <a:pt x="44" y="3"/>
                    <a:pt x="46" y="6"/>
                    <a:pt x="49" y="9"/>
                  </a:cubicBezTo>
                  <a:cubicBezTo>
                    <a:pt x="49" y="9"/>
                    <a:pt x="49" y="9"/>
                    <a:pt x="49"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5" name="Freeform 1009">
              <a:extLst>
                <a:ext uri="{FF2B5EF4-FFF2-40B4-BE49-F238E27FC236}">
                  <a16:creationId xmlns="" xmlns:a16="http://schemas.microsoft.com/office/drawing/2014/main" id="{C4E5F973-14FF-418C-B5EA-3ADF48D514E0}"/>
                </a:ext>
              </a:extLst>
            </p:cNvPr>
            <p:cNvSpPr>
              <a:spLocks/>
            </p:cNvSpPr>
            <p:nvPr/>
          </p:nvSpPr>
          <p:spPr bwMode="auto">
            <a:xfrm>
              <a:off x="11442166" y="487244"/>
              <a:ext cx="22825" cy="1880"/>
            </a:xfrm>
            <a:custGeom>
              <a:avLst/>
              <a:gdLst>
                <a:gd name="T0" fmla="*/ 18 w 36"/>
                <a:gd name="T1" fmla="*/ 0 h 3"/>
                <a:gd name="T2" fmla="*/ 34 w 36"/>
                <a:gd name="T3" fmla="*/ 0 h 3"/>
                <a:gd name="T4" fmla="*/ 35 w 36"/>
                <a:gd name="T5" fmla="*/ 1 h 3"/>
                <a:gd name="T6" fmla="*/ 35 w 36"/>
                <a:gd name="T7" fmla="*/ 2 h 3"/>
                <a:gd name="T8" fmla="*/ 35 w 36"/>
                <a:gd name="T9" fmla="*/ 3 h 3"/>
                <a:gd name="T10" fmla="*/ 31 w 36"/>
                <a:gd name="T11" fmla="*/ 3 h 3"/>
                <a:gd name="T12" fmla="*/ 1 w 36"/>
                <a:gd name="T13" fmla="*/ 3 h 3"/>
                <a:gd name="T14" fmla="*/ 0 w 36"/>
                <a:gd name="T15" fmla="*/ 3 h 3"/>
                <a:gd name="T16" fmla="*/ 0 w 36"/>
                <a:gd name="T17" fmla="*/ 2 h 3"/>
                <a:gd name="T18" fmla="*/ 0 w 36"/>
                <a:gd name="T19" fmla="*/ 0 h 3"/>
                <a:gd name="T20" fmla="*/ 0 w 36"/>
                <a:gd name="T21" fmla="*/ 0 h 3"/>
                <a:gd name="T22" fmla="*/ 1 w 36"/>
                <a:gd name="T23" fmla="*/ 0 h 3"/>
                <a:gd name="T24" fmla="*/ 18 w 36"/>
                <a:gd name="T25"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3">
                  <a:moveTo>
                    <a:pt x="18" y="0"/>
                  </a:moveTo>
                  <a:cubicBezTo>
                    <a:pt x="23" y="0"/>
                    <a:pt x="29" y="0"/>
                    <a:pt x="34" y="0"/>
                  </a:cubicBezTo>
                  <a:cubicBezTo>
                    <a:pt x="35" y="0"/>
                    <a:pt x="35" y="0"/>
                    <a:pt x="35" y="1"/>
                  </a:cubicBezTo>
                  <a:cubicBezTo>
                    <a:pt x="35" y="1"/>
                    <a:pt x="35" y="2"/>
                    <a:pt x="35" y="2"/>
                  </a:cubicBezTo>
                  <a:cubicBezTo>
                    <a:pt x="36" y="3"/>
                    <a:pt x="35" y="3"/>
                    <a:pt x="35" y="3"/>
                  </a:cubicBezTo>
                  <a:cubicBezTo>
                    <a:pt x="33" y="3"/>
                    <a:pt x="32" y="3"/>
                    <a:pt x="31" y="3"/>
                  </a:cubicBezTo>
                  <a:cubicBezTo>
                    <a:pt x="21" y="3"/>
                    <a:pt x="11" y="3"/>
                    <a:pt x="1" y="3"/>
                  </a:cubicBezTo>
                  <a:cubicBezTo>
                    <a:pt x="0" y="3"/>
                    <a:pt x="0" y="3"/>
                    <a:pt x="0" y="3"/>
                  </a:cubicBezTo>
                  <a:cubicBezTo>
                    <a:pt x="0" y="3"/>
                    <a:pt x="0" y="3"/>
                    <a:pt x="0" y="2"/>
                  </a:cubicBezTo>
                  <a:cubicBezTo>
                    <a:pt x="0" y="2"/>
                    <a:pt x="0" y="1"/>
                    <a:pt x="0" y="0"/>
                  </a:cubicBezTo>
                  <a:cubicBezTo>
                    <a:pt x="0" y="0"/>
                    <a:pt x="0" y="0"/>
                    <a:pt x="0" y="0"/>
                  </a:cubicBezTo>
                  <a:cubicBezTo>
                    <a:pt x="0" y="0"/>
                    <a:pt x="1" y="0"/>
                    <a:pt x="1" y="0"/>
                  </a:cubicBezTo>
                  <a:cubicBezTo>
                    <a:pt x="7" y="0"/>
                    <a:pt x="12" y="0"/>
                    <a:pt x="1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6" name="Freeform 1010">
              <a:extLst>
                <a:ext uri="{FF2B5EF4-FFF2-40B4-BE49-F238E27FC236}">
                  <a16:creationId xmlns="" xmlns:a16="http://schemas.microsoft.com/office/drawing/2014/main" id="{8693F73F-B18E-49CB-BF70-6E2C69F15F13}"/>
                </a:ext>
              </a:extLst>
            </p:cNvPr>
            <p:cNvSpPr>
              <a:spLocks/>
            </p:cNvSpPr>
            <p:nvPr/>
          </p:nvSpPr>
          <p:spPr bwMode="auto">
            <a:xfrm>
              <a:off x="11442166" y="497448"/>
              <a:ext cx="22288" cy="1880"/>
            </a:xfrm>
            <a:custGeom>
              <a:avLst/>
              <a:gdLst>
                <a:gd name="T0" fmla="*/ 18 w 35"/>
                <a:gd name="T1" fmla="*/ 0 h 3"/>
                <a:gd name="T2" fmla="*/ 35 w 35"/>
                <a:gd name="T3" fmla="*/ 0 h 3"/>
                <a:gd name="T4" fmla="*/ 35 w 35"/>
                <a:gd name="T5" fmla="*/ 1 h 3"/>
                <a:gd name="T6" fmla="*/ 35 w 35"/>
                <a:gd name="T7" fmla="*/ 3 h 3"/>
                <a:gd name="T8" fmla="*/ 35 w 35"/>
                <a:gd name="T9" fmla="*/ 3 h 3"/>
                <a:gd name="T10" fmla="*/ 34 w 35"/>
                <a:gd name="T11" fmla="*/ 3 h 3"/>
                <a:gd name="T12" fmla="*/ 1 w 35"/>
                <a:gd name="T13" fmla="*/ 3 h 3"/>
                <a:gd name="T14" fmla="*/ 0 w 35"/>
                <a:gd name="T15" fmla="*/ 3 h 3"/>
                <a:gd name="T16" fmla="*/ 0 w 35"/>
                <a:gd name="T17" fmla="*/ 3 h 3"/>
                <a:gd name="T18" fmla="*/ 0 w 35"/>
                <a:gd name="T19" fmla="*/ 1 h 3"/>
                <a:gd name="T20" fmla="*/ 0 w 35"/>
                <a:gd name="T21" fmla="*/ 0 h 3"/>
                <a:gd name="T22" fmla="*/ 1 w 35"/>
                <a:gd name="T23" fmla="*/ 0 h 3"/>
                <a:gd name="T24" fmla="*/ 18 w 35"/>
                <a:gd name="T25"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3">
                  <a:moveTo>
                    <a:pt x="18" y="0"/>
                  </a:moveTo>
                  <a:cubicBezTo>
                    <a:pt x="23" y="0"/>
                    <a:pt x="29" y="0"/>
                    <a:pt x="35" y="0"/>
                  </a:cubicBezTo>
                  <a:cubicBezTo>
                    <a:pt x="35" y="0"/>
                    <a:pt x="35" y="0"/>
                    <a:pt x="35" y="1"/>
                  </a:cubicBezTo>
                  <a:cubicBezTo>
                    <a:pt x="35" y="1"/>
                    <a:pt x="35" y="2"/>
                    <a:pt x="35" y="3"/>
                  </a:cubicBezTo>
                  <a:cubicBezTo>
                    <a:pt x="35" y="3"/>
                    <a:pt x="35" y="3"/>
                    <a:pt x="35" y="3"/>
                  </a:cubicBezTo>
                  <a:cubicBezTo>
                    <a:pt x="35" y="3"/>
                    <a:pt x="35" y="3"/>
                    <a:pt x="34" y="3"/>
                  </a:cubicBezTo>
                  <a:cubicBezTo>
                    <a:pt x="23" y="3"/>
                    <a:pt x="12" y="3"/>
                    <a:pt x="1" y="3"/>
                  </a:cubicBezTo>
                  <a:cubicBezTo>
                    <a:pt x="0" y="3"/>
                    <a:pt x="0" y="3"/>
                    <a:pt x="0" y="3"/>
                  </a:cubicBezTo>
                  <a:cubicBezTo>
                    <a:pt x="0" y="3"/>
                    <a:pt x="0" y="3"/>
                    <a:pt x="0" y="3"/>
                  </a:cubicBezTo>
                  <a:cubicBezTo>
                    <a:pt x="0" y="2"/>
                    <a:pt x="0" y="1"/>
                    <a:pt x="0" y="1"/>
                  </a:cubicBezTo>
                  <a:cubicBezTo>
                    <a:pt x="0" y="0"/>
                    <a:pt x="0" y="0"/>
                    <a:pt x="0" y="0"/>
                  </a:cubicBezTo>
                  <a:cubicBezTo>
                    <a:pt x="0" y="0"/>
                    <a:pt x="0" y="0"/>
                    <a:pt x="1" y="0"/>
                  </a:cubicBezTo>
                  <a:cubicBezTo>
                    <a:pt x="6" y="0"/>
                    <a:pt x="12" y="0"/>
                    <a:pt x="1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7" name="Freeform 1011">
              <a:extLst>
                <a:ext uri="{FF2B5EF4-FFF2-40B4-BE49-F238E27FC236}">
                  <a16:creationId xmlns="" xmlns:a16="http://schemas.microsoft.com/office/drawing/2014/main" id="{3077D5BF-1049-4A9C-9FD6-6BE11570AC88}"/>
                </a:ext>
              </a:extLst>
            </p:cNvPr>
            <p:cNvSpPr>
              <a:spLocks/>
            </p:cNvSpPr>
            <p:nvPr/>
          </p:nvSpPr>
          <p:spPr bwMode="auto">
            <a:xfrm>
              <a:off x="11443509" y="480262"/>
              <a:ext cx="12621" cy="5908"/>
            </a:xfrm>
            <a:custGeom>
              <a:avLst/>
              <a:gdLst>
                <a:gd name="T0" fmla="*/ 10 w 20"/>
                <a:gd name="T1" fmla="*/ 0 h 9"/>
                <a:gd name="T2" fmla="*/ 19 w 20"/>
                <a:gd name="T3" fmla="*/ 0 h 9"/>
                <a:gd name="T4" fmla="*/ 20 w 20"/>
                <a:gd name="T5" fmla="*/ 1 h 9"/>
                <a:gd name="T6" fmla="*/ 20 w 20"/>
                <a:gd name="T7" fmla="*/ 9 h 9"/>
                <a:gd name="T8" fmla="*/ 19 w 20"/>
                <a:gd name="T9" fmla="*/ 9 h 9"/>
                <a:gd name="T10" fmla="*/ 18 w 20"/>
                <a:gd name="T11" fmla="*/ 8 h 9"/>
                <a:gd name="T12" fmla="*/ 16 w 20"/>
                <a:gd name="T13" fmla="*/ 7 h 9"/>
                <a:gd name="T14" fmla="*/ 13 w 20"/>
                <a:gd name="T15" fmla="*/ 3 h 9"/>
                <a:gd name="T16" fmla="*/ 12 w 20"/>
                <a:gd name="T17" fmla="*/ 2 h 9"/>
                <a:gd name="T18" fmla="*/ 6 w 20"/>
                <a:gd name="T19" fmla="*/ 2 h 9"/>
                <a:gd name="T20" fmla="*/ 6 w 20"/>
                <a:gd name="T21" fmla="*/ 3 h 9"/>
                <a:gd name="T22" fmla="*/ 2 w 20"/>
                <a:gd name="T23" fmla="*/ 7 h 9"/>
                <a:gd name="T24" fmla="*/ 1 w 20"/>
                <a:gd name="T25" fmla="*/ 8 h 9"/>
                <a:gd name="T26" fmla="*/ 1 w 20"/>
                <a:gd name="T27" fmla="*/ 9 h 9"/>
                <a:gd name="T28" fmla="*/ 1 w 20"/>
                <a:gd name="T29" fmla="*/ 9 h 9"/>
                <a:gd name="T30" fmla="*/ 1 w 20"/>
                <a:gd name="T31" fmla="*/ 9 h 9"/>
                <a:gd name="T32" fmla="*/ 0 w 20"/>
                <a:gd name="T33" fmla="*/ 8 h 9"/>
                <a:gd name="T34" fmla="*/ 0 w 20"/>
                <a:gd name="T35" fmla="*/ 1 h 9"/>
                <a:gd name="T36" fmla="*/ 1 w 20"/>
                <a:gd name="T37" fmla="*/ 0 h 9"/>
                <a:gd name="T38" fmla="*/ 10 w 20"/>
                <a:gd name="T39" fmla="*/ 0 h 9"/>
                <a:gd name="T40" fmla="*/ 10 w 20"/>
                <a:gd name="T4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 h="9">
                  <a:moveTo>
                    <a:pt x="10" y="0"/>
                  </a:moveTo>
                  <a:cubicBezTo>
                    <a:pt x="13" y="0"/>
                    <a:pt x="16" y="0"/>
                    <a:pt x="19" y="0"/>
                  </a:cubicBezTo>
                  <a:cubicBezTo>
                    <a:pt x="20" y="0"/>
                    <a:pt x="20" y="0"/>
                    <a:pt x="20" y="1"/>
                  </a:cubicBezTo>
                  <a:cubicBezTo>
                    <a:pt x="20" y="3"/>
                    <a:pt x="20" y="6"/>
                    <a:pt x="20" y="9"/>
                  </a:cubicBezTo>
                  <a:cubicBezTo>
                    <a:pt x="20" y="9"/>
                    <a:pt x="20" y="9"/>
                    <a:pt x="19" y="9"/>
                  </a:cubicBezTo>
                  <a:cubicBezTo>
                    <a:pt x="17" y="9"/>
                    <a:pt x="18" y="9"/>
                    <a:pt x="18" y="8"/>
                  </a:cubicBezTo>
                  <a:cubicBezTo>
                    <a:pt x="18" y="7"/>
                    <a:pt x="18" y="7"/>
                    <a:pt x="16" y="7"/>
                  </a:cubicBezTo>
                  <a:cubicBezTo>
                    <a:pt x="15" y="6"/>
                    <a:pt x="14" y="5"/>
                    <a:pt x="13" y="3"/>
                  </a:cubicBezTo>
                  <a:cubicBezTo>
                    <a:pt x="13" y="3"/>
                    <a:pt x="13" y="2"/>
                    <a:pt x="12" y="2"/>
                  </a:cubicBezTo>
                  <a:cubicBezTo>
                    <a:pt x="10" y="2"/>
                    <a:pt x="8" y="2"/>
                    <a:pt x="6" y="2"/>
                  </a:cubicBezTo>
                  <a:cubicBezTo>
                    <a:pt x="6" y="2"/>
                    <a:pt x="6" y="3"/>
                    <a:pt x="6" y="3"/>
                  </a:cubicBezTo>
                  <a:cubicBezTo>
                    <a:pt x="5" y="5"/>
                    <a:pt x="4" y="6"/>
                    <a:pt x="2" y="7"/>
                  </a:cubicBezTo>
                  <a:cubicBezTo>
                    <a:pt x="2" y="7"/>
                    <a:pt x="1" y="7"/>
                    <a:pt x="1" y="8"/>
                  </a:cubicBezTo>
                  <a:cubicBezTo>
                    <a:pt x="2" y="8"/>
                    <a:pt x="1" y="8"/>
                    <a:pt x="1" y="9"/>
                  </a:cubicBezTo>
                  <a:cubicBezTo>
                    <a:pt x="1" y="9"/>
                    <a:pt x="1" y="9"/>
                    <a:pt x="1" y="9"/>
                  </a:cubicBezTo>
                  <a:cubicBezTo>
                    <a:pt x="1" y="9"/>
                    <a:pt x="1" y="9"/>
                    <a:pt x="1" y="9"/>
                  </a:cubicBezTo>
                  <a:cubicBezTo>
                    <a:pt x="0" y="9"/>
                    <a:pt x="0" y="9"/>
                    <a:pt x="0" y="8"/>
                  </a:cubicBezTo>
                  <a:cubicBezTo>
                    <a:pt x="0" y="6"/>
                    <a:pt x="0" y="3"/>
                    <a:pt x="0" y="1"/>
                  </a:cubicBezTo>
                  <a:cubicBezTo>
                    <a:pt x="0" y="0"/>
                    <a:pt x="0" y="0"/>
                    <a:pt x="1" y="0"/>
                  </a:cubicBezTo>
                  <a:cubicBezTo>
                    <a:pt x="4" y="0"/>
                    <a:pt x="7" y="0"/>
                    <a:pt x="10" y="0"/>
                  </a:cubicBezTo>
                  <a:cubicBezTo>
                    <a:pt x="10" y="0"/>
                    <a:pt x="10" y="0"/>
                    <a:pt x="1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8" name="Freeform 1012">
              <a:extLst>
                <a:ext uri="{FF2B5EF4-FFF2-40B4-BE49-F238E27FC236}">
                  <a16:creationId xmlns="" xmlns:a16="http://schemas.microsoft.com/office/drawing/2014/main" id="{166F641D-0FB6-4C23-B162-B0F65CA5C28A}"/>
                </a:ext>
              </a:extLst>
            </p:cNvPr>
            <p:cNvSpPr>
              <a:spLocks/>
            </p:cNvSpPr>
            <p:nvPr/>
          </p:nvSpPr>
          <p:spPr bwMode="auto">
            <a:xfrm>
              <a:off x="11443509" y="500134"/>
              <a:ext cx="12621" cy="4296"/>
            </a:xfrm>
            <a:custGeom>
              <a:avLst/>
              <a:gdLst>
                <a:gd name="T0" fmla="*/ 10 w 20"/>
                <a:gd name="T1" fmla="*/ 7 h 7"/>
                <a:gd name="T2" fmla="*/ 1 w 20"/>
                <a:gd name="T3" fmla="*/ 7 h 7"/>
                <a:gd name="T4" fmla="*/ 0 w 20"/>
                <a:gd name="T5" fmla="*/ 7 h 7"/>
                <a:gd name="T6" fmla="*/ 0 w 20"/>
                <a:gd name="T7" fmla="*/ 1 h 7"/>
                <a:gd name="T8" fmla="*/ 0 w 20"/>
                <a:gd name="T9" fmla="*/ 1 h 7"/>
                <a:gd name="T10" fmla="*/ 1 w 20"/>
                <a:gd name="T11" fmla="*/ 1 h 7"/>
                <a:gd name="T12" fmla="*/ 5 w 20"/>
                <a:gd name="T13" fmla="*/ 2 h 7"/>
                <a:gd name="T14" fmla="*/ 6 w 20"/>
                <a:gd name="T15" fmla="*/ 4 h 7"/>
                <a:gd name="T16" fmla="*/ 6 w 20"/>
                <a:gd name="T17" fmla="*/ 5 h 7"/>
                <a:gd name="T18" fmla="*/ 12 w 20"/>
                <a:gd name="T19" fmla="*/ 5 h 7"/>
                <a:gd name="T20" fmla="*/ 13 w 20"/>
                <a:gd name="T21" fmla="*/ 4 h 7"/>
                <a:gd name="T22" fmla="*/ 15 w 20"/>
                <a:gd name="T23" fmla="*/ 1 h 7"/>
                <a:gd name="T24" fmla="*/ 17 w 20"/>
                <a:gd name="T25" fmla="*/ 1 h 7"/>
                <a:gd name="T26" fmla="*/ 19 w 20"/>
                <a:gd name="T27" fmla="*/ 1 h 7"/>
                <a:gd name="T28" fmla="*/ 20 w 20"/>
                <a:gd name="T29" fmla="*/ 1 h 7"/>
                <a:gd name="T30" fmla="*/ 20 w 20"/>
                <a:gd name="T31" fmla="*/ 7 h 7"/>
                <a:gd name="T32" fmla="*/ 19 w 20"/>
                <a:gd name="T33" fmla="*/ 7 h 7"/>
                <a:gd name="T34" fmla="*/ 10 w 20"/>
                <a:gd name="T35" fmla="*/ 7 h 7"/>
                <a:gd name="T36" fmla="*/ 10 w 20"/>
                <a:gd name="T3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7">
                  <a:moveTo>
                    <a:pt x="10" y="7"/>
                  </a:moveTo>
                  <a:cubicBezTo>
                    <a:pt x="7" y="7"/>
                    <a:pt x="4" y="7"/>
                    <a:pt x="1" y="7"/>
                  </a:cubicBezTo>
                  <a:cubicBezTo>
                    <a:pt x="0" y="7"/>
                    <a:pt x="0" y="7"/>
                    <a:pt x="0" y="7"/>
                  </a:cubicBezTo>
                  <a:cubicBezTo>
                    <a:pt x="0" y="5"/>
                    <a:pt x="0" y="3"/>
                    <a:pt x="0" y="1"/>
                  </a:cubicBezTo>
                  <a:cubicBezTo>
                    <a:pt x="0" y="1"/>
                    <a:pt x="0" y="1"/>
                    <a:pt x="0" y="1"/>
                  </a:cubicBezTo>
                  <a:cubicBezTo>
                    <a:pt x="1" y="1"/>
                    <a:pt x="1" y="1"/>
                    <a:pt x="1" y="1"/>
                  </a:cubicBezTo>
                  <a:cubicBezTo>
                    <a:pt x="3" y="0"/>
                    <a:pt x="4" y="1"/>
                    <a:pt x="5" y="2"/>
                  </a:cubicBezTo>
                  <a:cubicBezTo>
                    <a:pt x="5" y="3"/>
                    <a:pt x="5" y="3"/>
                    <a:pt x="6" y="4"/>
                  </a:cubicBezTo>
                  <a:cubicBezTo>
                    <a:pt x="6" y="4"/>
                    <a:pt x="6" y="5"/>
                    <a:pt x="6" y="5"/>
                  </a:cubicBezTo>
                  <a:cubicBezTo>
                    <a:pt x="8" y="5"/>
                    <a:pt x="10" y="5"/>
                    <a:pt x="12" y="5"/>
                  </a:cubicBezTo>
                  <a:cubicBezTo>
                    <a:pt x="13" y="5"/>
                    <a:pt x="13" y="5"/>
                    <a:pt x="13" y="4"/>
                  </a:cubicBezTo>
                  <a:cubicBezTo>
                    <a:pt x="13" y="3"/>
                    <a:pt x="14" y="2"/>
                    <a:pt x="15" y="1"/>
                  </a:cubicBezTo>
                  <a:cubicBezTo>
                    <a:pt x="16" y="1"/>
                    <a:pt x="16" y="1"/>
                    <a:pt x="17" y="1"/>
                  </a:cubicBezTo>
                  <a:cubicBezTo>
                    <a:pt x="18" y="0"/>
                    <a:pt x="18" y="1"/>
                    <a:pt x="19" y="1"/>
                  </a:cubicBezTo>
                  <a:cubicBezTo>
                    <a:pt x="19" y="1"/>
                    <a:pt x="20" y="1"/>
                    <a:pt x="20" y="1"/>
                  </a:cubicBezTo>
                  <a:cubicBezTo>
                    <a:pt x="20" y="3"/>
                    <a:pt x="20" y="5"/>
                    <a:pt x="20" y="7"/>
                  </a:cubicBezTo>
                  <a:cubicBezTo>
                    <a:pt x="20" y="7"/>
                    <a:pt x="19" y="7"/>
                    <a:pt x="19" y="7"/>
                  </a:cubicBezTo>
                  <a:cubicBezTo>
                    <a:pt x="16" y="7"/>
                    <a:pt x="13" y="7"/>
                    <a:pt x="10" y="7"/>
                  </a:cubicBezTo>
                  <a:cubicBezTo>
                    <a:pt x="10" y="7"/>
                    <a:pt x="10" y="7"/>
                    <a:pt x="10"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49" name="Freeform 1013">
              <a:extLst>
                <a:ext uri="{FF2B5EF4-FFF2-40B4-BE49-F238E27FC236}">
                  <a16:creationId xmlns="" xmlns:a16="http://schemas.microsoft.com/office/drawing/2014/main" id="{E75EE92B-DC89-4C5C-BD48-940C74C845CD}"/>
                </a:ext>
              </a:extLst>
            </p:cNvPr>
            <p:cNvSpPr>
              <a:spLocks/>
            </p:cNvSpPr>
            <p:nvPr/>
          </p:nvSpPr>
          <p:spPr bwMode="auto">
            <a:xfrm>
              <a:off x="11456936" y="490467"/>
              <a:ext cx="6982" cy="6445"/>
            </a:xfrm>
            <a:custGeom>
              <a:avLst/>
              <a:gdLst>
                <a:gd name="T0" fmla="*/ 2 w 11"/>
                <a:gd name="T1" fmla="*/ 0 h 10"/>
                <a:gd name="T2" fmla="*/ 5 w 11"/>
                <a:gd name="T3" fmla="*/ 1 h 10"/>
                <a:gd name="T4" fmla="*/ 5 w 11"/>
                <a:gd name="T5" fmla="*/ 2 h 10"/>
                <a:gd name="T6" fmla="*/ 6 w 11"/>
                <a:gd name="T7" fmla="*/ 2 h 10"/>
                <a:gd name="T8" fmla="*/ 7 w 11"/>
                <a:gd name="T9" fmla="*/ 0 h 10"/>
                <a:gd name="T10" fmla="*/ 8 w 11"/>
                <a:gd name="T11" fmla="*/ 0 h 10"/>
                <a:gd name="T12" fmla="*/ 11 w 11"/>
                <a:gd name="T13" fmla="*/ 0 h 10"/>
                <a:gd name="T14" fmla="*/ 11 w 11"/>
                <a:gd name="T15" fmla="*/ 0 h 10"/>
                <a:gd name="T16" fmla="*/ 11 w 11"/>
                <a:gd name="T17" fmla="*/ 1 h 10"/>
                <a:gd name="T18" fmla="*/ 8 w 11"/>
                <a:gd name="T19" fmla="*/ 5 h 10"/>
                <a:gd name="T20" fmla="*/ 8 w 11"/>
                <a:gd name="T21" fmla="*/ 6 h 10"/>
                <a:gd name="T22" fmla="*/ 11 w 11"/>
                <a:gd name="T23" fmla="*/ 9 h 10"/>
                <a:gd name="T24" fmla="*/ 11 w 11"/>
                <a:gd name="T25" fmla="*/ 10 h 10"/>
                <a:gd name="T26" fmla="*/ 11 w 11"/>
                <a:gd name="T27" fmla="*/ 10 h 10"/>
                <a:gd name="T28" fmla="*/ 8 w 11"/>
                <a:gd name="T29" fmla="*/ 10 h 10"/>
                <a:gd name="T30" fmla="*/ 7 w 11"/>
                <a:gd name="T31" fmla="*/ 10 h 10"/>
                <a:gd name="T32" fmla="*/ 6 w 11"/>
                <a:gd name="T33" fmla="*/ 8 h 10"/>
                <a:gd name="T34" fmla="*/ 5 w 11"/>
                <a:gd name="T35" fmla="*/ 8 h 10"/>
                <a:gd name="T36" fmla="*/ 4 w 11"/>
                <a:gd name="T37" fmla="*/ 10 h 10"/>
                <a:gd name="T38" fmla="*/ 3 w 11"/>
                <a:gd name="T39" fmla="*/ 10 h 10"/>
                <a:gd name="T40" fmla="*/ 0 w 11"/>
                <a:gd name="T41" fmla="*/ 10 h 10"/>
                <a:gd name="T42" fmla="*/ 0 w 11"/>
                <a:gd name="T43" fmla="*/ 10 h 10"/>
                <a:gd name="T44" fmla="*/ 0 w 11"/>
                <a:gd name="T45" fmla="*/ 9 h 10"/>
                <a:gd name="T46" fmla="*/ 3 w 11"/>
                <a:gd name="T47" fmla="*/ 6 h 10"/>
                <a:gd name="T48" fmla="*/ 3 w 11"/>
                <a:gd name="T49" fmla="*/ 5 h 10"/>
                <a:gd name="T50" fmla="*/ 0 w 11"/>
                <a:gd name="T51" fmla="*/ 1 h 10"/>
                <a:gd name="T52" fmla="*/ 0 w 11"/>
                <a:gd name="T53" fmla="*/ 0 h 10"/>
                <a:gd name="T54" fmla="*/ 0 w 11"/>
                <a:gd name="T55" fmla="*/ 0 h 10"/>
                <a:gd name="T56" fmla="*/ 2 w 11"/>
                <a:gd name="T5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 h="10">
                  <a:moveTo>
                    <a:pt x="2" y="0"/>
                  </a:moveTo>
                  <a:cubicBezTo>
                    <a:pt x="4" y="0"/>
                    <a:pt x="3" y="0"/>
                    <a:pt x="5" y="1"/>
                  </a:cubicBezTo>
                  <a:cubicBezTo>
                    <a:pt x="5" y="2"/>
                    <a:pt x="5" y="2"/>
                    <a:pt x="5" y="2"/>
                  </a:cubicBezTo>
                  <a:cubicBezTo>
                    <a:pt x="5" y="2"/>
                    <a:pt x="6" y="2"/>
                    <a:pt x="6" y="2"/>
                  </a:cubicBezTo>
                  <a:cubicBezTo>
                    <a:pt x="6" y="1"/>
                    <a:pt x="7" y="1"/>
                    <a:pt x="7" y="0"/>
                  </a:cubicBezTo>
                  <a:cubicBezTo>
                    <a:pt x="7" y="0"/>
                    <a:pt x="8" y="0"/>
                    <a:pt x="8" y="0"/>
                  </a:cubicBezTo>
                  <a:cubicBezTo>
                    <a:pt x="9" y="0"/>
                    <a:pt x="10" y="0"/>
                    <a:pt x="11" y="0"/>
                  </a:cubicBezTo>
                  <a:cubicBezTo>
                    <a:pt x="11" y="0"/>
                    <a:pt x="11" y="0"/>
                    <a:pt x="11" y="0"/>
                  </a:cubicBezTo>
                  <a:cubicBezTo>
                    <a:pt x="11" y="0"/>
                    <a:pt x="11" y="0"/>
                    <a:pt x="11" y="1"/>
                  </a:cubicBezTo>
                  <a:cubicBezTo>
                    <a:pt x="10" y="2"/>
                    <a:pt x="9" y="3"/>
                    <a:pt x="8" y="5"/>
                  </a:cubicBezTo>
                  <a:cubicBezTo>
                    <a:pt x="8" y="5"/>
                    <a:pt x="8" y="5"/>
                    <a:pt x="8" y="6"/>
                  </a:cubicBezTo>
                  <a:cubicBezTo>
                    <a:pt x="9" y="7"/>
                    <a:pt x="10" y="8"/>
                    <a:pt x="11" y="9"/>
                  </a:cubicBezTo>
                  <a:cubicBezTo>
                    <a:pt x="11" y="9"/>
                    <a:pt x="11" y="10"/>
                    <a:pt x="11" y="10"/>
                  </a:cubicBezTo>
                  <a:cubicBezTo>
                    <a:pt x="11" y="10"/>
                    <a:pt x="11" y="10"/>
                    <a:pt x="11" y="10"/>
                  </a:cubicBezTo>
                  <a:cubicBezTo>
                    <a:pt x="10" y="10"/>
                    <a:pt x="9" y="10"/>
                    <a:pt x="8" y="10"/>
                  </a:cubicBezTo>
                  <a:cubicBezTo>
                    <a:pt x="8" y="10"/>
                    <a:pt x="7" y="10"/>
                    <a:pt x="7" y="10"/>
                  </a:cubicBezTo>
                  <a:cubicBezTo>
                    <a:pt x="7" y="9"/>
                    <a:pt x="6" y="9"/>
                    <a:pt x="6" y="8"/>
                  </a:cubicBezTo>
                  <a:cubicBezTo>
                    <a:pt x="6" y="8"/>
                    <a:pt x="5" y="8"/>
                    <a:pt x="5" y="8"/>
                  </a:cubicBezTo>
                  <a:cubicBezTo>
                    <a:pt x="5" y="9"/>
                    <a:pt x="4" y="9"/>
                    <a:pt x="4" y="10"/>
                  </a:cubicBezTo>
                  <a:cubicBezTo>
                    <a:pt x="4" y="10"/>
                    <a:pt x="4" y="10"/>
                    <a:pt x="3" y="10"/>
                  </a:cubicBezTo>
                  <a:cubicBezTo>
                    <a:pt x="2" y="10"/>
                    <a:pt x="1" y="10"/>
                    <a:pt x="0" y="10"/>
                  </a:cubicBezTo>
                  <a:cubicBezTo>
                    <a:pt x="0" y="10"/>
                    <a:pt x="0" y="10"/>
                    <a:pt x="0" y="10"/>
                  </a:cubicBezTo>
                  <a:cubicBezTo>
                    <a:pt x="0" y="10"/>
                    <a:pt x="0" y="9"/>
                    <a:pt x="0" y="9"/>
                  </a:cubicBezTo>
                  <a:cubicBezTo>
                    <a:pt x="1" y="8"/>
                    <a:pt x="2" y="7"/>
                    <a:pt x="3" y="6"/>
                  </a:cubicBezTo>
                  <a:cubicBezTo>
                    <a:pt x="3" y="5"/>
                    <a:pt x="3" y="5"/>
                    <a:pt x="3" y="5"/>
                  </a:cubicBezTo>
                  <a:cubicBezTo>
                    <a:pt x="2" y="3"/>
                    <a:pt x="1" y="2"/>
                    <a:pt x="0" y="1"/>
                  </a:cubicBezTo>
                  <a:cubicBezTo>
                    <a:pt x="0" y="0"/>
                    <a:pt x="0" y="0"/>
                    <a:pt x="0" y="0"/>
                  </a:cubicBezTo>
                  <a:cubicBezTo>
                    <a:pt x="0" y="0"/>
                    <a:pt x="0" y="0"/>
                    <a:pt x="0" y="0"/>
                  </a:cubicBezTo>
                  <a:cubicBezTo>
                    <a:pt x="1" y="0"/>
                    <a:pt x="1" y="0"/>
                    <a:pt x="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68" name="Freeform 1014">
              <a:extLst>
                <a:ext uri="{FF2B5EF4-FFF2-40B4-BE49-F238E27FC236}">
                  <a16:creationId xmlns="" xmlns:a16="http://schemas.microsoft.com/office/drawing/2014/main" id="{7B09B390-8930-49D7-8995-86A212180D4E}"/>
                </a:ext>
              </a:extLst>
            </p:cNvPr>
            <p:cNvSpPr>
              <a:spLocks noEditPoints="1"/>
            </p:cNvSpPr>
            <p:nvPr/>
          </p:nvSpPr>
          <p:spPr bwMode="auto">
            <a:xfrm>
              <a:off x="11448611" y="490467"/>
              <a:ext cx="7519" cy="6445"/>
            </a:xfrm>
            <a:custGeom>
              <a:avLst/>
              <a:gdLst>
                <a:gd name="T0" fmla="*/ 10 w 12"/>
                <a:gd name="T1" fmla="*/ 10 h 10"/>
                <a:gd name="T2" fmla="*/ 9 w 12"/>
                <a:gd name="T3" fmla="*/ 10 h 10"/>
                <a:gd name="T4" fmla="*/ 8 w 12"/>
                <a:gd name="T5" fmla="*/ 9 h 10"/>
                <a:gd name="T6" fmla="*/ 7 w 12"/>
                <a:gd name="T7" fmla="*/ 8 h 10"/>
                <a:gd name="T8" fmla="*/ 5 w 12"/>
                <a:gd name="T9" fmla="*/ 8 h 10"/>
                <a:gd name="T10" fmla="*/ 4 w 12"/>
                <a:gd name="T11" fmla="*/ 9 h 10"/>
                <a:gd name="T12" fmla="*/ 3 w 12"/>
                <a:gd name="T13" fmla="*/ 10 h 10"/>
                <a:gd name="T14" fmla="*/ 1 w 12"/>
                <a:gd name="T15" fmla="*/ 10 h 10"/>
                <a:gd name="T16" fmla="*/ 1 w 12"/>
                <a:gd name="T17" fmla="*/ 9 h 10"/>
                <a:gd name="T18" fmla="*/ 4 w 12"/>
                <a:gd name="T19" fmla="*/ 2 h 10"/>
                <a:gd name="T20" fmla="*/ 4 w 12"/>
                <a:gd name="T21" fmla="*/ 0 h 10"/>
                <a:gd name="T22" fmla="*/ 5 w 12"/>
                <a:gd name="T23" fmla="*/ 0 h 10"/>
                <a:gd name="T24" fmla="*/ 8 w 12"/>
                <a:gd name="T25" fmla="*/ 0 h 10"/>
                <a:gd name="T26" fmla="*/ 8 w 12"/>
                <a:gd name="T27" fmla="*/ 0 h 10"/>
                <a:gd name="T28" fmla="*/ 11 w 12"/>
                <a:gd name="T29" fmla="*/ 7 h 10"/>
                <a:gd name="T30" fmla="*/ 12 w 12"/>
                <a:gd name="T31" fmla="*/ 9 h 10"/>
                <a:gd name="T32" fmla="*/ 11 w 12"/>
                <a:gd name="T33" fmla="*/ 10 h 10"/>
                <a:gd name="T34" fmla="*/ 10 w 12"/>
                <a:gd name="T35" fmla="*/ 10 h 10"/>
                <a:gd name="T36" fmla="*/ 6 w 12"/>
                <a:gd name="T37" fmla="*/ 4 h 10"/>
                <a:gd name="T38" fmla="*/ 6 w 12"/>
                <a:gd name="T39" fmla="*/ 4 h 10"/>
                <a:gd name="T40" fmla="*/ 6 w 12"/>
                <a:gd name="T41" fmla="*/ 6 h 10"/>
                <a:gd name="T42" fmla="*/ 6 w 12"/>
                <a:gd name="T43" fmla="*/ 6 h 10"/>
                <a:gd name="T44" fmla="*/ 7 w 12"/>
                <a:gd name="T45" fmla="*/ 6 h 10"/>
                <a:gd name="T46" fmla="*/ 7 w 12"/>
                <a:gd name="T47" fmla="*/ 6 h 10"/>
                <a:gd name="T48" fmla="*/ 6 w 12"/>
                <a:gd name="T49"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 h="10">
                  <a:moveTo>
                    <a:pt x="10" y="10"/>
                  </a:moveTo>
                  <a:cubicBezTo>
                    <a:pt x="10" y="10"/>
                    <a:pt x="9" y="10"/>
                    <a:pt x="9" y="10"/>
                  </a:cubicBezTo>
                  <a:cubicBezTo>
                    <a:pt x="9" y="10"/>
                    <a:pt x="8" y="10"/>
                    <a:pt x="8" y="9"/>
                  </a:cubicBezTo>
                  <a:cubicBezTo>
                    <a:pt x="8" y="8"/>
                    <a:pt x="8" y="8"/>
                    <a:pt x="7" y="8"/>
                  </a:cubicBezTo>
                  <a:cubicBezTo>
                    <a:pt x="6" y="8"/>
                    <a:pt x="6" y="8"/>
                    <a:pt x="5" y="8"/>
                  </a:cubicBezTo>
                  <a:cubicBezTo>
                    <a:pt x="5" y="8"/>
                    <a:pt x="4" y="8"/>
                    <a:pt x="4" y="9"/>
                  </a:cubicBezTo>
                  <a:cubicBezTo>
                    <a:pt x="4" y="10"/>
                    <a:pt x="4" y="10"/>
                    <a:pt x="3" y="10"/>
                  </a:cubicBezTo>
                  <a:cubicBezTo>
                    <a:pt x="2" y="10"/>
                    <a:pt x="2" y="10"/>
                    <a:pt x="1" y="10"/>
                  </a:cubicBezTo>
                  <a:cubicBezTo>
                    <a:pt x="0" y="10"/>
                    <a:pt x="0" y="10"/>
                    <a:pt x="1" y="9"/>
                  </a:cubicBezTo>
                  <a:cubicBezTo>
                    <a:pt x="2" y="7"/>
                    <a:pt x="3" y="4"/>
                    <a:pt x="4" y="2"/>
                  </a:cubicBezTo>
                  <a:cubicBezTo>
                    <a:pt x="4" y="1"/>
                    <a:pt x="4" y="1"/>
                    <a:pt x="4" y="0"/>
                  </a:cubicBezTo>
                  <a:cubicBezTo>
                    <a:pt x="4" y="0"/>
                    <a:pt x="5" y="0"/>
                    <a:pt x="5" y="0"/>
                  </a:cubicBezTo>
                  <a:cubicBezTo>
                    <a:pt x="6" y="0"/>
                    <a:pt x="7" y="0"/>
                    <a:pt x="8" y="0"/>
                  </a:cubicBezTo>
                  <a:cubicBezTo>
                    <a:pt x="8" y="0"/>
                    <a:pt x="8" y="0"/>
                    <a:pt x="8" y="0"/>
                  </a:cubicBezTo>
                  <a:cubicBezTo>
                    <a:pt x="9" y="3"/>
                    <a:pt x="10" y="5"/>
                    <a:pt x="11" y="7"/>
                  </a:cubicBezTo>
                  <a:cubicBezTo>
                    <a:pt x="11" y="8"/>
                    <a:pt x="12" y="8"/>
                    <a:pt x="12" y="9"/>
                  </a:cubicBezTo>
                  <a:cubicBezTo>
                    <a:pt x="12" y="10"/>
                    <a:pt x="12" y="10"/>
                    <a:pt x="11" y="10"/>
                  </a:cubicBezTo>
                  <a:cubicBezTo>
                    <a:pt x="11" y="10"/>
                    <a:pt x="11" y="10"/>
                    <a:pt x="10" y="10"/>
                  </a:cubicBezTo>
                  <a:close/>
                  <a:moveTo>
                    <a:pt x="6" y="4"/>
                  </a:moveTo>
                  <a:cubicBezTo>
                    <a:pt x="6" y="4"/>
                    <a:pt x="6" y="4"/>
                    <a:pt x="6" y="4"/>
                  </a:cubicBezTo>
                  <a:cubicBezTo>
                    <a:pt x="6" y="5"/>
                    <a:pt x="6" y="5"/>
                    <a:pt x="6" y="6"/>
                  </a:cubicBezTo>
                  <a:cubicBezTo>
                    <a:pt x="6" y="6"/>
                    <a:pt x="6" y="6"/>
                    <a:pt x="6" y="6"/>
                  </a:cubicBezTo>
                  <a:cubicBezTo>
                    <a:pt x="6" y="6"/>
                    <a:pt x="6" y="6"/>
                    <a:pt x="7" y="6"/>
                  </a:cubicBezTo>
                  <a:cubicBezTo>
                    <a:pt x="7" y="6"/>
                    <a:pt x="7" y="6"/>
                    <a:pt x="7" y="6"/>
                  </a:cubicBezTo>
                  <a:cubicBezTo>
                    <a:pt x="7" y="5"/>
                    <a:pt x="7" y="5"/>
                    <a:pt x="6"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69" name="Freeform 1015">
              <a:extLst>
                <a:ext uri="{FF2B5EF4-FFF2-40B4-BE49-F238E27FC236}">
                  <a16:creationId xmlns="" xmlns:a16="http://schemas.microsoft.com/office/drawing/2014/main" id="{10E21AA5-9556-47A6-BBAF-7C45ADEFA627}"/>
                </a:ext>
              </a:extLst>
            </p:cNvPr>
            <p:cNvSpPr>
              <a:spLocks/>
            </p:cNvSpPr>
            <p:nvPr/>
          </p:nvSpPr>
          <p:spPr bwMode="auto">
            <a:xfrm>
              <a:off x="11442972" y="490467"/>
              <a:ext cx="6982" cy="6445"/>
            </a:xfrm>
            <a:custGeom>
              <a:avLst/>
              <a:gdLst>
                <a:gd name="T0" fmla="*/ 6 w 11"/>
                <a:gd name="T1" fmla="*/ 0 h 10"/>
                <a:gd name="T2" fmla="*/ 10 w 11"/>
                <a:gd name="T3" fmla="*/ 0 h 10"/>
                <a:gd name="T4" fmla="*/ 11 w 11"/>
                <a:gd name="T5" fmla="*/ 1 h 10"/>
                <a:gd name="T6" fmla="*/ 11 w 11"/>
                <a:gd name="T7" fmla="*/ 2 h 10"/>
                <a:gd name="T8" fmla="*/ 10 w 11"/>
                <a:gd name="T9" fmla="*/ 3 h 10"/>
                <a:gd name="T10" fmla="*/ 8 w 11"/>
                <a:gd name="T11" fmla="*/ 3 h 10"/>
                <a:gd name="T12" fmla="*/ 7 w 11"/>
                <a:gd name="T13" fmla="*/ 4 h 10"/>
                <a:gd name="T14" fmla="*/ 7 w 11"/>
                <a:gd name="T15" fmla="*/ 9 h 10"/>
                <a:gd name="T16" fmla="*/ 6 w 11"/>
                <a:gd name="T17" fmla="*/ 10 h 10"/>
                <a:gd name="T18" fmla="*/ 4 w 11"/>
                <a:gd name="T19" fmla="*/ 10 h 10"/>
                <a:gd name="T20" fmla="*/ 4 w 11"/>
                <a:gd name="T21" fmla="*/ 9 h 10"/>
                <a:gd name="T22" fmla="*/ 4 w 11"/>
                <a:gd name="T23" fmla="*/ 4 h 10"/>
                <a:gd name="T24" fmla="*/ 3 w 11"/>
                <a:gd name="T25" fmla="*/ 3 h 10"/>
                <a:gd name="T26" fmla="*/ 1 w 11"/>
                <a:gd name="T27" fmla="*/ 3 h 10"/>
                <a:gd name="T28" fmla="*/ 0 w 11"/>
                <a:gd name="T29" fmla="*/ 2 h 10"/>
                <a:gd name="T30" fmla="*/ 0 w 11"/>
                <a:gd name="T31" fmla="*/ 0 h 10"/>
                <a:gd name="T32" fmla="*/ 1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cubicBezTo>
                    <a:pt x="7" y="0"/>
                    <a:pt x="9" y="0"/>
                    <a:pt x="10" y="0"/>
                  </a:cubicBezTo>
                  <a:cubicBezTo>
                    <a:pt x="11" y="0"/>
                    <a:pt x="11" y="0"/>
                    <a:pt x="11" y="1"/>
                  </a:cubicBezTo>
                  <a:cubicBezTo>
                    <a:pt x="11" y="1"/>
                    <a:pt x="11" y="2"/>
                    <a:pt x="11" y="2"/>
                  </a:cubicBezTo>
                  <a:cubicBezTo>
                    <a:pt x="11" y="3"/>
                    <a:pt x="11" y="3"/>
                    <a:pt x="10" y="3"/>
                  </a:cubicBezTo>
                  <a:cubicBezTo>
                    <a:pt x="10" y="3"/>
                    <a:pt x="9" y="3"/>
                    <a:pt x="8" y="3"/>
                  </a:cubicBezTo>
                  <a:cubicBezTo>
                    <a:pt x="7" y="3"/>
                    <a:pt x="7" y="3"/>
                    <a:pt x="7" y="4"/>
                  </a:cubicBezTo>
                  <a:cubicBezTo>
                    <a:pt x="7" y="6"/>
                    <a:pt x="7" y="7"/>
                    <a:pt x="7" y="9"/>
                  </a:cubicBezTo>
                  <a:cubicBezTo>
                    <a:pt x="7" y="10"/>
                    <a:pt x="7" y="10"/>
                    <a:pt x="6" y="10"/>
                  </a:cubicBezTo>
                  <a:cubicBezTo>
                    <a:pt x="6" y="10"/>
                    <a:pt x="5" y="10"/>
                    <a:pt x="4" y="10"/>
                  </a:cubicBezTo>
                  <a:cubicBezTo>
                    <a:pt x="4" y="10"/>
                    <a:pt x="4" y="10"/>
                    <a:pt x="4" y="9"/>
                  </a:cubicBezTo>
                  <a:cubicBezTo>
                    <a:pt x="4" y="7"/>
                    <a:pt x="4" y="6"/>
                    <a:pt x="4" y="4"/>
                  </a:cubicBezTo>
                  <a:cubicBezTo>
                    <a:pt x="4" y="3"/>
                    <a:pt x="4" y="3"/>
                    <a:pt x="3" y="3"/>
                  </a:cubicBezTo>
                  <a:cubicBezTo>
                    <a:pt x="2" y="3"/>
                    <a:pt x="1" y="3"/>
                    <a:pt x="1" y="3"/>
                  </a:cubicBezTo>
                  <a:cubicBezTo>
                    <a:pt x="0" y="3"/>
                    <a:pt x="0" y="3"/>
                    <a:pt x="0" y="2"/>
                  </a:cubicBezTo>
                  <a:cubicBezTo>
                    <a:pt x="0" y="2"/>
                    <a:pt x="0" y="1"/>
                    <a:pt x="0" y="0"/>
                  </a:cubicBezTo>
                  <a:cubicBezTo>
                    <a:pt x="0" y="0"/>
                    <a:pt x="0" y="0"/>
                    <a:pt x="1" y="0"/>
                  </a:cubicBezTo>
                  <a:cubicBezTo>
                    <a:pt x="2" y="0"/>
                    <a:pt x="4" y="0"/>
                    <a:pt x="6"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0" name="Freeform 1016">
              <a:extLst>
                <a:ext uri="{FF2B5EF4-FFF2-40B4-BE49-F238E27FC236}">
                  <a16:creationId xmlns="" xmlns:a16="http://schemas.microsoft.com/office/drawing/2014/main" id="{99E82B23-D3BF-4738-B7D7-24EFB6FF2716}"/>
                </a:ext>
              </a:extLst>
            </p:cNvPr>
            <p:cNvSpPr>
              <a:spLocks/>
            </p:cNvSpPr>
            <p:nvPr/>
          </p:nvSpPr>
          <p:spPr bwMode="auto">
            <a:xfrm>
              <a:off x="11456936" y="482142"/>
              <a:ext cx="8056" cy="4565"/>
            </a:xfrm>
            <a:custGeom>
              <a:avLst/>
              <a:gdLst>
                <a:gd name="T0" fmla="*/ 6 w 13"/>
                <a:gd name="T1" fmla="*/ 6 h 7"/>
                <a:gd name="T2" fmla="*/ 1 w 13"/>
                <a:gd name="T3" fmla="*/ 6 h 7"/>
                <a:gd name="T4" fmla="*/ 0 w 13"/>
                <a:gd name="T5" fmla="*/ 6 h 7"/>
                <a:gd name="T6" fmla="*/ 0 w 13"/>
                <a:gd name="T7" fmla="*/ 0 h 7"/>
                <a:gd name="T8" fmla="*/ 1 w 13"/>
                <a:gd name="T9" fmla="*/ 0 h 7"/>
                <a:gd name="T10" fmla="*/ 12 w 13"/>
                <a:gd name="T11" fmla="*/ 4 h 7"/>
                <a:gd name="T12" fmla="*/ 13 w 13"/>
                <a:gd name="T13" fmla="*/ 5 h 7"/>
                <a:gd name="T14" fmla="*/ 11 w 13"/>
                <a:gd name="T15" fmla="*/ 6 h 7"/>
                <a:gd name="T16" fmla="*/ 6 w 13"/>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7">
                  <a:moveTo>
                    <a:pt x="6" y="6"/>
                  </a:moveTo>
                  <a:cubicBezTo>
                    <a:pt x="4" y="6"/>
                    <a:pt x="3" y="6"/>
                    <a:pt x="1" y="6"/>
                  </a:cubicBezTo>
                  <a:cubicBezTo>
                    <a:pt x="0" y="6"/>
                    <a:pt x="0" y="6"/>
                    <a:pt x="0" y="6"/>
                  </a:cubicBezTo>
                  <a:cubicBezTo>
                    <a:pt x="0" y="4"/>
                    <a:pt x="0" y="2"/>
                    <a:pt x="0" y="0"/>
                  </a:cubicBezTo>
                  <a:cubicBezTo>
                    <a:pt x="0" y="0"/>
                    <a:pt x="0" y="0"/>
                    <a:pt x="1" y="0"/>
                  </a:cubicBezTo>
                  <a:cubicBezTo>
                    <a:pt x="5" y="1"/>
                    <a:pt x="8" y="3"/>
                    <a:pt x="12" y="4"/>
                  </a:cubicBezTo>
                  <a:cubicBezTo>
                    <a:pt x="13" y="4"/>
                    <a:pt x="13" y="4"/>
                    <a:pt x="13" y="5"/>
                  </a:cubicBezTo>
                  <a:cubicBezTo>
                    <a:pt x="12" y="7"/>
                    <a:pt x="13" y="6"/>
                    <a:pt x="11" y="6"/>
                  </a:cubicBezTo>
                  <a:cubicBezTo>
                    <a:pt x="9" y="6"/>
                    <a:pt x="8" y="6"/>
                    <a:pt x="6"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1" name="Freeform 1017">
              <a:extLst>
                <a:ext uri="{FF2B5EF4-FFF2-40B4-BE49-F238E27FC236}">
                  <a16:creationId xmlns="" xmlns:a16="http://schemas.microsoft.com/office/drawing/2014/main" id="{B91E0CCD-BA1D-4168-A6CD-24FD506E9D01}"/>
                </a:ext>
              </a:extLst>
            </p:cNvPr>
            <p:cNvSpPr>
              <a:spLocks/>
            </p:cNvSpPr>
            <p:nvPr/>
          </p:nvSpPr>
          <p:spPr bwMode="auto">
            <a:xfrm>
              <a:off x="11445389" y="482947"/>
              <a:ext cx="8325" cy="3222"/>
            </a:xfrm>
            <a:custGeom>
              <a:avLst/>
              <a:gdLst>
                <a:gd name="T0" fmla="*/ 6 w 13"/>
                <a:gd name="T1" fmla="*/ 5 h 5"/>
                <a:gd name="T2" fmla="*/ 1 w 13"/>
                <a:gd name="T3" fmla="*/ 5 h 5"/>
                <a:gd name="T4" fmla="*/ 0 w 13"/>
                <a:gd name="T5" fmla="*/ 5 h 5"/>
                <a:gd name="T6" fmla="*/ 0 w 13"/>
                <a:gd name="T7" fmla="*/ 4 h 5"/>
                <a:gd name="T8" fmla="*/ 4 w 13"/>
                <a:gd name="T9" fmla="*/ 0 h 5"/>
                <a:gd name="T10" fmla="*/ 4 w 13"/>
                <a:gd name="T11" fmla="*/ 0 h 5"/>
                <a:gd name="T12" fmla="*/ 9 w 13"/>
                <a:gd name="T13" fmla="*/ 0 h 5"/>
                <a:gd name="T14" fmla="*/ 9 w 13"/>
                <a:gd name="T15" fmla="*/ 0 h 5"/>
                <a:gd name="T16" fmla="*/ 13 w 13"/>
                <a:gd name="T17" fmla="*/ 4 h 5"/>
                <a:gd name="T18" fmla="*/ 13 w 13"/>
                <a:gd name="T19" fmla="*/ 5 h 5"/>
                <a:gd name="T20" fmla="*/ 12 w 13"/>
                <a:gd name="T21" fmla="*/ 5 h 5"/>
                <a:gd name="T22" fmla="*/ 6 w 13"/>
                <a:gd name="T23"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5">
                  <a:moveTo>
                    <a:pt x="6" y="5"/>
                  </a:moveTo>
                  <a:cubicBezTo>
                    <a:pt x="4" y="5"/>
                    <a:pt x="3" y="5"/>
                    <a:pt x="1" y="5"/>
                  </a:cubicBezTo>
                  <a:cubicBezTo>
                    <a:pt x="0" y="5"/>
                    <a:pt x="0" y="5"/>
                    <a:pt x="0" y="5"/>
                  </a:cubicBezTo>
                  <a:cubicBezTo>
                    <a:pt x="0" y="4"/>
                    <a:pt x="0" y="4"/>
                    <a:pt x="0" y="4"/>
                  </a:cubicBezTo>
                  <a:cubicBezTo>
                    <a:pt x="2" y="3"/>
                    <a:pt x="3" y="2"/>
                    <a:pt x="4" y="0"/>
                  </a:cubicBezTo>
                  <a:cubicBezTo>
                    <a:pt x="4" y="0"/>
                    <a:pt x="4" y="0"/>
                    <a:pt x="4" y="0"/>
                  </a:cubicBezTo>
                  <a:cubicBezTo>
                    <a:pt x="6" y="0"/>
                    <a:pt x="7" y="0"/>
                    <a:pt x="9" y="0"/>
                  </a:cubicBezTo>
                  <a:cubicBezTo>
                    <a:pt x="9" y="0"/>
                    <a:pt x="9" y="0"/>
                    <a:pt x="9" y="0"/>
                  </a:cubicBezTo>
                  <a:cubicBezTo>
                    <a:pt x="10" y="2"/>
                    <a:pt x="11" y="3"/>
                    <a:pt x="13" y="4"/>
                  </a:cubicBezTo>
                  <a:cubicBezTo>
                    <a:pt x="13" y="4"/>
                    <a:pt x="13" y="4"/>
                    <a:pt x="13" y="5"/>
                  </a:cubicBezTo>
                  <a:cubicBezTo>
                    <a:pt x="13" y="5"/>
                    <a:pt x="13" y="5"/>
                    <a:pt x="12" y="5"/>
                  </a:cubicBezTo>
                  <a:cubicBezTo>
                    <a:pt x="10" y="5"/>
                    <a:pt x="8" y="5"/>
                    <a:pt x="6"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2" name="Freeform 1018">
              <a:extLst>
                <a:ext uri="{FF2B5EF4-FFF2-40B4-BE49-F238E27FC236}">
                  <a16:creationId xmlns="" xmlns:a16="http://schemas.microsoft.com/office/drawing/2014/main" id="{E613FC8C-D913-47C8-818E-5B766242738C}"/>
                </a:ext>
              </a:extLst>
            </p:cNvPr>
            <p:cNvSpPr>
              <a:spLocks/>
            </p:cNvSpPr>
            <p:nvPr/>
          </p:nvSpPr>
          <p:spPr bwMode="auto">
            <a:xfrm>
              <a:off x="11446731" y="500671"/>
              <a:ext cx="5639" cy="1343"/>
            </a:xfrm>
            <a:custGeom>
              <a:avLst/>
              <a:gdLst>
                <a:gd name="T0" fmla="*/ 9 w 9"/>
                <a:gd name="T1" fmla="*/ 0 h 2"/>
                <a:gd name="T2" fmla="*/ 8 w 9"/>
                <a:gd name="T3" fmla="*/ 1 h 2"/>
                <a:gd name="T4" fmla="*/ 7 w 9"/>
                <a:gd name="T5" fmla="*/ 2 h 2"/>
                <a:gd name="T6" fmla="*/ 7 w 9"/>
                <a:gd name="T7" fmla="*/ 2 h 2"/>
                <a:gd name="T8" fmla="*/ 2 w 9"/>
                <a:gd name="T9" fmla="*/ 2 h 2"/>
                <a:gd name="T10" fmla="*/ 2 w 9"/>
                <a:gd name="T11" fmla="*/ 2 h 2"/>
                <a:gd name="T12" fmla="*/ 0 w 9"/>
                <a:gd name="T13" fmla="*/ 0 h 2"/>
                <a:gd name="T14" fmla="*/ 0 w 9"/>
                <a:gd name="T15" fmla="*/ 0 h 2"/>
                <a:gd name="T16" fmla="*/ 9 w 9"/>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
                  <a:moveTo>
                    <a:pt x="9" y="0"/>
                  </a:moveTo>
                  <a:cubicBezTo>
                    <a:pt x="8" y="0"/>
                    <a:pt x="8" y="0"/>
                    <a:pt x="8" y="1"/>
                  </a:cubicBezTo>
                  <a:cubicBezTo>
                    <a:pt x="8" y="1"/>
                    <a:pt x="7" y="1"/>
                    <a:pt x="7" y="2"/>
                  </a:cubicBezTo>
                  <a:cubicBezTo>
                    <a:pt x="7" y="2"/>
                    <a:pt x="7" y="2"/>
                    <a:pt x="7" y="2"/>
                  </a:cubicBezTo>
                  <a:cubicBezTo>
                    <a:pt x="5" y="2"/>
                    <a:pt x="4" y="2"/>
                    <a:pt x="2" y="2"/>
                  </a:cubicBezTo>
                  <a:cubicBezTo>
                    <a:pt x="2" y="2"/>
                    <a:pt x="2" y="2"/>
                    <a:pt x="2" y="2"/>
                  </a:cubicBezTo>
                  <a:cubicBezTo>
                    <a:pt x="1" y="1"/>
                    <a:pt x="1" y="1"/>
                    <a:pt x="0" y="0"/>
                  </a:cubicBezTo>
                  <a:cubicBezTo>
                    <a:pt x="0" y="0"/>
                    <a:pt x="0" y="0"/>
                    <a:pt x="0" y="0"/>
                  </a:cubicBezTo>
                  <a:cubicBezTo>
                    <a:pt x="3" y="0"/>
                    <a:pt x="6" y="0"/>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3" name="Freeform 1019">
              <a:extLst>
                <a:ext uri="{FF2B5EF4-FFF2-40B4-BE49-F238E27FC236}">
                  <a16:creationId xmlns="" xmlns:a16="http://schemas.microsoft.com/office/drawing/2014/main" id="{CE600C32-2F8F-4586-86EB-B43FF5A0AAE7}"/>
                </a:ext>
              </a:extLst>
            </p:cNvPr>
            <p:cNvSpPr>
              <a:spLocks/>
            </p:cNvSpPr>
            <p:nvPr/>
          </p:nvSpPr>
          <p:spPr bwMode="auto">
            <a:xfrm>
              <a:off x="11309243" y="493689"/>
              <a:ext cx="9667" cy="9667"/>
            </a:xfrm>
            <a:custGeom>
              <a:avLst/>
              <a:gdLst>
                <a:gd name="T0" fmla="*/ 10 w 15"/>
                <a:gd name="T1" fmla="*/ 15 h 15"/>
                <a:gd name="T2" fmla="*/ 6 w 15"/>
                <a:gd name="T3" fmla="*/ 14 h 15"/>
                <a:gd name="T4" fmla="*/ 1 w 15"/>
                <a:gd name="T5" fmla="*/ 12 h 15"/>
                <a:gd name="T6" fmla="*/ 0 w 15"/>
                <a:gd name="T7" fmla="*/ 12 h 15"/>
                <a:gd name="T8" fmla="*/ 1 w 15"/>
                <a:gd name="T9" fmla="*/ 12 h 15"/>
                <a:gd name="T10" fmla="*/ 7 w 15"/>
                <a:gd name="T11" fmla="*/ 12 h 15"/>
                <a:gd name="T12" fmla="*/ 9 w 15"/>
                <a:gd name="T13" fmla="*/ 9 h 15"/>
                <a:gd name="T14" fmla="*/ 9 w 15"/>
                <a:gd name="T15" fmla="*/ 1 h 15"/>
                <a:gd name="T16" fmla="*/ 10 w 15"/>
                <a:gd name="T17" fmla="*/ 0 h 15"/>
                <a:gd name="T18" fmla="*/ 14 w 15"/>
                <a:gd name="T19" fmla="*/ 0 h 15"/>
                <a:gd name="T20" fmla="*/ 15 w 15"/>
                <a:gd name="T21" fmla="*/ 1 h 15"/>
                <a:gd name="T22" fmla="*/ 10 w 15"/>
                <a:gd name="T23" fmla="*/ 15 h 15"/>
                <a:gd name="T24" fmla="*/ 10 w 15"/>
                <a:gd name="T25" fmla="*/ 15 h 15"/>
                <a:gd name="T26" fmla="*/ 10 w 15"/>
                <a:gd name="T2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5">
                  <a:moveTo>
                    <a:pt x="10" y="15"/>
                  </a:moveTo>
                  <a:cubicBezTo>
                    <a:pt x="8" y="15"/>
                    <a:pt x="7" y="14"/>
                    <a:pt x="6" y="14"/>
                  </a:cubicBezTo>
                  <a:cubicBezTo>
                    <a:pt x="4" y="13"/>
                    <a:pt x="3" y="13"/>
                    <a:pt x="1" y="12"/>
                  </a:cubicBezTo>
                  <a:cubicBezTo>
                    <a:pt x="1" y="12"/>
                    <a:pt x="0" y="12"/>
                    <a:pt x="0" y="12"/>
                  </a:cubicBezTo>
                  <a:cubicBezTo>
                    <a:pt x="0" y="12"/>
                    <a:pt x="1" y="12"/>
                    <a:pt x="1" y="12"/>
                  </a:cubicBezTo>
                  <a:cubicBezTo>
                    <a:pt x="3" y="12"/>
                    <a:pt x="5" y="12"/>
                    <a:pt x="7" y="12"/>
                  </a:cubicBezTo>
                  <a:cubicBezTo>
                    <a:pt x="8" y="11"/>
                    <a:pt x="9" y="11"/>
                    <a:pt x="9" y="9"/>
                  </a:cubicBezTo>
                  <a:cubicBezTo>
                    <a:pt x="9" y="6"/>
                    <a:pt x="9" y="4"/>
                    <a:pt x="9" y="1"/>
                  </a:cubicBezTo>
                  <a:cubicBezTo>
                    <a:pt x="9" y="0"/>
                    <a:pt x="9" y="0"/>
                    <a:pt x="10" y="0"/>
                  </a:cubicBezTo>
                  <a:cubicBezTo>
                    <a:pt x="12" y="0"/>
                    <a:pt x="13" y="0"/>
                    <a:pt x="14" y="0"/>
                  </a:cubicBezTo>
                  <a:cubicBezTo>
                    <a:pt x="15" y="0"/>
                    <a:pt x="15" y="0"/>
                    <a:pt x="15" y="1"/>
                  </a:cubicBezTo>
                  <a:cubicBezTo>
                    <a:pt x="13" y="6"/>
                    <a:pt x="12" y="10"/>
                    <a:pt x="10" y="15"/>
                  </a:cubicBezTo>
                  <a:cubicBezTo>
                    <a:pt x="10" y="15"/>
                    <a:pt x="10" y="15"/>
                    <a:pt x="10" y="15"/>
                  </a:cubicBezTo>
                  <a:cubicBezTo>
                    <a:pt x="10" y="15"/>
                    <a:pt x="10" y="15"/>
                    <a:pt x="10"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4" name="Freeform 1020">
              <a:extLst>
                <a:ext uri="{FF2B5EF4-FFF2-40B4-BE49-F238E27FC236}">
                  <a16:creationId xmlns="" xmlns:a16="http://schemas.microsoft.com/office/drawing/2014/main" id="{EBAAAF0F-B6C5-49A6-8295-625C02B6627C}"/>
                </a:ext>
              </a:extLst>
            </p:cNvPr>
            <p:cNvSpPr>
              <a:spLocks/>
            </p:cNvSpPr>
            <p:nvPr/>
          </p:nvSpPr>
          <p:spPr bwMode="auto">
            <a:xfrm>
              <a:off x="11283196" y="456900"/>
              <a:ext cx="43234" cy="13158"/>
            </a:xfrm>
            <a:custGeom>
              <a:avLst/>
              <a:gdLst>
                <a:gd name="T0" fmla="*/ 68 w 68"/>
                <a:gd name="T1" fmla="*/ 14 h 21"/>
                <a:gd name="T2" fmla="*/ 51 w 68"/>
                <a:gd name="T3" fmla="*/ 12 h 21"/>
                <a:gd name="T4" fmla="*/ 50 w 68"/>
                <a:gd name="T5" fmla="*/ 12 h 21"/>
                <a:gd name="T6" fmla="*/ 51 w 68"/>
                <a:gd name="T7" fmla="*/ 12 h 21"/>
                <a:gd name="T8" fmla="*/ 55 w 68"/>
                <a:gd name="T9" fmla="*/ 10 h 21"/>
                <a:gd name="T10" fmla="*/ 55 w 68"/>
                <a:gd name="T11" fmla="*/ 9 h 21"/>
                <a:gd name="T12" fmla="*/ 55 w 68"/>
                <a:gd name="T13" fmla="*/ 8 h 21"/>
                <a:gd name="T14" fmla="*/ 42 w 68"/>
                <a:gd name="T15" fmla="*/ 5 h 21"/>
                <a:gd name="T16" fmla="*/ 23 w 68"/>
                <a:gd name="T17" fmla="*/ 9 h 21"/>
                <a:gd name="T18" fmla="*/ 10 w 68"/>
                <a:gd name="T19" fmla="*/ 20 h 21"/>
                <a:gd name="T20" fmla="*/ 10 w 68"/>
                <a:gd name="T21" fmla="*/ 20 h 21"/>
                <a:gd name="T22" fmla="*/ 9 w 68"/>
                <a:gd name="T23" fmla="*/ 20 h 21"/>
                <a:gd name="T24" fmla="*/ 7 w 68"/>
                <a:gd name="T25" fmla="*/ 17 h 21"/>
                <a:gd name="T26" fmla="*/ 1 w 68"/>
                <a:gd name="T27" fmla="*/ 14 h 21"/>
                <a:gd name="T28" fmla="*/ 0 w 68"/>
                <a:gd name="T29" fmla="*/ 14 h 21"/>
                <a:gd name="T30" fmla="*/ 0 w 68"/>
                <a:gd name="T31" fmla="*/ 14 h 21"/>
                <a:gd name="T32" fmla="*/ 15 w 68"/>
                <a:gd name="T33" fmla="*/ 4 h 21"/>
                <a:gd name="T34" fmla="*/ 37 w 68"/>
                <a:gd name="T35" fmla="*/ 0 h 21"/>
                <a:gd name="T36" fmla="*/ 55 w 68"/>
                <a:gd name="T37" fmla="*/ 4 h 21"/>
                <a:gd name="T38" fmla="*/ 57 w 68"/>
                <a:gd name="T39" fmla="*/ 6 h 21"/>
                <a:gd name="T40" fmla="*/ 58 w 68"/>
                <a:gd name="T41" fmla="*/ 6 h 21"/>
                <a:gd name="T42" fmla="*/ 58 w 68"/>
                <a:gd name="T43" fmla="*/ 5 h 21"/>
                <a:gd name="T44" fmla="*/ 57 w 68"/>
                <a:gd name="T45" fmla="*/ 1 h 21"/>
                <a:gd name="T46" fmla="*/ 57 w 68"/>
                <a:gd name="T47" fmla="*/ 0 h 21"/>
                <a:gd name="T48" fmla="*/ 57 w 68"/>
                <a:gd name="T49" fmla="*/ 0 h 21"/>
                <a:gd name="T50" fmla="*/ 68 w 68"/>
                <a:gd name="T51" fmla="*/ 13 h 21"/>
                <a:gd name="T52" fmla="*/ 68 w 68"/>
                <a:gd name="T53"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21">
                  <a:moveTo>
                    <a:pt x="68" y="14"/>
                  </a:moveTo>
                  <a:cubicBezTo>
                    <a:pt x="62" y="13"/>
                    <a:pt x="56" y="13"/>
                    <a:pt x="51" y="12"/>
                  </a:cubicBezTo>
                  <a:cubicBezTo>
                    <a:pt x="50" y="12"/>
                    <a:pt x="50" y="12"/>
                    <a:pt x="50" y="12"/>
                  </a:cubicBezTo>
                  <a:cubicBezTo>
                    <a:pt x="51" y="12"/>
                    <a:pt x="51" y="12"/>
                    <a:pt x="51" y="12"/>
                  </a:cubicBezTo>
                  <a:cubicBezTo>
                    <a:pt x="52" y="11"/>
                    <a:pt x="53" y="10"/>
                    <a:pt x="55" y="10"/>
                  </a:cubicBezTo>
                  <a:cubicBezTo>
                    <a:pt x="55" y="9"/>
                    <a:pt x="55" y="9"/>
                    <a:pt x="55" y="9"/>
                  </a:cubicBezTo>
                  <a:cubicBezTo>
                    <a:pt x="55" y="9"/>
                    <a:pt x="55" y="9"/>
                    <a:pt x="55" y="8"/>
                  </a:cubicBezTo>
                  <a:cubicBezTo>
                    <a:pt x="50" y="7"/>
                    <a:pt x="46" y="6"/>
                    <a:pt x="42" y="5"/>
                  </a:cubicBezTo>
                  <a:cubicBezTo>
                    <a:pt x="35" y="5"/>
                    <a:pt x="29" y="6"/>
                    <a:pt x="23" y="9"/>
                  </a:cubicBezTo>
                  <a:cubicBezTo>
                    <a:pt x="18" y="12"/>
                    <a:pt x="14" y="16"/>
                    <a:pt x="10" y="20"/>
                  </a:cubicBezTo>
                  <a:cubicBezTo>
                    <a:pt x="10" y="20"/>
                    <a:pt x="10" y="20"/>
                    <a:pt x="10" y="20"/>
                  </a:cubicBezTo>
                  <a:cubicBezTo>
                    <a:pt x="9" y="21"/>
                    <a:pt x="9" y="21"/>
                    <a:pt x="9" y="20"/>
                  </a:cubicBezTo>
                  <a:cubicBezTo>
                    <a:pt x="8" y="19"/>
                    <a:pt x="8" y="18"/>
                    <a:pt x="7" y="17"/>
                  </a:cubicBezTo>
                  <a:cubicBezTo>
                    <a:pt x="5" y="15"/>
                    <a:pt x="3" y="15"/>
                    <a:pt x="1" y="14"/>
                  </a:cubicBezTo>
                  <a:cubicBezTo>
                    <a:pt x="0" y="14"/>
                    <a:pt x="0" y="14"/>
                    <a:pt x="0" y="14"/>
                  </a:cubicBezTo>
                  <a:cubicBezTo>
                    <a:pt x="0" y="14"/>
                    <a:pt x="0" y="14"/>
                    <a:pt x="0" y="14"/>
                  </a:cubicBezTo>
                  <a:cubicBezTo>
                    <a:pt x="4" y="9"/>
                    <a:pt x="9" y="6"/>
                    <a:pt x="15" y="4"/>
                  </a:cubicBezTo>
                  <a:cubicBezTo>
                    <a:pt x="22" y="1"/>
                    <a:pt x="30" y="0"/>
                    <a:pt x="37" y="0"/>
                  </a:cubicBezTo>
                  <a:cubicBezTo>
                    <a:pt x="43" y="1"/>
                    <a:pt x="49" y="2"/>
                    <a:pt x="55" y="4"/>
                  </a:cubicBezTo>
                  <a:cubicBezTo>
                    <a:pt x="55" y="5"/>
                    <a:pt x="56" y="5"/>
                    <a:pt x="57" y="6"/>
                  </a:cubicBezTo>
                  <a:cubicBezTo>
                    <a:pt x="57" y="6"/>
                    <a:pt x="58" y="6"/>
                    <a:pt x="58" y="6"/>
                  </a:cubicBezTo>
                  <a:cubicBezTo>
                    <a:pt x="58" y="5"/>
                    <a:pt x="58" y="5"/>
                    <a:pt x="58" y="5"/>
                  </a:cubicBezTo>
                  <a:cubicBezTo>
                    <a:pt x="58" y="4"/>
                    <a:pt x="57" y="2"/>
                    <a:pt x="57" y="1"/>
                  </a:cubicBezTo>
                  <a:cubicBezTo>
                    <a:pt x="57" y="1"/>
                    <a:pt x="57" y="0"/>
                    <a:pt x="57" y="0"/>
                  </a:cubicBezTo>
                  <a:cubicBezTo>
                    <a:pt x="57" y="0"/>
                    <a:pt x="57" y="0"/>
                    <a:pt x="57" y="0"/>
                  </a:cubicBezTo>
                  <a:cubicBezTo>
                    <a:pt x="61" y="5"/>
                    <a:pt x="65" y="9"/>
                    <a:pt x="68" y="13"/>
                  </a:cubicBezTo>
                  <a:cubicBezTo>
                    <a:pt x="68" y="13"/>
                    <a:pt x="68" y="13"/>
                    <a:pt x="68"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5" name="Freeform 1021">
              <a:extLst>
                <a:ext uri="{FF2B5EF4-FFF2-40B4-BE49-F238E27FC236}">
                  <a16:creationId xmlns="" xmlns:a16="http://schemas.microsoft.com/office/drawing/2014/main" id="{A0173ABB-3D2C-4D01-B57F-1B5414AF21F5}"/>
                </a:ext>
              </a:extLst>
            </p:cNvPr>
            <p:cNvSpPr>
              <a:spLocks/>
            </p:cNvSpPr>
            <p:nvPr/>
          </p:nvSpPr>
          <p:spPr bwMode="auto">
            <a:xfrm>
              <a:off x="11293937" y="475160"/>
              <a:ext cx="32492" cy="3222"/>
            </a:xfrm>
            <a:custGeom>
              <a:avLst/>
              <a:gdLst>
                <a:gd name="T0" fmla="*/ 26 w 51"/>
                <a:gd name="T1" fmla="*/ 0 h 5"/>
                <a:gd name="T2" fmla="*/ 49 w 51"/>
                <a:gd name="T3" fmla="*/ 0 h 5"/>
                <a:gd name="T4" fmla="*/ 51 w 51"/>
                <a:gd name="T5" fmla="*/ 2 h 5"/>
                <a:gd name="T6" fmla="*/ 51 w 51"/>
                <a:gd name="T7" fmla="*/ 4 h 5"/>
                <a:gd name="T8" fmla="*/ 50 w 51"/>
                <a:gd name="T9" fmla="*/ 5 h 5"/>
                <a:gd name="T10" fmla="*/ 44 w 51"/>
                <a:gd name="T11" fmla="*/ 5 h 5"/>
                <a:gd name="T12" fmla="*/ 2 w 51"/>
                <a:gd name="T13" fmla="*/ 5 h 5"/>
                <a:gd name="T14" fmla="*/ 1 w 51"/>
                <a:gd name="T15" fmla="*/ 5 h 5"/>
                <a:gd name="T16" fmla="*/ 0 w 51"/>
                <a:gd name="T17" fmla="*/ 4 h 5"/>
                <a:gd name="T18" fmla="*/ 0 w 51"/>
                <a:gd name="T19" fmla="*/ 1 h 5"/>
                <a:gd name="T20" fmla="*/ 1 w 51"/>
                <a:gd name="T21" fmla="*/ 0 h 5"/>
                <a:gd name="T22" fmla="*/ 3 w 51"/>
                <a:gd name="T23" fmla="*/ 0 h 5"/>
                <a:gd name="T24" fmla="*/ 26 w 51"/>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5">
                  <a:moveTo>
                    <a:pt x="26" y="0"/>
                  </a:moveTo>
                  <a:cubicBezTo>
                    <a:pt x="34" y="0"/>
                    <a:pt x="41" y="0"/>
                    <a:pt x="49" y="0"/>
                  </a:cubicBezTo>
                  <a:cubicBezTo>
                    <a:pt x="51" y="0"/>
                    <a:pt x="51" y="0"/>
                    <a:pt x="51" y="2"/>
                  </a:cubicBezTo>
                  <a:cubicBezTo>
                    <a:pt x="51" y="2"/>
                    <a:pt x="51" y="3"/>
                    <a:pt x="51" y="4"/>
                  </a:cubicBezTo>
                  <a:cubicBezTo>
                    <a:pt x="51" y="4"/>
                    <a:pt x="50" y="5"/>
                    <a:pt x="50" y="5"/>
                  </a:cubicBezTo>
                  <a:cubicBezTo>
                    <a:pt x="48" y="5"/>
                    <a:pt x="46" y="5"/>
                    <a:pt x="44" y="5"/>
                  </a:cubicBezTo>
                  <a:cubicBezTo>
                    <a:pt x="30" y="5"/>
                    <a:pt x="16" y="5"/>
                    <a:pt x="2" y="5"/>
                  </a:cubicBezTo>
                  <a:cubicBezTo>
                    <a:pt x="2" y="5"/>
                    <a:pt x="1" y="5"/>
                    <a:pt x="1" y="5"/>
                  </a:cubicBezTo>
                  <a:cubicBezTo>
                    <a:pt x="1" y="5"/>
                    <a:pt x="0" y="4"/>
                    <a:pt x="0" y="4"/>
                  </a:cubicBezTo>
                  <a:cubicBezTo>
                    <a:pt x="0" y="3"/>
                    <a:pt x="0" y="2"/>
                    <a:pt x="0" y="1"/>
                  </a:cubicBezTo>
                  <a:cubicBezTo>
                    <a:pt x="0" y="0"/>
                    <a:pt x="1" y="0"/>
                    <a:pt x="1" y="0"/>
                  </a:cubicBezTo>
                  <a:cubicBezTo>
                    <a:pt x="2" y="0"/>
                    <a:pt x="2" y="0"/>
                    <a:pt x="3" y="0"/>
                  </a:cubicBezTo>
                  <a:cubicBezTo>
                    <a:pt x="10" y="0"/>
                    <a:pt x="18" y="0"/>
                    <a:pt x="26"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6" name="Freeform 1022">
              <a:extLst>
                <a:ext uri="{FF2B5EF4-FFF2-40B4-BE49-F238E27FC236}">
                  <a16:creationId xmlns="" xmlns:a16="http://schemas.microsoft.com/office/drawing/2014/main" id="{0910C464-82A2-4810-A6A7-24B200C0F1E6}"/>
                </a:ext>
              </a:extLst>
            </p:cNvPr>
            <p:cNvSpPr>
              <a:spLocks/>
            </p:cNvSpPr>
            <p:nvPr/>
          </p:nvSpPr>
          <p:spPr bwMode="auto">
            <a:xfrm>
              <a:off x="11293937" y="489929"/>
              <a:ext cx="32492" cy="2417"/>
            </a:xfrm>
            <a:custGeom>
              <a:avLst/>
              <a:gdLst>
                <a:gd name="T0" fmla="*/ 26 w 51"/>
                <a:gd name="T1" fmla="*/ 0 h 4"/>
                <a:gd name="T2" fmla="*/ 49 w 51"/>
                <a:gd name="T3" fmla="*/ 0 h 4"/>
                <a:gd name="T4" fmla="*/ 51 w 51"/>
                <a:gd name="T5" fmla="*/ 1 h 4"/>
                <a:gd name="T6" fmla="*/ 51 w 51"/>
                <a:gd name="T7" fmla="*/ 3 h 4"/>
                <a:gd name="T8" fmla="*/ 50 w 51"/>
                <a:gd name="T9" fmla="*/ 4 h 4"/>
                <a:gd name="T10" fmla="*/ 49 w 51"/>
                <a:gd name="T11" fmla="*/ 4 h 4"/>
                <a:gd name="T12" fmla="*/ 2 w 51"/>
                <a:gd name="T13" fmla="*/ 4 h 4"/>
                <a:gd name="T14" fmla="*/ 1 w 51"/>
                <a:gd name="T15" fmla="*/ 4 h 4"/>
                <a:gd name="T16" fmla="*/ 1 w 51"/>
                <a:gd name="T17" fmla="*/ 3 h 4"/>
                <a:gd name="T18" fmla="*/ 1 w 51"/>
                <a:gd name="T19" fmla="*/ 1 h 4"/>
                <a:gd name="T20" fmla="*/ 1 w 51"/>
                <a:gd name="T21" fmla="*/ 0 h 4"/>
                <a:gd name="T22" fmla="*/ 2 w 51"/>
                <a:gd name="T23" fmla="*/ 0 h 4"/>
                <a:gd name="T24" fmla="*/ 26 w 51"/>
                <a:gd name="T25"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4">
                  <a:moveTo>
                    <a:pt x="26" y="0"/>
                  </a:moveTo>
                  <a:cubicBezTo>
                    <a:pt x="34" y="0"/>
                    <a:pt x="41" y="0"/>
                    <a:pt x="49" y="0"/>
                  </a:cubicBezTo>
                  <a:cubicBezTo>
                    <a:pt x="51" y="0"/>
                    <a:pt x="51" y="0"/>
                    <a:pt x="51" y="1"/>
                  </a:cubicBezTo>
                  <a:cubicBezTo>
                    <a:pt x="51" y="2"/>
                    <a:pt x="51" y="3"/>
                    <a:pt x="51" y="3"/>
                  </a:cubicBezTo>
                  <a:cubicBezTo>
                    <a:pt x="51" y="4"/>
                    <a:pt x="50" y="4"/>
                    <a:pt x="50" y="4"/>
                  </a:cubicBezTo>
                  <a:cubicBezTo>
                    <a:pt x="50" y="4"/>
                    <a:pt x="49" y="4"/>
                    <a:pt x="49" y="4"/>
                  </a:cubicBezTo>
                  <a:cubicBezTo>
                    <a:pt x="33" y="4"/>
                    <a:pt x="18" y="4"/>
                    <a:pt x="2" y="4"/>
                  </a:cubicBezTo>
                  <a:cubicBezTo>
                    <a:pt x="2" y="4"/>
                    <a:pt x="2" y="4"/>
                    <a:pt x="1" y="4"/>
                  </a:cubicBezTo>
                  <a:cubicBezTo>
                    <a:pt x="1" y="4"/>
                    <a:pt x="0" y="4"/>
                    <a:pt x="1" y="3"/>
                  </a:cubicBezTo>
                  <a:cubicBezTo>
                    <a:pt x="1" y="2"/>
                    <a:pt x="1" y="2"/>
                    <a:pt x="1" y="1"/>
                  </a:cubicBezTo>
                  <a:cubicBezTo>
                    <a:pt x="1" y="0"/>
                    <a:pt x="1" y="0"/>
                    <a:pt x="1" y="0"/>
                  </a:cubicBezTo>
                  <a:cubicBezTo>
                    <a:pt x="2" y="0"/>
                    <a:pt x="2" y="0"/>
                    <a:pt x="2" y="0"/>
                  </a:cubicBezTo>
                  <a:cubicBezTo>
                    <a:pt x="10" y="0"/>
                    <a:pt x="18" y="0"/>
                    <a:pt x="26"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7" name="Freeform 1023">
              <a:extLst>
                <a:ext uri="{FF2B5EF4-FFF2-40B4-BE49-F238E27FC236}">
                  <a16:creationId xmlns="" xmlns:a16="http://schemas.microsoft.com/office/drawing/2014/main" id="{25217396-3751-419A-9221-C05BDB6916EE}"/>
                </a:ext>
              </a:extLst>
            </p:cNvPr>
            <p:cNvSpPr>
              <a:spLocks/>
            </p:cNvSpPr>
            <p:nvPr/>
          </p:nvSpPr>
          <p:spPr bwMode="auto">
            <a:xfrm>
              <a:off x="11296622" y="465761"/>
              <a:ext cx="17186" cy="8325"/>
            </a:xfrm>
            <a:custGeom>
              <a:avLst/>
              <a:gdLst>
                <a:gd name="T0" fmla="*/ 14 w 27"/>
                <a:gd name="T1" fmla="*/ 0 h 13"/>
                <a:gd name="T2" fmla="*/ 26 w 27"/>
                <a:gd name="T3" fmla="*/ 0 h 13"/>
                <a:gd name="T4" fmla="*/ 27 w 27"/>
                <a:gd name="T5" fmla="*/ 1 h 13"/>
                <a:gd name="T6" fmla="*/ 27 w 27"/>
                <a:gd name="T7" fmla="*/ 12 h 13"/>
                <a:gd name="T8" fmla="*/ 26 w 27"/>
                <a:gd name="T9" fmla="*/ 13 h 13"/>
                <a:gd name="T10" fmla="*/ 24 w 27"/>
                <a:gd name="T11" fmla="*/ 11 h 13"/>
                <a:gd name="T12" fmla="*/ 23 w 27"/>
                <a:gd name="T13" fmla="*/ 9 h 13"/>
                <a:gd name="T14" fmla="*/ 18 w 27"/>
                <a:gd name="T15" fmla="*/ 4 h 13"/>
                <a:gd name="T16" fmla="*/ 17 w 27"/>
                <a:gd name="T17" fmla="*/ 4 h 13"/>
                <a:gd name="T18" fmla="*/ 9 w 27"/>
                <a:gd name="T19" fmla="*/ 4 h 13"/>
                <a:gd name="T20" fmla="*/ 8 w 27"/>
                <a:gd name="T21" fmla="*/ 4 h 13"/>
                <a:gd name="T22" fmla="*/ 3 w 27"/>
                <a:gd name="T23" fmla="*/ 9 h 13"/>
                <a:gd name="T24" fmla="*/ 2 w 27"/>
                <a:gd name="T25" fmla="*/ 11 h 13"/>
                <a:gd name="T26" fmla="*/ 2 w 27"/>
                <a:gd name="T27" fmla="*/ 12 h 13"/>
                <a:gd name="T28" fmla="*/ 1 w 27"/>
                <a:gd name="T29" fmla="*/ 13 h 13"/>
                <a:gd name="T30" fmla="*/ 1 w 27"/>
                <a:gd name="T31" fmla="*/ 13 h 13"/>
                <a:gd name="T32" fmla="*/ 0 w 27"/>
                <a:gd name="T33" fmla="*/ 12 h 13"/>
                <a:gd name="T34" fmla="*/ 0 w 27"/>
                <a:gd name="T35" fmla="*/ 1 h 13"/>
                <a:gd name="T36" fmla="*/ 1 w 27"/>
                <a:gd name="T37" fmla="*/ 0 h 13"/>
                <a:gd name="T38" fmla="*/ 14 w 27"/>
                <a:gd name="T39" fmla="*/ 0 h 13"/>
                <a:gd name="T40" fmla="*/ 14 w 27"/>
                <a:gd name="T4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13">
                  <a:moveTo>
                    <a:pt x="14" y="0"/>
                  </a:moveTo>
                  <a:cubicBezTo>
                    <a:pt x="18" y="0"/>
                    <a:pt x="22" y="0"/>
                    <a:pt x="26" y="0"/>
                  </a:cubicBezTo>
                  <a:cubicBezTo>
                    <a:pt x="27" y="0"/>
                    <a:pt x="27" y="0"/>
                    <a:pt x="27" y="1"/>
                  </a:cubicBezTo>
                  <a:cubicBezTo>
                    <a:pt x="27" y="5"/>
                    <a:pt x="27" y="8"/>
                    <a:pt x="27" y="12"/>
                  </a:cubicBezTo>
                  <a:cubicBezTo>
                    <a:pt x="27" y="13"/>
                    <a:pt x="27" y="13"/>
                    <a:pt x="26" y="13"/>
                  </a:cubicBezTo>
                  <a:cubicBezTo>
                    <a:pt x="24" y="13"/>
                    <a:pt x="24" y="13"/>
                    <a:pt x="24" y="11"/>
                  </a:cubicBezTo>
                  <a:cubicBezTo>
                    <a:pt x="24" y="9"/>
                    <a:pt x="24" y="10"/>
                    <a:pt x="23" y="9"/>
                  </a:cubicBezTo>
                  <a:cubicBezTo>
                    <a:pt x="21" y="9"/>
                    <a:pt x="19" y="7"/>
                    <a:pt x="18" y="4"/>
                  </a:cubicBezTo>
                  <a:cubicBezTo>
                    <a:pt x="18" y="4"/>
                    <a:pt x="18" y="4"/>
                    <a:pt x="17" y="4"/>
                  </a:cubicBezTo>
                  <a:cubicBezTo>
                    <a:pt x="15" y="4"/>
                    <a:pt x="12" y="4"/>
                    <a:pt x="9" y="4"/>
                  </a:cubicBezTo>
                  <a:cubicBezTo>
                    <a:pt x="8" y="3"/>
                    <a:pt x="8" y="4"/>
                    <a:pt x="8" y="4"/>
                  </a:cubicBezTo>
                  <a:cubicBezTo>
                    <a:pt x="7" y="7"/>
                    <a:pt x="6" y="9"/>
                    <a:pt x="3" y="9"/>
                  </a:cubicBezTo>
                  <a:cubicBezTo>
                    <a:pt x="2" y="10"/>
                    <a:pt x="2" y="10"/>
                    <a:pt x="2" y="11"/>
                  </a:cubicBezTo>
                  <a:cubicBezTo>
                    <a:pt x="2" y="11"/>
                    <a:pt x="2" y="12"/>
                    <a:pt x="2" y="12"/>
                  </a:cubicBezTo>
                  <a:cubicBezTo>
                    <a:pt x="2" y="13"/>
                    <a:pt x="2" y="13"/>
                    <a:pt x="1" y="13"/>
                  </a:cubicBezTo>
                  <a:cubicBezTo>
                    <a:pt x="1" y="13"/>
                    <a:pt x="1" y="13"/>
                    <a:pt x="1" y="13"/>
                  </a:cubicBezTo>
                  <a:cubicBezTo>
                    <a:pt x="0" y="13"/>
                    <a:pt x="0" y="13"/>
                    <a:pt x="0" y="12"/>
                  </a:cubicBezTo>
                  <a:cubicBezTo>
                    <a:pt x="0" y="8"/>
                    <a:pt x="0" y="4"/>
                    <a:pt x="0" y="1"/>
                  </a:cubicBezTo>
                  <a:cubicBezTo>
                    <a:pt x="0" y="0"/>
                    <a:pt x="0" y="0"/>
                    <a:pt x="1" y="0"/>
                  </a:cubicBezTo>
                  <a:cubicBezTo>
                    <a:pt x="5" y="0"/>
                    <a:pt x="9" y="0"/>
                    <a:pt x="14" y="0"/>
                  </a:cubicBezTo>
                  <a:cubicBezTo>
                    <a:pt x="14" y="0"/>
                    <a:pt x="14" y="0"/>
                    <a:pt x="1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8" name="Freeform 1024">
              <a:extLst>
                <a:ext uri="{FF2B5EF4-FFF2-40B4-BE49-F238E27FC236}">
                  <a16:creationId xmlns="" xmlns:a16="http://schemas.microsoft.com/office/drawing/2014/main" id="{6ECBF542-6814-4761-B834-6DE53C850E3D}"/>
                </a:ext>
              </a:extLst>
            </p:cNvPr>
            <p:cNvSpPr>
              <a:spLocks/>
            </p:cNvSpPr>
            <p:nvPr/>
          </p:nvSpPr>
          <p:spPr bwMode="auto">
            <a:xfrm>
              <a:off x="11296085" y="493689"/>
              <a:ext cx="17723" cy="6445"/>
            </a:xfrm>
            <a:custGeom>
              <a:avLst/>
              <a:gdLst>
                <a:gd name="T0" fmla="*/ 14 w 28"/>
                <a:gd name="T1" fmla="*/ 10 h 10"/>
                <a:gd name="T2" fmla="*/ 2 w 28"/>
                <a:gd name="T3" fmla="*/ 10 h 10"/>
                <a:gd name="T4" fmla="*/ 1 w 28"/>
                <a:gd name="T5" fmla="*/ 8 h 10"/>
                <a:gd name="T6" fmla="*/ 1 w 28"/>
                <a:gd name="T7" fmla="*/ 1 h 10"/>
                <a:gd name="T8" fmla="*/ 2 w 28"/>
                <a:gd name="T9" fmla="*/ 0 h 10"/>
                <a:gd name="T10" fmla="*/ 3 w 28"/>
                <a:gd name="T11" fmla="*/ 0 h 10"/>
                <a:gd name="T12" fmla="*/ 8 w 28"/>
                <a:gd name="T13" fmla="*/ 2 h 10"/>
                <a:gd name="T14" fmla="*/ 9 w 28"/>
                <a:gd name="T15" fmla="*/ 5 h 10"/>
                <a:gd name="T16" fmla="*/ 10 w 28"/>
                <a:gd name="T17" fmla="*/ 6 h 10"/>
                <a:gd name="T18" fmla="*/ 18 w 28"/>
                <a:gd name="T19" fmla="*/ 6 h 10"/>
                <a:gd name="T20" fmla="*/ 19 w 28"/>
                <a:gd name="T21" fmla="*/ 5 h 10"/>
                <a:gd name="T22" fmla="*/ 22 w 28"/>
                <a:gd name="T23" fmla="*/ 1 h 10"/>
                <a:gd name="T24" fmla="*/ 25 w 28"/>
                <a:gd name="T25" fmla="*/ 0 h 10"/>
                <a:gd name="T26" fmla="*/ 27 w 28"/>
                <a:gd name="T27" fmla="*/ 0 h 10"/>
                <a:gd name="T28" fmla="*/ 28 w 28"/>
                <a:gd name="T29" fmla="*/ 1 h 10"/>
                <a:gd name="T30" fmla="*/ 28 w 28"/>
                <a:gd name="T31" fmla="*/ 9 h 10"/>
                <a:gd name="T32" fmla="*/ 27 w 28"/>
                <a:gd name="T33" fmla="*/ 10 h 10"/>
                <a:gd name="T34" fmla="*/ 14 w 28"/>
                <a:gd name="T35" fmla="*/ 10 h 10"/>
                <a:gd name="T36" fmla="*/ 14 w 28"/>
                <a:gd name="T37"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
                  <a:moveTo>
                    <a:pt x="14" y="10"/>
                  </a:moveTo>
                  <a:cubicBezTo>
                    <a:pt x="10" y="10"/>
                    <a:pt x="6" y="10"/>
                    <a:pt x="2" y="10"/>
                  </a:cubicBezTo>
                  <a:cubicBezTo>
                    <a:pt x="1" y="10"/>
                    <a:pt x="1" y="10"/>
                    <a:pt x="1" y="8"/>
                  </a:cubicBezTo>
                  <a:cubicBezTo>
                    <a:pt x="0" y="6"/>
                    <a:pt x="0" y="4"/>
                    <a:pt x="1" y="1"/>
                  </a:cubicBezTo>
                  <a:cubicBezTo>
                    <a:pt x="1" y="0"/>
                    <a:pt x="1" y="0"/>
                    <a:pt x="2" y="0"/>
                  </a:cubicBezTo>
                  <a:cubicBezTo>
                    <a:pt x="2" y="0"/>
                    <a:pt x="3" y="0"/>
                    <a:pt x="3" y="0"/>
                  </a:cubicBezTo>
                  <a:cubicBezTo>
                    <a:pt x="5" y="0"/>
                    <a:pt x="6" y="1"/>
                    <a:pt x="8" y="2"/>
                  </a:cubicBezTo>
                  <a:cubicBezTo>
                    <a:pt x="8" y="3"/>
                    <a:pt x="9" y="4"/>
                    <a:pt x="9" y="5"/>
                  </a:cubicBezTo>
                  <a:cubicBezTo>
                    <a:pt x="9" y="6"/>
                    <a:pt x="9" y="6"/>
                    <a:pt x="10" y="6"/>
                  </a:cubicBezTo>
                  <a:cubicBezTo>
                    <a:pt x="13" y="6"/>
                    <a:pt x="15" y="6"/>
                    <a:pt x="18" y="6"/>
                  </a:cubicBezTo>
                  <a:cubicBezTo>
                    <a:pt x="19" y="6"/>
                    <a:pt x="19" y="6"/>
                    <a:pt x="19" y="5"/>
                  </a:cubicBezTo>
                  <a:cubicBezTo>
                    <a:pt x="20" y="3"/>
                    <a:pt x="21" y="2"/>
                    <a:pt x="22" y="1"/>
                  </a:cubicBezTo>
                  <a:cubicBezTo>
                    <a:pt x="23" y="0"/>
                    <a:pt x="24" y="0"/>
                    <a:pt x="25" y="0"/>
                  </a:cubicBezTo>
                  <a:cubicBezTo>
                    <a:pt x="26" y="0"/>
                    <a:pt x="27" y="0"/>
                    <a:pt x="27" y="0"/>
                  </a:cubicBezTo>
                  <a:cubicBezTo>
                    <a:pt x="28" y="0"/>
                    <a:pt x="28" y="0"/>
                    <a:pt x="28" y="1"/>
                  </a:cubicBezTo>
                  <a:cubicBezTo>
                    <a:pt x="28" y="4"/>
                    <a:pt x="28" y="6"/>
                    <a:pt x="28" y="9"/>
                  </a:cubicBezTo>
                  <a:cubicBezTo>
                    <a:pt x="28" y="10"/>
                    <a:pt x="28" y="10"/>
                    <a:pt x="27" y="10"/>
                  </a:cubicBezTo>
                  <a:cubicBezTo>
                    <a:pt x="23" y="10"/>
                    <a:pt x="19" y="10"/>
                    <a:pt x="14" y="10"/>
                  </a:cubicBezTo>
                  <a:cubicBezTo>
                    <a:pt x="14" y="10"/>
                    <a:pt x="14" y="10"/>
                    <a:pt x="14"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79" name="Freeform 1025">
              <a:extLst>
                <a:ext uri="{FF2B5EF4-FFF2-40B4-BE49-F238E27FC236}">
                  <a16:creationId xmlns="" xmlns:a16="http://schemas.microsoft.com/office/drawing/2014/main" id="{89F98CF4-B632-44B4-9646-E0877EE11DCA}"/>
                </a:ext>
              </a:extLst>
            </p:cNvPr>
            <p:cNvSpPr>
              <a:spLocks/>
            </p:cNvSpPr>
            <p:nvPr/>
          </p:nvSpPr>
          <p:spPr bwMode="auto">
            <a:xfrm>
              <a:off x="11315151" y="479725"/>
              <a:ext cx="9936" cy="8862"/>
            </a:xfrm>
            <a:custGeom>
              <a:avLst/>
              <a:gdLst>
                <a:gd name="T0" fmla="*/ 2 w 16"/>
                <a:gd name="T1" fmla="*/ 0 h 14"/>
                <a:gd name="T2" fmla="*/ 7 w 16"/>
                <a:gd name="T3" fmla="*/ 2 h 14"/>
                <a:gd name="T4" fmla="*/ 7 w 16"/>
                <a:gd name="T5" fmla="*/ 3 h 14"/>
                <a:gd name="T6" fmla="*/ 8 w 16"/>
                <a:gd name="T7" fmla="*/ 3 h 14"/>
                <a:gd name="T8" fmla="*/ 10 w 16"/>
                <a:gd name="T9" fmla="*/ 1 h 14"/>
                <a:gd name="T10" fmla="*/ 12 w 16"/>
                <a:gd name="T11" fmla="*/ 0 h 14"/>
                <a:gd name="T12" fmla="*/ 15 w 16"/>
                <a:gd name="T13" fmla="*/ 0 h 14"/>
                <a:gd name="T14" fmla="*/ 16 w 16"/>
                <a:gd name="T15" fmla="*/ 0 h 14"/>
                <a:gd name="T16" fmla="*/ 16 w 16"/>
                <a:gd name="T17" fmla="*/ 1 h 14"/>
                <a:gd name="T18" fmla="*/ 11 w 16"/>
                <a:gd name="T19" fmla="*/ 7 h 14"/>
                <a:gd name="T20" fmla="*/ 11 w 16"/>
                <a:gd name="T21" fmla="*/ 8 h 14"/>
                <a:gd name="T22" fmla="*/ 16 w 16"/>
                <a:gd name="T23" fmla="*/ 13 h 14"/>
                <a:gd name="T24" fmla="*/ 16 w 16"/>
                <a:gd name="T25" fmla="*/ 14 h 14"/>
                <a:gd name="T26" fmla="*/ 15 w 16"/>
                <a:gd name="T27" fmla="*/ 14 h 14"/>
                <a:gd name="T28" fmla="*/ 11 w 16"/>
                <a:gd name="T29" fmla="*/ 14 h 14"/>
                <a:gd name="T30" fmla="*/ 10 w 16"/>
                <a:gd name="T31" fmla="*/ 14 h 14"/>
                <a:gd name="T32" fmla="*/ 9 w 16"/>
                <a:gd name="T33" fmla="*/ 12 h 14"/>
                <a:gd name="T34" fmla="*/ 7 w 16"/>
                <a:gd name="T35" fmla="*/ 12 h 14"/>
                <a:gd name="T36" fmla="*/ 6 w 16"/>
                <a:gd name="T37" fmla="*/ 14 h 14"/>
                <a:gd name="T38" fmla="*/ 5 w 16"/>
                <a:gd name="T39" fmla="*/ 14 h 14"/>
                <a:gd name="T40" fmla="*/ 1 w 16"/>
                <a:gd name="T41" fmla="*/ 14 h 14"/>
                <a:gd name="T42" fmla="*/ 0 w 16"/>
                <a:gd name="T43" fmla="*/ 14 h 14"/>
                <a:gd name="T44" fmla="*/ 0 w 16"/>
                <a:gd name="T45" fmla="*/ 13 h 14"/>
                <a:gd name="T46" fmla="*/ 4 w 16"/>
                <a:gd name="T47" fmla="*/ 8 h 14"/>
                <a:gd name="T48" fmla="*/ 4 w 16"/>
                <a:gd name="T49" fmla="*/ 7 h 14"/>
                <a:gd name="T50" fmla="*/ 0 w 16"/>
                <a:gd name="T51" fmla="*/ 1 h 14"/>
                <a:gd name="T52" fmla="*/ 0 w 16"/>
                <a:gd name="T53" fmla="*/ 0 h 14"/>
                <a:gd name="T54" fmla="*/ 1 w 16"/>
                <a:gd name="T55" fmla="*/ 0 h 14"/>
                <a:gd name="T56" fmla="*/ 2 w 16"/>
                <a:gd name="T5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 h="14">
                  <a:moveTo>
                    <a:pt x="2" y="0"/>
                  </a:moveTo>
                  <a:cubicBezTo>
                    <a:pt x="6" y="0"/>
                    <a:pt x="5" y="0"/>
                    <a:pt x="7" y="2"/>
                  </a:cubicBezTo>
                  <a:cubicBezTo>
                    <a:pt x="7" y="3"/>
                    <a:pt x="7" y="3"/>
                    <a:pt x="7" y="3"/>
                  </a:cubicBezTo>
                  <a:cubicBezTo>
                    <a:pt x="8" y="4"/>
                    <a:pt x="8" y="4"/>
                    <a:pt x="8" y="3"/>
                  </a:cubicBezTo>
                  <a:cubicBezTo>
                    <a:pt x="9" y="2"/>
                    <a:pt x="10" y="2"/>
                    <a:pt x="10" y="1"/>
                  </a:cubicBezTo>
                  <a:cubicBezTo>
                    <a:pt x="11" y="0"/>
                    <a:pt x="11" y="0"/>
                    <a:pt x="12" y="0"/>
                  </a:cubicBezTo>
                  <a:cubicBezTo>
                    <a:pt x="13" y="0"/>
                    <a:pt x="14" y="0"/>
                    <a:pt x="15" y="0"/>
                  </a:cubicBezTo>
                  <a:cubicBezTo>
                    <a:pt x="16" y="0"/>
                    <a:pt x="16" y="0"/>
                    <a:pt x="16" y="0"/>
                  </a:cubicBezTo>
                  <a:cubicBezTo>
                    <a:pt x="16" y="1"/>
                    <a:pt x="16" y="1"/>
                    <a:pt x="16" y="1"/>
                  </a:cubicBezTo>
                  <a:cubicBezTo>
                    <a:pt x="14" y="3"/>
                    <a:pt x="13" y="5"/>
                    <a:pt x="11" y="7"/>
                  </a:cubicBezTo>
                  <a:cubicBezTo>
                    <a:pt x="11" y="7"/>
                    <a:pt x="11" y="8"/>
                    <a:pt x="11" y="8"/>
                  </a:cubicBezTo>
                  <a:cubicBezTo>
                    <a:pt x="13" y="10"/>
                    <a:pt x="14" y="12"/>
                    <a:pt x="16" y="13"/>
                  </a:cubicBezTo>
                  <a:cubicBezTo>
                    <a:pt x="16" y="14"/>
                    <a:pt x="16" y="14"/>
                    <a:pt x="16" y="14"/>
                  </a:cubicBezTo>
                  <a:cubicBezTo>
                    <a:pt x="16" y="14"/>
                    <a:pt x="15" y="14"/>
                    <a:pt x="15" y="14"/>
                  </a:cubicBezTo>
                  <a:cubicBezTo>
                    <a:pt x="14" y="14"/>
                    <a:pt x="12" y="14"/>
                    <a:pt x="11" y="14"/>
                  </a:cubicBezTo>
                  <a:cubicBezTo>
                    <a:pt x="11" y="14"/>
                    <a:pt x="10" y="14"/>
                    <a:pt x="10" y="14"/>
                  </a:cubicBezTo>
                  <a:cubicBezTo>
                    <a:pt x="9" y="13"/>
                    <a:pt x="9" y="13"/>
                    <a:pt x="9" y="12"/>
                  </a:cubicBezTo>
                  <a:cubicBezTo>
                    <a:pt x="8" y="11"/>
                    <a:pt x="8" y="11"/>
                    <a:pt x="7" y="12"/>
                  </a:cubicBezTo>
                  <a:cubicBezTo>
                    <a:pt x="7" y="13"/>
                    <a:pt x="6" y="13"/>
                    <a:pt x="6" y="14"/>
                  </a:cubicBezTo>
                  <a:cubicBezTo>
                    <a:pt x="6" y="14"/>
                    <a:pt x="5" y="14"/>
                    <a:pt x="5" y="14"/>
                  </a:cubicBezTo>
                  <a:cubicBezTo>
                    <a:pt x="3" y="14"/>
                    <a:pt x="2" y="14"/>
                    <a:pt x="1" y="14"/>
                  </a:cubicBezTo>
                  <a:cubicBezTo>
                    <a:pt x="1" y="14"/>
                    <a:pt x="0" y="14"/>
                    <a:pt x="0" y="14"/>
                  </a:cubicBezTo>
                  <a:cubicBezTo>
                    <a:pt x="0" y="14"/>
                    <a:pt x="0" y="14"/>
                    <a:pt x="0" y="13"/>
                  </a:cubicBezTo>
                  <a:cubicBezTo>
                    <a:pt x="2" y="12"/>
                    <a:pt x="3" y="10"/>
                    <a:pt x="4" y="8"/>
                  </a:cubicBezTo>
                  <a:cubicBezTo>
                    <a:pt x="5" y="8"/>
                    <a:pt x="5" y="7"/>
                    <a:pt x="4" y="7"/>
                  </a:cubicBezTo>
                  <a:cubicBezTo>
                    <a:pt x="3" y="5"/>
                    <a:pt x="1" y="3"/>
                    <a:pt x="0" y="1"/>
                  </a:cubicBezTo>
                  <a:cubicBezTo>
                    <a:pt x="0" y="1"/>
                    <a:pt x="0" y="1"/>
                    <a:pt x="0" y="0"/>
                  </a:cubicBezTo>
                  <a:cubicBezTo>
                    <a:pt x="0" y="0"/>
                    <a:pt x="0" y="0"/>
                    <a:pt x="1" y="0"/>
                  </a:cubicBezTo>
                  <a:cubicBezTo>
                    <a:pt x="1" y="0"/>
                    <a:pt x="2" y="0"/>
                    <a:pt x="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0" name="Freeform 1026">
              <a:extLst>
                <a:ext uri="{FF2B5EF4-FFF2-40B4-BE49-F238E27FC236}">
                  <a16:creationId xmlns="" xmlns:a16="http://schemas.microsoft.com/office/drawing/2014/main" id="{CC868B1D-3E51-4657-9222-E1B15125198B}"/>
                </a:ext>
              </a:extLst>
            </p:cNvPr>
            <p:cNvSpPr>
              <a:spLocks noEditPoints="1"/>
            </p:cNvSpPr>
            <p:nvPr/>
          </p:nvSpPr>
          <p:spPr bwMode="auto">
            <a:xfrm>
              <a:off x="11304141" y="479725"/>
              <a:ext cx="10204" cy="9399"/>
            </a:xfrm>
            <a:custGeom>
              <a:avLst/>
              <a:gdLst>
                <a:gd name="T0" fmla="*/ 13 w 16"/>
                <a:gd name="T1" fmla="*/ 14 h 15"/>
                <a:gd name="T2" fmla="*/ 12 w 16"/>
                <a:gd name="T3" fmla="*/ 14 h 15"/>
                <a:gd name="T4" fmla="*/ 11 w 16"/>
                <a:gd name="T5" fmla="*/ 14 h 15"/>
                <a:gd name="T6" fmla="*/ 9 w 16"/>
                <a:gd name="T7" fmla="*/ 12 h 15"/>
                <a:gd name="T8" fmla="*/ 6 w 16"/>
                <a:gd name="T9" fmla="*/ 12 h 15"/>
                <a:gd name="T10" fmla="*/ 5 w 16"/>
                <a:gd name="T11" fmla="*/ 13 h 15"/>
                <a:gd name="T12" fmla="*/ 3 w 16"/>
                <a:gd name="T13" fmla="*/ 14 h 15"/>
                <a:gd name="T14" fmla="*/ 1 w 16"/>
                <a:gd name="T15" fmla="*/ 14 h 15"/>
                <a:gd name="T16" fmla="*/ 0 w 16"/>
                <a:gd name="T17" fmla="*/ 13 h 15"/>
                <a:gd name="T18" fmla="*/ 4 w 16"/>
                <a:gd name="T19" fmla="*/ 3 h 15"/>
                <a:gd name="T20" fmla="*/ 5 w 16"/>
                <a:gd name="T21" fmla="*/ 1 h 15"/>
                <a:gd name="T22" fmla="*/ 6 w 16"/>
                <a:gd name="T23" fmla="*/ 0 h 15"/>
                <a:gd name="T24" fmla="*/ 10 w 16"/>
                <a:gd name="T25" fmla="*/ 0 h 15"/>
                <a:gd name="T26" fmla="*/ 11 w 16"/>
                <a:gd name="T27" fmla="*/ 1 h 15"/>
                <a:gd name="T28" fmla="*/ 14 w 16"/>
                <a:gd name="T29" fmla="*/ 10 h 15"/>
                <a:gd name="T30" fmla="*/ 16 w 16"/>
                <a:gd name="T31" fmla="*/ 13 h 15"/>
                <a:gd name="T32" fmla="*/ 15 w 16"/>
                <a:gd name="T33" fmla="*/ 14 h 15"/>
                <a:gd name="T34" fmla="*/ 13 w 16"/>
                <a:gd name="T35" fmla="*/ 14 h 15"/>
                <a:gd name="T36" fmla="*/ 8 w 16"/>
                <a:gd name="T37" fmla="*/ 6 h 15"/>
                <a:gd name="T38" fmla="*/ 8 w 16"/>
                <a:gd name="T39" fmla="*/ 6 h 15"/>
                <a:gd name="T40" fmla="*/ 7 w 16"/>
                <a:gd name="T41" fmla="*/ 8 h 15"/>
                <a:gd name="T42" fmla="*/ 7 w 16"/>
                <a:gd name="T43" fmla="*/ 9 h 15"/>
                <a:gd name="T44" fmla="*/ 9 w 16"/>
                <a:gd name="T45" fmla="*/ 9 h 15"/>
                <a:gd name="T46" fmla="*/ 9 w 16"/>
                <a:gd name="T47" fmla="*/ 8 h 15"/>
                <a:gd name="T48" fmla="*/ 8 w 16"/>
                <a:gd name="T49" fmla="*/ 6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15">
                  <a:moveTo>
                    <a:pt x="13" y="14"/>
                  </a:moveTo>
                  <a:cubicBezTo>
                    <a:pt x="13" y="14"/>
                    <a:pt x="12" y="14"/>
                    <a:pt x="12" y="14"/>
                  </a:cubicBezTo>
                  <a:cubicBezTo>
                    <a:pt x="11" y="14"/>
                    <a:pt x="11" y="14"/>
                    <a:pt x="11" y="14"/>
                  </a:cubicBezTo>
                  <a:cubicBezTo>
                    <a:pt x="10" y="12"/>
                    <a:pt x="11" y="12"/>
                    <a:pt x="9" y="12"/>
                  </a:cubicBezTo>
                  <a:cubicBezTo>
                    <a:pt x="8" y="12"/>
                    <a:pt x="7" y="12"/>
                    <a:pt x="6" y="12"/>
                  </a:cubicBezTo>
                  <a:cubicBezTo>
                    <a:pt x="6" y="12"/>
                    <a:pt x="5" y="12"/>
                    <a:pt x="5" y="13"/>
                  </a:cubicBezTo>
                  <a:cubicBezTo>
                    <a:pt x="5" y="15"/>
                    <a:pt x="5" y="14"/>
                    <a:pt x="3" y="14"/>
                  </a:cubicBezTo>
                  <a:cubicBezTo>
                    <a:pt x="2" y="14"/>
                    <a:pt x="2" y="14"/>
                    <a:pt x="1" y="14"/>
                  </a:cubicBezTo>
                  <a:cubicBezTo>
                    <a:pt x="0" y="14"/>
                    <a:pt x="0" y="14"/>
                    <a:pt x="0" y="13"/>
                  </a:cubicBezTo>
                  <a:cubicBezTo>
                    <a:pt x="2" y="10"/>
                    <a:pt x="3" y="6"/>
                    <a:pt x="4" y="3"/>
                  </a:cubicBezTo>
                  <a:cubicBezTo>
                    <a:pt x="5" y="2"/>
                    <a:pt x="5" y="1"/>
                    <a:pt x="5" y="1"/>
                  </a:cubicBezTo>
                  <a:cubicBezTo>
                    <a:pt x="5" y="1"/>
                    <a:pt x="6" y="0"/>
                    <a:pt x="6" y="0"/>
                  </a:cubicBezTo>
                  <a:cubicBezTo>
                    <a:pt x="7" y="0"/>
                    <a:pt x="8" y="0"/>
                    <a:pt x="10" y="0"/>
                  </a:cubicBezTo>
                  <a:cubicBezTo>
                    <a:pt x="10" y="0"/>
                    <a:pt x="11" y="1"/>
                    <a:pt x="11" y="1"/>
                  </a:cubicBezTo>
                  <a:cubicBezTo>
                    <a:pt x="12" y="4"/>
                    <a:pt x="13" y="7"/>
                    <a:pt x="14" y="10"/>
                  </a:cubicBezTo>
                  <a:cubicBezTo>
                    <a:pt x="15" y="11"/>
                    <a:pt x="15" y="12"/>
                    <a:pt x="16" y="13"/>
                  </a:cubicBezTo>
                  <a:cubicBezTo>
                    <a:pt x="16" y="14"/>
                    <a:pt x="16" y="14"/>
                    <a:pt x="15" y="14"/>
                  </a:cubicBezTo>
                  <a:cubicBezTo>
                    <a:pt x="15" y="14"/>
                    <a:pt x="14" y="14"/>
                    <a:pt x="13" y="14"/>
                  </a:cubicBezTo>
                  <a:close/>
                  <a:moveTo>
                    <a:pt x="8" y="6"/>
                  </a:moveTo>
                  <a:cubicBezTo>
                    <a:pt x="8" y="6"/>
                    <a:pt x="8" y="6"/>
                    <a:pt x="8" y="6"/>
                  </a:cubicBezTo>
                  <a:cubicBezTo>
                    <a:pt x="7" y="7"/>
                    <a:pt x="7" y="8"/>
                    <a:pt x="7" y="8"/>
                  </a:cubicBezTo>
                  <a:cubicBezTo>
                    <a:pt x="7" y="8"/>
                    <a:pt x="7" y="9"/>
                    <a:pt x="7" y="9"/>
                  </a:cubicBezTo>
                  <a:cubicBezTo>
                    <a:pt x="8" y="9"/>
                    <a:pt x="8" y="9"/>
                    <a:pt x="9" y="9"/>
                  </a:cubicBezTo>
                  <a:cubicBezTo>
                    <a:pt x="9" y="9"/>
                    <a:pt x="9" y="8"/>
                    <a:pt x="9" y="8"/>
                  </a:cubicBezTo>
                  <a:cubicBezTo>
                    <a:pt x="9" y="8"/>
                    <a:pt x="8" y="7"/>
                    <a:pt x="8"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1" name="Freeform 1027">
              <a:extLst>
                <a:ext uri="{FF2B5EF4-FFF2-40B4-BE49-F238E27FC236}">
                  <a16:creationId xmlns="" xmlns:a16="http://schemas.microsoft.com/office/drawing/2014/main" id="{8DAF60ED-3747-4F38-AD67-CD3F4F9152BB}"/>
                </a:ext>
              </a:extLst>
            </p:cNvPr>
            <p:cNvSpPr>
              <a:spLocks/>
            </p:cNvSpPr>
            <p:nvPr/>
          </p:nvSpPr>
          <p:spPr bwMode="auto">
            <a:xfrm>
              <a:off x="11295279" y="479725"/>
              <a:ext cx="10204" cy="8862"/>
            </a:xfrm>
            <a:custGeom>
              <a:avLst/>
              <a:gdLst>
                <a:gd name="T0" fmla="*/ 8 w 16"/>
                <a:gd name="T1" fmla="*/ 0 h 14"/>
                <a:gd name="T2" fmla="*/ 15 w 16"/>
                <a:gd name="T3" fmla="*/ 0 h 14"/>
                <a:gd name="T4" fmla="*/ 16 w 16"/>
                <a:gd name="T5" fmla="*/ 1 h 14"/>
                <a:gd name="T6" fmla="*/ 16 w 16"/>
                <a:gd name="T7" fmla="*/ 4 h 14"/>
                <a:gd name="T8" fmla="*/ 15 w 16"/>
                <a:gd name="T9" fmla="*/ 5 h 14"/>
                <a:gd name="T10" fmla="*/ 12 w 16"/>
                <a:gd name="T11" fmla="*/ 5 h 14"/>
                <a:gd name="T12" fmla="*/ 11 w 16"/>
                <a:gd name="T13" fmla="*/ 6 h 14"/>
                <a:gd name="T14" fmla="*/ 11 w 16"/>
                <a:gd name="T15" fmla="*/ 13 h 14"/>
                <a:gd name="T16" fmla="*/ 10 w 16"/>
                <a:gd name="T17" fmla="*/ 14 h 14"/>
                <a:gd name="T18" fmla="*/ 7 w 16"/>
                <a:gd name="T19" fmla="*/ 14 h 14"/>
                <a:gd name="T20" fmla="*/ 6 w 16"/>
                <a:gd name="T21" fmla="*/ 13 h 14"/>
                <a:gd name="T22" fmla="*/ 6 w 16"/>
                <a:gd name="T23" fmla="*/ 6 h 14"/>
                <a:gd name="T24" fmla="*/ 5 w 16"/>
                <a:gd name="T25" fmla="*/ 5 h 14"/>
                <a:gd name="T26" fmla="*/ 1 w 16"/>
                <a:gd name="T27" fmla="*/ 5 h 14"/>
                <a:gd name="T28" fmla="*/ 0 w 16"/>
                <a:gd name="T29" fmla="*/ 4 h 14"/>
                <a:gd name="T30" fmla="*/ 0 w 16"/>
                <a:gd name="T31" fmla="*/ 1 h 14"/>
                <a:gd name="T32" fmla="*/ 1 w 16"/>
                <a:gd name="T33" fmla="*/ 0 h 14"/>
                <a:gd name="T34" fmla="*/ 8 w 16"/>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14">
                  <a:moveTo>
                    <a:pt x="8" y="0"/>
                  </a:moveTo>
                  <a:cubicBezTo>
                    <a:pt x="10" y="0"/>
                    <a:pt x="13" y="0"/>
                    <a:pt x="15" y="0"/>
                  </a:cubicBezTo>
                  <a:cubicBezTo>
                    <a:pt x="16" y="0"/>
                    <a:pt x="16" y="0"/>
                    <a:pt x="16" y="1"/>
                  </a:cubicBezTo>
                  <a:cubicBezTo>
                    <a:pt x="16" y="2"/>
                    <a:pt x="16" y="3"/>
                    <a:pt x="16" y="4"/>
                  </a:cubicBezTo>
                  <a:cubicBezTo>
                    <a:pt x="16" y="5"/>
                    <a:pt x="16" y="5"/>
                    <a:pt x="15" y="5"/>
                  </a:cubicBezTo>
                  <a:cubicBezTo>
                    <a:pt x="14" y="5"/>
                    <a:pt x="13" y="5"/>
                    <a:pt x="12" y="5"/>
                  </a:cubicBezTo>
                  <a:cubicBezTo>
                    <a:pt x="11" y="5"/>
                    <a:pt x="11" y="5"/>
                    <a:pt x="11" y="6"/>
                  </a:cubicBezTo>
                  <a:cubicBezTo>
                    <a:pt x="11" y="8"/>
                    <a:pt x="11" y="11"/>
                    <a:pt x="11" y="13"/>
                  </a:cubicBezTo>
                  <a:cubicBezTo>
                    <a:pt x="11" y="14"/>
                    <a:pt x="11" y="14"/>
                    <a:pt x="10" y="14"/>
                  </a:cubicBezTo>
                  <a:cubicBezTo>
                    <a:pt x="9" y="14"/>
                    <a:pt x="8" y="14"/>
                    <a:pt x="7" y="14"/>
                  </a:cubicBezTo>
                  <a:cubicBezTo>
                    <a:pt x="6" y="14"/>
                    <a:pt x="6" y="14"/>
                    <a:pt x="6" y="13"/>
                  </a:cubicBezTo>
                  <a:cubicBezTo>
                    <a:pt x="6" y="11"/>
                    <a:pt x="6" y="8"/>
                    <a:pt x="6" y="6"/>
                  </a:cubicBezTo>
                  <a:cubicBezTo>
                    <a:pt x="6" y="5"/>
                    <a:pt x="6" y="5"/>
                    <a:pt x="5" y="5"/>
                  </a:cubicBezTo>
                  <a:cubicBezTo>
                    <a:pt x="4" y="5"/>
                    <a:pt x="2" y="5"/>
                    <a:pt x="1" y="5"/>
                  </a:cubicBezTo>
                  <a:cubicBezTo>
                    <a:pt x="1" y="5"/>
                    <a:pt x="0" y="4"/>
                    <a:pt x="0" y="4"/>
                  </a:cubicBezTo>
                  <a:cubicBezTo>
                    <a:pt x="1" y="3"/>
                    <a:pt x="1" y="2"/>
                    <a:pt x="0" y="1"/>
                  </a:cubicBezTo>
                  <a:cubicBezTo>
                    <a:pt x="0" y="0"/>
                    <a:pt x="1" y="0"/>
                    <a:pt x="1" y="0"/>
                  </a:cubicBezTo>
                  <a:cubicBezTo>
                    <a:pt x="4" y="0"/>
                    <a:pt x="6" y="0"/>
                    <a:pt x="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2" name="Freeform 1028">
              <a:extLst>
                <a:ext uri="{FF2B5EF4-FFF2-40B4-BE49-F238E27FC236}">
                  <a16:creationId xmlns="" xmlns:a16="http://schemas.microsoft.com/office/drawing/2014/main" id="{15F400B8-8B80-44D6-A65B-DC500213EBBF}"/>
                </a:ext>
              </a:extLst>
            </p:cNvPr>
            <p:cNvSpPr>
              <a:spLocks/>
            </p:cNvSpPr>
            <p:nvPr/>
          </p:nvSpPr>
          <p:spPr bwMode="auto">
            <a:xfrm>
              <a:off x="11315151" y="468178"/>
              <a:ext cx="11278" cy="6445"/>
            </a:xfrm>
            <a:custGeom>
              <a:avLst/>
              <a:gdLst>
                <a:gd name="T0" fmla="*/ 9 w 18"/>
                <a:gd name="T1" fmla="*/ 9 h 10"/>
                <a:gd name="T2" fmla="*/ 1 w 18"/>
                <a:gd name="T3" fmla="*/ 9 h 10"/>
                <a:gd name="T4" fmla="*/ 0 w 18"/>
                <a:gd name="T5" fmla="*/ 8 h 10"/>
                <a:gd name="T6" fmla="*/ 0 w 18"/>
                <a:gd name="T7" fmla="*/ 1 h 10"/>
                <a:gd name="T8" fmla="*/ 1 w 18"/>
                <a:gd name="T9" fmla="*/ 0 h 10"/>
                <a:gd name="T10" fmla="*/ 18 w 18"/>
                <a:gd name="T11" fmla="*/ 6 h 10"/>
                <a:gd name="T12" fmla="*/ 18 w 18"/>
                <a:gd name="T13" fmla="*/ 7 h 10"/>
                <a:gd name="T14" fmla="*/ 15 w 18"/>
                <a:gd name="T15" fmla="*/ 9 h 10"/>
                <a:gd name="T16" fmla="*/ 9 w 18"/>
                <a:gd name="T1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0">
                  <a:moveTo>
                    <a:pt x="9" y="9"/>
                  </a:moveTo>
                  <a:cubicBezTo>
                    <a:pt x="6" y="9"/>
                    <a:pt x="4" y="9"/>
                    <a:pt x="1" y="9"/>
                  </a:cubicBezTo>
                  <a:cubicBezTo>
                    <a:pt x="0" y="9"/>
                    <a:pt x="0" y="9"/>
                    <a:pt x="0" y="8"/>
                  </a:cubicBezTo>
                  <a:cubicBezTo>
                    <a:pt x="0" y="6"/>
                    <a:pt x="0" y="3"/>
                    <a:pt x="0" y="1"/>
                  </a:cubicBezTo>
                  <a:cubicBezTo>
                    <a:pt x="0" y="0"/>
                    <a:pt x="0" y="0"/>
                    <a:pt x="1" y="0"/>
                  </a:cubicBezTo>
                  <a:cubicBezTo>
                    <a:pt x="7" y="2"/>
                    <a:pt x="12" y="4"/>
                    <a:pt x="18" y="6"/>
                  </a:cubicBezTo>
                  <a:cubicBezTo>
                    <a:pt x="18" y="6"/>
                    <a:pt x="18" y="6"/>
                    <a:pt x="18" y="7"/>
                  </a:cubicBezTo>
                  <a:cubicBezTo>
                    <a:pt x="17" y="10"/>
                    <a:pt x="18" y="9"/>
                    <a:pt x="15" y="9"/>
                  </a:cubicBezTo>
                  <a:cubicBezTo>
                    <a:pt x="13" y="9"/>
                    <a:pt x="11" y="9"/>
                    <a:pt x="9"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3" name="Freeform 1029">
              <a:extLst>
                <a:ext uri="{FF2B5EF4-FFF2-40B4-BE49-F238E27FC236}">
                  <a16:creationId xmlns="" xmlns:a16="http://schemas.microsoft.com/office/drawing/2014/main" id="{BE0C9A0E-34F1-46C8-B5F4-24DD1BE314B6}"/>
                </a:ext>
              </a:extLst>
            </p:cNvPr>
            <p:cNvSpPr>
              <a:spLocks/>
            </p:cNvSpPr>
            <p:nvPr/>
          </p:nvSpPr>
          <p:spPr bwMode="auto">
            <a:xfrm>
              <a:off x="11299039" y="468984"/>
              <a:ext cx="12084" cy="5102"/>
            </a:xfrm>
            <a:custGeom>
              <a:avLst/>
              <a:gdLst>
                <a:gd name="T0" fmla="*/ 9 w 19"/>
                <a:gd name="T1" fmla="*/ 8 h 8"/>
                <a:gd name="T2" fmla="*/ 1 w 19"/>
                <a:gd name="T3" fmla="*/ 8 h 8"/>
                <a:gd name="T4" fmla="*/ 0 w 19"/>
                <a:gd name="T5" fmla="*/ 8 h 8"/>
                <a:gd name="T6" fmla="*/ 1 w 19"/>
                <a:gd name="T7" fmla="*/ 6 h 8"/>
                <a:gd name="T8" fmla="*/ 5 w 19"/>
                <a:gd name="T9" fmla="*/ 1 h 8"/>
                <a:gd name="T10" fmla="*/ 6 w 19"/>
                <a:gd name="T11" fmla="*/ 0 h 8"/>
                <a:gd name="T12" fmla="*/ 12 w 19"/>
                <a:gd name="T13" fmla="*/ 0 h 8"/>
                <a:gd name="T14" fmla="*/ 13 w 19"/>
                <a:gd name="T15" fmla="*/ 1 h 8"/>
                <a:gd name="T16" fmla="*/ 18 w 19"/>
                <a:gd name="T17" fmla="*/ 6 h 8"/>
                <a:gd name="T18" fmla="*/ 19 w 19"/>
                <a:gd name="T19" fmla="*/ 8 h 8"/>
                <a:gd name="T20" fmla="*/ 18 w 19"/>
                <a:gd name="T21" fmla="*/ 8 h 8"/>
                <a:gd name="T22" fmla="*/ 9 w 19"/>
                <a:gd name="T23"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8">
                  <a:moveTo>
                    <a:pt x="9" y="8"/>
                  </a:moveTo>
                  <a:cubicBezTo>
                    <a:pt x="6" y="8"/>
                    <a:pt x="4" y="8"/>
                    <a:pt x="1" y="8"/>
                  </a:cubicBezTo>
                  <a:cubicBezTo>
                    <a:pt x="0" y="8"/>
                    <a:pt x="0" y="8"/>
                    <a:pt x="0" y="8"/>
                  </a:cubicBezTo>
                  <a:cubicBezTo>
                    <a:pt x="0" y="7"/>
                    <a:pt x="0" y="6"/>
                    <a:pt x="1" y="6"/>
                  </a:cubicBezTo>
                  <a:cubicBezTo>
                    <a:pt x="3" y="5"/>
                    <a:pt x="4" y="3"/>
                    <a:pt x="5" y="1"/>
                  </a:cubicBezTo>
                  <a:cubicBezTo>
                    <a:pt x="6" y="1"/>
                    <a:pt x="6" y="0"/>
                    <a:pt x="6" y="0"/>
                  </a:cubicBezTo>
                  <a:cubicBezTo>
                    <a:pt x="8" y="0"/>
                    <a:pt x="10" y="0"/>
                    <a:pt x="12" y="0"/>
                  </a:cubicBezTo>
                  <a:cubicBezTo>
                    <a:pt x="13" y="0"/>
                    <a:pt x="13" y="1"/>
                    <a:pt x="13" y="1"/>
                  </a:cubicBezTo>
                  <a:cubicBezTo>
                    <a:pt x="14" y="3"/>
                    <a:pt x="16" y="5"/>
                    <a:pt x="18" y="6"/>
                  </a:cubicBezTo>
                  <a:cubicBezTo>
                    <a:pt x="19" y="6"/>
                    <a:pt x="19" y="7"/>
                    <a:pt x="19" y="8"/>
                  </a:cubicBezTo>
                  <a:cubicBezTo>
                    <a:pt x="18" y="8"/>
                    <a:pt x="18" y="8"/>
                    <a:pt x="18" y="8"/>
                  </a:cubicBezTo>
                  <a:cubicBezTo>
                    <a:pt x="15" y="8"/>
                    <a:pt x="12" y="8"/>
                    <a:pt x="9"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4" name="Freeform 1030">
              <a:extLst>
                <a:ext uri="{FF2B5EF4-FFF2-40B4-BE49-F238E27FC236}">
                  <a16:creationId xmlns="" xmlns:a16="http://schemas.microsoft.com/office/drawing/2014/main" id="{8FCEEC66-BAEF-4437-8F7B-5F39B53DB179}"/>
                </a:ext>
              </a:extLst>
            </p:cNvPr>
            <p:cNvSpPr>
              <a:spLocks/>
            </p:cNvSpPr>
            <p:nvPr/>
          </p:nvSpPr>
          <p:spPr bwMode="auto">
            <a:xfrm>
              <a:off x="11301187" y="493689"/>
              <a:ext cx="7519" cy="2685"/>
            </a:xfrm>
            <a:custGeom>
              <a:avLst/>
              <a:gdLst>
                <a:gd name="T0" fmla="*/ 12 w 12"/>
                <a:gd name="T1" fmla="*/ 0 h 4"/>
                <a:gd name="T2" fmla="*/ 11 w 12"/>
                <a:gd name="T3" fmla="*/ 1 h 4"/>
                <a:gd name="T4" fmla="*/ 10 w 12"/>
                <a:gd name="T5" fmla="*/ 3 h 4"/>
                <a:gd name="T6" fmla="*/ 9 w 12"/>
                <a:gd name="T7" fmla="*/ 4 h 4"/>
                <a:gd name="T8" fmla="*/ 3 w 12"/>
                <a:gd name="T9" fmla="*/ 4 h 4"/>
                <a:gd name="T10" fmla="*/ 2 w 12"/>
                <a:gd name="T11" fmla="*/ 4 h 4"/>
                <a:gd name="T12" fmla="*/ 0 w 12"/>
                <a:gd name="T13" fmla="*/ 0 h 4"/>
                <a:gd name="T14" fmla="*/ 0 w 12"/>
                <a:gd name="T15" fmla="*/ 0 h 4"/>
                <a:gd name="T16" fmla="*/ 12 w 1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
                  <a:moveTo>
                    <a:pt x="12" y="0"/>
                  </a:moveTo>
                  <a:cubicBezTo>
                    <a:pt x="12" y="1"/>
                    <a:pt x="11" y="1"/>
                    <a:pt x="11" y="1"/>
                  </a:cubicBezTo>
                  <a:cubicBezTo>
                    <a:pt x="11" y="2"/>
                    <a:pt x="10" y="3"/>
                    <a:pt x="10" y="3"/>
                  </a:cubicBezTo>
                  <a:cubicBezTo>
                    <a:pt x="10" y="4"/>
                    <a:pt x="10" y="4"/>
                    <a:pt x="9" y="4"/>
                  </a:cubicBezTo>
                  <a:cubicBezTo>
                    <a:pt x="7" y="4"/>
                    <a:pt x="5" y="4"/>
                    <a:pt x="3" y="4"/>
                  </a:cubicBezTo>
                  <a:cubicBezTo>
                    <a:pt x="3" y="4"/>
                    <a:pt x="3" y="4"/>
                    <a:pt x="2" y="4"/>
                  </a:cubicBezTo>
                  <a:cubicBezTo>
                    <a:pt x="2" y="3"/>
                    <a:pt x="1" y="1"/>
                    <a:pt x="0" y="0"/>
                  </a:cubicBezTo>
                  <a:cubicBezTo>
                    <a:pt x="0" y="0"/>
                    <a:pt x="0" y="0"/>
                    <a:pt x="0" y="0"/>
                  </a:cubicBezTo>
                  <a:cubicBezTo>
                    <a:pt x="4" y="0"/>
                    <a:pt x="8" y="0"/>
                    <a:pt x="1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5" name="Freeform 1031">
              <a:extLst>
                <a:ext uri="{FF2B5EF4-FFF2-40B4-BE49-F238E27FC236}">
                  <a16:creationId xmlns="" xmlns:a16="http://schemas.microsoft.com/office/drawing/2014/main" id="{952051A4-8AE1-4E20-A9D1-17B3261943B2}"/>
                </a:ext>
              </a:extLst>
            </p:cNvPr>
            <p:cNvSpPr>
              <a:spLocks/>
            </p:cNvSpPr>
            <p:nvPr/>
          </p:nvSpPr>
          <p:spPr bwMode="auto">
            <a:xfrm>
              <a:off x="11474122" y="406683"/>
              <a:ext cx="9399" cy="9399"/>
            </a:xfrm>
            <a:custGeom>
              <a:avLst/>
              <a:gdLst>
                <a:gd name="T0" fmla="*/ 9 w 15"/>
                <a:gd name="T1" fmla="*/ 15 h 15"/>
                <a:gd name="T2" fmla="*/ 6 w 15"/>
                <a:gd name="T3" fmla="*/ 13 h 15"/>
                <a:gd name="T4" fmla="*/ 0 w 15"/>
                <a:gd name="T5" fmla="*/ 12 h 15"/>
                <a:gd name="T6" fmla="*/ 0 w 15"/>
                <a:gd name="T7" fmla="*/ 11 h 15"/>
                <a:gd name="T8" fmla="*/ 1 w 15"/>
                <a:gd name="T9" fmla="*/ 11 h 15"/>
                <a:gd name="T10" fmla="*/ 6 w 15"/>
                <a:gd name="T11" fmla="*/ 11 h 15"/>
                <a:gd name="T12" fmla="*/ 9 w 15"/>
                <a:gd name="T13" fmla="*/ 9 h 15"/>
                <a:gd name="T14" fmla="*/ 9 w 15"/>
                <a:gd name="T15" fmla="*/ 1 h 15"/>
                <a:gd name="T16" fmla="*/ 10 w 15"/>
                <a:gd name="T17" fmla="*/ 0 h 15"/>
                <a:gd name="T18" fmla="*/ 14 w 15"/>
                <a:gd name="T19" fmla="*/ 0 h 15"/>
                <a:gd name="T20" fmla="*/ 15 w 15"/>
                <a:gd name="T21" fmla="*/ 1 h 15"/>
                <a:gd name="T22" fmla="*/ 10 w 15"/>
                <a:gd name="T23" fmla="*/ 14 h 15"/>
                <a:gd name="T24" fmla="*/ 10 w 15"/>
                <a:gd name="T25" fmla="*/ 15 h 15"/>
                <a:gd name="T26" fmla="*/ 9 w 15"/>
                <a:gd name="T2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5">
                  <a:moveTo>
                    <a:pt x="9" y="15"/>
                  </a:moveTo>
                  <a:cubicBezTo>
                    <a:pt x="8" y="14"/>
                    <a:pt x="7" y="14"/>
                    <a:pt x="6" y="13"/>
                  </a:cubicBezTo>
                  <a:cubicBezTo>
                    <a:pt x="4" y="13"/>
                    <a:pt x="2" y="12"/>
                    <a:pt x="0" y="12"/>
                  </a:cubicBezTo>
                  <a:cubicBezTo>
                    <a:pt x="0" y="12"/>
                    <a:pt x="0" y="11"/>
                    <a:pt x="0" y="11"/>
                  </a:cubicBezTo>
                  <a:cubicBezTo>
                    <a:pt x="0" y="11"/>
                    <a:pt x="0" y="11"/>
                    <a:pt x="1" y="11"/>
                  </a:cubicBezTo>
                  <a:cubicBezTo>
                    <a:pt x="2" y="11"/>
                    <a:pt x="4" y="11"/>
                    <a:pt x="6" y="11"/>
                  </a:cubicBezTo>
                  <a:cubicBezTo>
                    <a:pt x="8" y="11"/>
                    <a:pt x="9" y="10"/>
                    <a:pt x="9" y="9"/>
                  </a:cubicBezTo>
                  <a:cubicBezTo>
                    <a:pt x="9" y="6"/>
                    <a:pt x="9" y="3"/>
                    <a:pt x="9" y="1"/>
                  </a:cubicBezTo>
                  <a:cubicBezTo>
                    <a:pt x="9" y="0"/>
                    <a:pt x="9" y="0"/>
                    <a:pt x="10" y="0"/>
                  </a:cubicBezTo>
                  <a:cubicBezTo>
                    <a:pt x="11" y="0"/>
                    <a:pt x="13" y="0"/>
                    <a:pt x="14" y="0"/>
                  </a:cubicBezTo>
                  <a:cubicBezTo>
                    <a:pt x="15" y="0"/>
                    <a:pt x="15" y="0"/>
                    <a:pt x="15" y="1"/>
                  </a:cubicBezTo>
                  <a:cubicBezTo>
                    <a:pt x="13" y="5"/>
                    <a:pt x="11" y="10"/>
                    <a:pt x="10" y="14"/>
                  </a:cubicBezTo>
                  <a:cubicBezTo>
                    <a:pt x="10" y="15"/>
                    <a:pt x="10" y="15"/>
                    <a:pt x="10" y="15"/>
                  </a:cubicBezTo>
                  <a:cubicBezTo>
                    <a:pt x="9" y="15"/>
                    <a:pt x="9" y="15"/>
                    <a:pt x="9"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186" name="Freeform 1032">
              <a:extLst>
                <a:ext uri="{FF2B5EF4-FFF2-40B4-BE49-F238E27FC236}">
                  <a16:creationId xmlns="" xmlns:a16="http://schemas.microsoft.com/office/drawing/2014/main" id="{F941D4AC-B870-433F-A040-819167DCAC0C}"/>
                </a:ext>
              </a:extLst>
            </p:cNvPr>
            <p:cNvSpPr>
              <a:spLocks/>
            </p:cNvSpPr>
            <p:nvPr/>
          </p:nvSpPr>
          <p:spPr bwMode="auto">
            <a:xfrm>
              <a:off x="11447806" y="369625"/>
              <a:ext cx="43234" cy="13427"/>
            </a:xfrm>
            <a:custGeom>
              <a:avLst/>
              <a:gdLst>
                <a:gd name="T0" fmla="*/ 68 w 68"/>
                <a:gd name="T1" fmla="*/ 13 h 21"/>
                <a:gd name="T2" fmla="*/ 50 w 68"/>
                <a:gd name="T3" fmla="*/ 12 h 21"/>
                <a:gd name="T4" fmla="*/ 50 w 68"/>
                <a:gd name="T5" fmla="*/ 12 h 21"/>
                <a:gd name="T6" fmla="*/ 51 w 68"/>
                <a:gd name="T7" fmla="*/ 11 h 21"/>
                <a:gd name="T8" fmla="*/ 54 w 68"/>
                <a:gd name="T9" fmla="*/ 9 h 21"/>
                <a:gd name="T10" fmla="*/ 55 w 68"/>
                <a:gd name="T11" fmla="*/ 9 h 21"/>
                <a:gd name="T12" fmla="*/ 54 w 68"/>
                <a:gd name="T13" fmla="*/ 8 h 21"/>
                <a:gd name="T14" fmla="*/ 41 w 68"/>
                <a:gd name="T15" fmla="*/ 5 h 21"/>
                <a:gd name="T16" fmla="*/ 22 w 68"/>
                <a:gd name="T17" fmla="*/ 9 h 21"/>
                <a:gd name="T18" fmla="*/ 10 w 68"/>
                <a:gd name="T19" fmla="*/ 20 h 21"/>
                <a:gd name="T20" fmla="*/ 9 w 68"/>
                <a:gd name="T21" fmla="*/ 20 h 21"/>
                <a:gd name="T22" fmla="*/ 8 w 68"/>
                <a:gd name="T23" fmla="*/ 20 h 21"/>
                <a:gd name="T24" fmla="*/ 6 w 68"/>
                <a:gd name="T25" fmla="*/ 17 h 21"/>
                <a:gd name="T26" fmla="*/ 0 w 68"/>
                <a:gd name="T27" fmla="*/ 14 h 21"/>
                <a:gd name="T28" fmla="*/ 0 w 68"/>
                <a:gd name="T29" fmla="*/ 14 h 21"/>
                <a:gd name="T30" fmla="*/ 0 w 68"/>
                <a:gd name="T31" fmla="*/ 13 h 21"/>
                <a:gd name="T32" fmla="*/ 15 w 68"/>
                <a:gd name="T33" fmla="*/ 3 h 21"/>
                <a:gd name="T34" fmla="*/ 37 w 68"/>
                <a:gd name="T35" fmla="*/ 0 h 21"/>
                <a:gd name="T36" fmla="*/ 54 w 68"/>
                <a:gd name="T37" fmla="*/ 4 h 21"/>
                <a:gd name="T38" fmla="*/ 57 w 68"/>
                <a:gd name="T39" fmla="*/ 5 h 21"/>
                <a:gd name="T40" fmla="*/ 57 w 68"/>
                <a:gd name="T41" fmla="*/ 5 h 21"/>
                <a:gd name="T42" fmla="*/ 58 w 68"/>
                <a:gd name="T43" fmla="*/ 5 h 21"/>
                <a:gd name="T44" fmla="*/ 57 w 68"/>
                <a:gd name="T45" fmla="*/ 0 h 21"/>
                <a:gd name="T46" fmla="*/ 57 w 68"/>
                <a:gd name="T47" fmla="*/ 0 h 21"/>
                <a:gd name="T48" fmla="*/ 57 w 68"/>
                <a:gd name="T49" fmla="*/ 0 h 21"/>
                <a:gd name="T50" fmla="*/ 68 w 68"/>
                <a:gd name="T51" fmla="*/ 13 h 21"/>
                <a:gd name="T52" fmla="*/ 68 w 68"/>
                <a:gd name="T53"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21">
                  <a:moveTo>
                    <a:pt x="68" y="13"/>
                  </a:moveTo>
                  <a:cubicBezTo>
                    <a:pt x="62" y="13"/>
                    <a:pt x="56" y="12"/>
                    <a:pt x="50" y="12"/>
                  </a:cubicBezTo>
                  <a:cubicBezTo>
                    <a:pt x="50" y="12"/>
                    <a:pt x="50" y="12"/>
                    <a:pt x="50" y="12"/>
                  </a:cubicBezTo>
                  <a:cubicBezTo>
                    <a:pt x="50" y="12"/>
                    <a:pt x="51" y="12"/>
                    <a:pt x="51" y="11"/>
                  </a:cubicBezTo>
                  <a:cubicBezTo>
                    <a:pt x="52" y="11"/>
                    <a:pt x="53" y="10"/>
                    <a:pt x="54" y="9"/>
                  </a:cubicBezTo>
                  <a:cubicBezTo>
                    <a:pt x="54" y="9"/>
                    <a:pt x="55" y="9"/>
                    <a:pt x="55" y="9"/>
                  </a:cubicBezTo>
                  <a:cubicBezTo>
                    <a:pt x="55" y="8"/>
                    <a:pt x="54" y="8"/>
                    <a:pt x="54" y="8"/>
                  </a:cubicBezTo>
                  <a:cubicBezTo>
                    <a:pt x="50" y="6"/>
                    <a:pt x="46" y="5"/>
                    <a:pt x="41" y="5"/>
                  </a:cubicBezTo>
                  <a:cubicBezTo>
                    <a:pt x="35" y="5"/>
                    <a:pt x="28" y="6"/>
                    <a:pt x="22" y="9"/>
                  </a:cubicBezTo>
                  <a:cubicBezTo>
                    <a:pt x="17" y="12"/>
                    <a:pt x="13" y="15"/>
                    <a:pt x="10" y="20"/>
                  </a:cubicBezTo>
                  <a:cubicBezTo>
                    <a:pt x="10" y="20"/>
                    <a:pt x="9" y="20"/>
                    <a:pt x="9" y="20"/>
                  </a:cubicBezTo>
                  <a:cubicBezTo>
                    <a:pt x="9" y="21"/>
                    <a:pt x="9" y="21"/>
                    <a:pt x="8" y="20"/>
                  </a:cubicBezTo>
                  <a:cubicBezTo>
                    <a:pt x="8" y="19"/>
                    <a:pt x="7" y="18"/>
                    <a:pt x="6" y="17"/>
                  </a:cubicBezTo>
                  <a:cubicBezTo>
                    <a:pt x="5" y="15"/>
                    <a:pt x="3" y="14"/>
                    <a:pt x="0" y="14"/>
                  </a:cubicBezTo>
                  <a:cubicBezTo>
                    <a:pt x="0" y="14"/>
                    <a:pt x="0" y="14"/>
                    <a:pt x="0" y="14"/>
                  </a:cubicBezTo>
                  <a:cubicBezTo>
                    <a:pt x="0" y="14"/>
                    <a:pt x="0" y="13"/>
                    <a:pt x="0" y="13"/>
                  </a:cubicBezTo>
                  <a:cubicBezTo>
                    <a:pt x="4" y="9"/>
                    <a:pt x="9" y="5"/>
                    <a:pt x="15" y="3"/>
                  </a:cubicBezTo>
                  <a:cubicBezTo>
                    <a:pt x="22" y="1"/>
                    <a:pt x="29" y="0"/>
                    <a:pt x="37" y="0"/>
                  </a:cubicBezTo>
                  <a:cubicBezTo>
                    <a:pt x="43" y="0"/>
                    <a:pt x="49" y="2"/>
                    <a:pt x="54" y="4"/>
                  </a:cubicBezTo>
                  <a:cubicBezTo>
                    <a:pt x="55" y="4"/>
                    <a:pt x="56" y="5"/>
                    <a:pt x="57" y="5"/>
                  </a:cubicBezTo>
                  <a:cubicBezTo>
                    <a:pt x="57" y="5"/>
                    <a:pt x="57" y="5"/>
                    <a:pt x="57" y="5"/>
                  </a:cubicBezTo>
                  <a:cubicBezTo>
                    <a:pt x="57" y="5"/>
                    <a:pt x="58" y="5"/>
                    <a:pt x="58" y="5"/>
                  </a:cubicBezTo>
                  <a:cubicBezTo>
                    <a:pt x="57" y="3"/>
                    <a:pt x="57" y="2"/>
                    <a:pt x="57" y="0"/>
                  </a:cubicBezTo>
                  <a:cubicBezTo>
                    <a:pt x="57" y="0"/>
                    <a:pt x="57" y="0"/>
                    <a:pt x="57" y="0"/>
                  </a:cubicBezTo>
                  <a:cubicBezTo>
                    <a:pt x="57" y="0"/>
                    <a:pt x="57" y="0"/>
                    <a:pt x="57" y="0"/>
                  </a:cubicBezTo>
                  <a:cubicBezTo>
                    <a:pt x="60" y="4"/>
                    <a:pt x="64" y="9"/>
                    <a:pt x="68" y="13"/>
                  </a:cubicBezTo>
                  <a:cubicBezTo>
                    <a:pt x="68" y="13"/>
                    <a:pt x="68" y="13"/>
                    <a:pt x="68"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05" name="Freeform 1033">
              <a:extLst>
                <a:ext uri="{FF2B5EF4-FFF2-40B4-BE49-F238E27FC236}">
                  <a16:creationId xmlns="" xmlns:a16="http://schemas.microsoft.com/office/drawing/2014/main" id="{BEB7C177-B5AC-4E43-891E-207E1857A59C}"/>
                </a:ext>
              </a:extLst>
            </p:cNvPr>
            <p:cNvSpPr>
              <a:spLocks/>
            </p:cNvSpPr>
            <p:nvPr/>
          </p:nvSpPr>
          <p:spPr bwMode="auto">
            <a:xfrm>
              <a:off x="11458815" y="388154"/>
              <a:ext cx="31687" cy="2685"/>
            </a:xfrm>
            <a:custGeom>
              <a:avLst/>
              <a:gdLst>
                <a:gd name="T0" fmla="*/ 25 w 50"/>
                <a:gd name="T1" fmla="*/ 0 h 4"/>
                <a:gd name="T2" fmla="*/ 49 w 50"/>
                <a:gd name="T3" fmla="*/ 0 h 4"/>
                <a:gd name="T4" fmla="*/ 50 w 50"/>
                <a:gd name="T5" fmla="*/ 1 h 4"/>
                <a:gd name="T6" fmla="*/ 50 w 50"/>
                <a:gd name="T7" fmla="*/ 3 h 4"/>
                <a:gd name="T8" fmla="*/ 49 w 50"/>
                <a:gd name="T9" fmla="*/ 4 h 4"/>
                <a:gd name="T10" fmla="*/ 44 w 50"/>
                <a:gd name="T11" fmla="*/ 4 h 4"/>
                <a:gd name="T12" fmla="*/ 2 w 50"/>
                <a:gd name="T13" fmla="*/ 4 h 4"/>
                <a:gd name="T14" fmla="*/ 1 w 50"/>
                <a:gd name="T15" fmla="*/ 4 h 4"/>
                <a:gd name="T16" fmla="*/ 0 w 50"/>
                <a:gd name="T17" fmla="*/ 4 h 4"/>
                <a:gd name="T18" fmla="*/ 0 w 50"/>
                <a:gd name="T19" fmla="*/ 0 h 4"/>
                <a:gd name="T20" fmla="*/ 1 w 50"/>
                <a:gd name="T21" fmla="*/ 0 h 4"/>
                <a:gd name="T22" fmla="*/ 2 w 50"/>
                <a:gd name="T23" fmla="*/ 0 h 4"/>
                <a:gd name="T24" fmla="*/ 25 w 50"/>
                <a:gd name="T25"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4">
                  <a:moveTo>
                    <a:pt x="25" y="0"/>
                  </a:moveTo>
                  <a:cubicBezTo>
                    <a:pt x="33" y="0"/>
                    <a:pt x="41" y="0"/>
                    <a:pt x="49" y="0"/>
                  </a:cubicBezTo>
                  <a:cubicBezTo>
                    <a:pt x="50" y="0"/>
                    <a:pt x="50" y="0"/>
                    <a:pt x="50" y="1"/>
                  </a:cubicBezTo>
                  <a:cubicBezTo>
                    <a:pt x="50" y="2"/>
                    <a:pt x="50" y="3"/>
                    <a:pt x="50" y="3"/>
                  </a:cubicBezTo>
                  <a:cubicBezTo>
                    <a:pt x="50" y="4"/>
                    <a:pt x="50" y="4"/>
                    <a:pt x="49" y="4"/>
                  </a:cubicBezTo>
                  <a:cubicBezTo>
                    <a:pt x="47" y="4"/>
                    <a:pt x="46" y="4"/>
                    <a:pt x="44" y="4"/>
                  </a:cubicBezTo>
                  <a:cubicBezTo>
                    <a:pt x="30" y="4"/>
                    <a:pt x="16" y="4"/>
                    <a:pt x="2" y="4"/>
                  </a:cubicBezTo>
                  <a:cubicBezTo>
                    <a:pt x="1" y="4"/>
                    <a:pt x="1" y="4"/>
                    <a:pt x="1" y="4"/>
                  </a:cubicBezTo>
                  <a:cubicBezTo>
                    <a:pt x="0" y="4"/>
                    <a:pt x="0" y="4"/>
                    <a:pt x="0" y="4"/>
                  </a:cubicBezTo>
                  <a:cubicBezTo>
                    <a:pt x="0" y="3"/>
                    <a:pt x="0" y="1"/>
                    <a:pt x="0" y="0"/>
                  </a:cubicBezTo>
                  <a:cubicBezTo>
                    <a:pt x="0" y="0"/>
                    <a:pt x="0" y="0"/>
                    <a:pt x="1" y="0"/>
                  </a:cubicBezTo>
                  <a:cubicBezTo>
                    <a:pt x="1" y="0"/>
                    <a:pt x="2" y="0"/>
                    <a:pt x="2" y="0"/>
                  </a:cubicBezTo>
                  <a:cubicBezTo>
                    <a:pt x="10" y="0"/>
                    <a:pt x="18" y="0"/>
                    <a:pt x="25"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06" name="Freeform 1034">
              <a:extLst>
                <a:ext uri="{FF2B5EF4-FFF2-40B4-BE49-F238E27FC236}">
                  <a16:creationId xmlns="" xmlns:a16="http://schemas.microsoft.com/office/drawing/2014/main" id="{BEF424A6-AD1E-4295-8CD1-3E2294BD8C66}"/>
                </a:ext>
              </a:extLst>
            </p:cNvPr>
            <p:cNvSpPr>
              <a:spLocks/>
            </p:cNvSpPr>
            <p:nvPr/>
          </p:nvSpPr>
          <p:spPr bwMode="auto">
            <a:xfrm>
              <a:off x="11458815" y="402118"/>
              <a:ext cx="31687" cy="3222"/>
            </a:xfrm>
            <a:custGeom>
              <a:avLst/>
              <a:gdLst>
                <a:gd name="T0" fmla="*/ 25 w 50"/>
                <a:gd name="T1" fmla="*/ 0 h 5"/>
                <a:gd name="T2" fmla="*/ 49 w 50"/>
                <a:gd name="T3" fmla="*/ 0 h 5"/>
                <a:gd name="T4" fmla="*/ 50 w 50"/>
                <a:gd name="T5" fmla="*/ 2 h 5"/>
                <a:gd name="T6" fmla="*/ 50 w 50"/>
                <a:gd name="T7" fmla="*/ 4 h 5"/>
                <a:gd name="T8" fmla="*/ 50 w 50"/>
                <a:gd name="T9" fmla="*/ 5 h 5"/>
                <a:gd name="T10" fmla="*/ 49 w 50"/>
                <a:gd name="T11" fmla="*/ 5 h 5"/>
                <a:gd name="T12" fmla="*/ 2 w 50"/>
                <a:gd name="T13" fmla="*/ 5 h 5"/>
                <a:gd name="T14" fmla="*/ 1 w 50"/>
                <a:gd name="T15" fmla="*/ 5 h 5"/>
                <a:gd name="T16" fmla="*/ 0 w 50"/>
                <a:gd name="T17" fmla="*/ 4 h 5"/>
                <a:gd name="T18" fmla="*/ 0 w 50"/>
                <a:gd name="T19" fmla="*/ 1 h 5"/>
                <a:gd name="T20" fmla="*/ 1 w 50"/>
                <a:gd name="T21" fmla="*/ 0 h 5"/>
                <a:gd name="T22" fmla="*/ 2 w 50"/>
                <a:gd name="T23" fmla="*/ 0 h 5"/>
                <a:gd name="T24" fmla="*/ 25 w 50"/>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
                  <a:moveTo>
                    <a:pt x="25" y="0"/>
                  </a:moveTo>
                  <a:cubicBezTo>
                    <a:pt x="33" y="0"/>
                    <a:pt x="41" y="0"/>
                    <a:pt x="49" y="0"/>
                  </a:cubicBezTo>
                  <a:cubicBezTo>
                    <a:pt x="50" y="0"/>
                    <a:pt x="50" y="0"/>
                    <a:pt x="50" y="2"/>
                  </a:cubicBezTo>
                  <a:cubicBezTo>
                    <a:pt x="50" y="3"/>
                    <a:pt x="50" y="3"/>
                    <a:pt x="50" y="4"/>
                  </a:cubicBezTo>
                  <a:cubicBezTo>
                    <a:pt x="50" y="5"/>
                    <a:pt x="50" y="5"/>
                    <a:pt x="50" y="5"/>
                  </a:cubicBezTo>
                  <a:cubicBezTo>
                    <a:pt x="49" y="5"/>
                    <a:pt x="49" y="5"/>
                    <a:pt x="49" y="5"/>
                  </a:cubicBezTo>
                  <a:cubicBezTo>
                    <a:pt x="33" y="5"/>
                    <a:pt x="17" y="5"/>
                    <a:pt x="2" y="5"/>
                  </a:cubicBezTo>
                  <a:cubicBezTo>
                    <a:pt x="1" y="5"/>
                    <a:pt x="1" y="5"/>
                    <a:pt x="1" y="5"/>
                  </a:cubicBezTo>
                  <a:cubicBezTo>
                    <a:pt x="0" y="5"/>
                    <a:pt x="0" y="5"/>
                    <a:pt x="0" y="4"/>
                  </a:cubicBezTo>
                  <a:cubicBezTo>
                    <a:pt x="0" y="3"/>
                    <a:pt x="0" y="2"/>
                    <a:pt x="0" y="1"/>
                  </a:cubicBezTo>
                  <a:cubicBezTo>
                    <a:pt x="0" y="1"/>
                    <a:pt x="0" y="0"/>
                    <a:pt x="1" y="0"/>
                  </a:cubicBezTo>
                  <a:cubicBezTo>
                    <a:pt x="1" y="0"/>
                    <a:pt x="1" y="0"/>
                    <a:pt x="2" y="0"/>
                  </a:cubicBezTo>
                  <a:cubicBezTo>
                    <a:pt x="10" y="0"/>
                    <a:pt x="17" y="0"/>
                    <a:pt x="25"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07" name="Freeform 1035">
              <a:extLst>
                <a:ext uri="{FF2B5EF4-FFF2-40B4-BE49-F238E27FC236}">
                  <a16:creationId xmlns="" xmlns:a16="http://schemas.microsoft.com/office/drawing/2014/main" id="{81CB7CE7-45D7-4D79-B03C-8A5B0FAE1CFA}"/>
                </a:ext>
              </a:extLst>
            </p:cNvPr>
            <p:cNvSpPr>
              <a:spLocks/>
            </p:cNvSpPr>
            <p:nvPr/>
          </p:nvSpPr>
          <p:spPr bwMode="auto">
            <a:xfrm>
              <a:off x="11460695" y="377950"/>
              <a:ext cx="17723" cy="8862"/>
            </a:xfrm>
            <a:custGeom>
              <a:avLst/>
              <a:gdLst>
                <a:gd name="T0" fmla="*/ 14 w 28"/>
                <a:gd name="T1" fmla="*/ 0 h 14"/>
                <a:gd name="T2" fmla="*/ 27 w 28"/>
                <a:gd name="T3" fmla="*/ 0 h 14"/>
                <a:gd name="T4" fmla="*/ 28 w 28"/>
                <a:gd name="T5" fmla="*/ 2 h 14"/>
                <a:gd name="T6" fmla="*/ 28 w 28"/>
                <a:gd name="T7" fmla="*/ 13 h 14"/>
                <a:gd name="T8" fmla="*/ 27 w 28"/>
                <a:gd name="T9" fmla="*/ 14 h 14"/>
                <a:gd name="T10" fmla="*/ 25 w 28"/>
                <a:gd name="T11" fmla="*/ 12 h 14"/>
                <a:gd name="T12" fmla="*/ 24 w 28"/>
                <a:gd name="T13" fmla="*/ 10 h 14"/>
                <a:gd name="T14" fmla="*/ 19 w 28"/>
                <a:gd name="T15" fmla="*/ 5 h 14"/>
                <a:gd name="T16" fmla="*/ 18 w 28"/>
                <a:gd name="T17" fmla="*/ 4 h 14"/>
                <a:gd name="T18" fmla="*/ 10 w 28"/>
                <a:gd name="T19" fmla="*/ 4 h 14"/>
                <a:gd name="T20" fmla="*/ 9 w 28"/>
                <a:gd name="T21" fmla="*/ 5 h 14"/>
                <a:gd name="T22" fmla="*/ 4 w 28"/>
                <a:gd name="T23" fmla="*/ 10 h 14"/>
                <a:gd name="T24" fmla="*/ 3 w 28"/>
                <a:gd name="T25" fmla="*/ 11 h 14"/>
                <a:gd name="T26" fmla="*/ 3 w 28"/>
                <a:gd name="T27" fmla="*/ 13 h 14"/>
                <a:gd name="T28" fmla="*/ 2 w 28"/>
                <a:gd name="T29" fmla="*/ 14 h 14"/>
                <a:gd name="T30" fmla="*/ 2 w 28"/>
                <a:gd name="T31" fmla="*/ 14 h 14"/>
                <a:gd name="T32" fmla="*/ 0 w 28"/>
                <a:gd name="T33" fmla="*/ 12 h 14"/>
                <a:gd name="T34" fmla="*/ 0 w 28"/>
                <a:gd name="T35" fmla="*/ 2 h 14"/>
                <a:gd name="T36" fmla="*/ 1 w 28"/>
                <a:gd name="T37" fmla="*/ 0 h 14"/>
                <a:gd name="T38" fmla="*/ 14 w 28"/>
                <a:gd name="T39" fmla="*/ 0 h 14"/>
                <a:gd name="T40" fmla="*/ 14 w 28"/>
                <a:gd name="T4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4">
                  <a:moveTo>
                    <a:pt x="14" y="0"/>
                  </a:moveTo>
                  <a:cubicBezTo>
                    <a:pt x="18" y="0"/>
                    <a:pt x="23" y="0"/>
                    <a:pt x="27" y="0"/>
                  </a:cubicBezTo>
                  <a:cubicBezTo>
                    <a:pt x="28" y="0"/>
                    <a:pt x="28" y="1"/>
                    <a:pt x="28" y="2"/>
                  </a:cubicBezTo>
                  <a:cubicBezTo>
                    <a:pt x="28" y="5"/>
                    <a:pt x="28" y="9"/>
                    <a:pt x="28" y="13"/>
                  </a:cubicBezTo>
                  <a:cubicBezTo>
                    <a:pt x="28" y="14"/>
                    <a:pt x="28" y="14"/>
                    <a:pt x="27" y="14"/>
                  </a:cubicBezTo>
                  <a:cubicBezTo>
                    <a:pt x="25" y="14"/>
                    <a:pt x="25" y="14"/>
                    <a:pt x="25" y="12"/>
                  </a:cubicBezTo>
                  <a:cubicBezTo>
                    <a:pt x="25" y="10"/>
                    <a:pt x="25" y="11"/>
                    <a:pt x="24" y="10"/>
                  </a:cubicBezTo>
                  <a:cubicBezTo>
                    <a:pt x="21" y="9"/>
                    <a:pt x="20" y="8"/>
                    <a:pt x="19" y="5"/>
                  </a:cubicBezTo>
                  <a:cubicBezTo>
                    <a:pt x="19" y="4"/>
                    <a:pt x="19" y="4"/>
                    <a:pt x="18" y="4"/>
                  </a:cubicBezTo>
                  <a:cubicBezTo>
                    <a:pt x="15" y="4"/>
                    <a:pt x="12" y="4"/>
                    <a:pt x="10" y="4"/>
                  </a:cubicBezTo>
                  <a:cubicBezTo>
                    <a:pt x="9" y="4"/>
                    <a:pt x="9" y="4"/>
                    <a:pt x="9" y="5"/>
                  </a:cubicBezTo>
                  <a:cubicBezTo>
                    <a:pt x="8" y="8"/>
                    <a:pt x="6" y="9"/>
                    <a:pt x="4" y="10"/>
                  </a:cubicBezTo>
                  <a:cubicBezTo>
                    <a:pt x="3" y="10"/>
                    <a:pt x="3" y="11"/>
                    <a:pt x="3" y="11"/>
                  </a:cubicBezTo>
                  <a:cubicBezTo>
                    <a:pt x="3" y="12"/>
                    <a:pt x="3" y="13"/>
                    <a:pt x="3" y="13"/>
                  </a:cubicBezTo>
                  <a:cubicBezTo>
                    <a:pt x="3" y="14"/>
                    <a:pt x="2" y="14"/>
                    <a:pt x="2" y="14"/>
                  </a:cubicBezTo>
                  <a:cubicBezTo>
                    <a:pt x="2" y="14"/>
                    <a:pt x="2" y="14"/>
                    <a:pt x="2" y="14"/>
                  </a:cubicBezTo>
                  <a:cubicBezTo>
                    <a:pt x="0" y="14"/>
                    <a:pt x="0" y="14"/>
                    <a:pt x="0" y="12"/>
                  </a:cubicBezTo>
                  <a:cubicBezTo>
                    <a:pt x="0" y="9"/>
                    <a:pt x="0" y="5"/>
                    <a:pt x="0" y="2"/>
                  </a:cubicBezTo>
                  <a:cubicBezTo>
                    <a:pt x="0" y="0"/>
                    <a:pt x="0" y="0"/>
                    <a:pt x="1" y="0"/>
                  </a:cubicBezTo>
                  <a:cubicBezTo>
                    <a:pt x="6" y="0"/>
                    <a:pt x="10" y="0"/>
                    <a:pt x="14" y="0"/>
                  </a:cubicBezTo>
                  <a:cubicBezTo>
                    <a:pt x="14" y="0"/>
                    <a:pt x="14" y="0"/>
                    <a:pt x="1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08" name="Freeform 1036">
              <a:extLst>
                <a:ext uri="{FF2B5EF4-FFF2-40B4-BE49-F238E27FC236}">
                  <a16:creationId xmlns="" xmlns:a16="http://schemas.microsoft.com/office/drawing/2014/main" id="{CEA6317E-E6FA-4800-87A6-88240E23F7B5}"/>
                </a:ext>
              </a:extLst>
            </p:cNvPr>
            <p:cNvSpPr>
              <a:spLocks/>
            </p:cNvSpPr>
            <p:nvPr/>
          </p:nvSpPr>
          <p:spPr bwMode="auto">
            <a:xfrm>
              <a:off x="11460695" y="406683"/>
              <a:ext cx="17723" cy="5639"/>
            </a:xfrm>
            <a:custGeom>
              <a:avLst/>
              <a:gdLst>
                <a:gd name="T0" fmla="*/ 14 w 28"/>
                <a:gd name="T1" fmla="*/ 9 h 9"/>
                <a:gd name="T2" fmla="*/ 1 w 28"/>
                <a:gd name="T3" fmla="*/ 9 h 9"/>
                <a:gd name="T4" fmla="*/ 0 w 28"/>
                <a:gd name="T5" fmla="*/ 8 h 9"/>
                <a:gd name="T6" fmla="*/ 0 w 28"/>
                <a:gd name="T7" fmla="*/ 1 h 9"/>
                <a:gd name="T8" fmla="*/ 1 w 28"/>
                <a:gd name="T9" fmla="*/ 0 h 9"/>
                <a:gd name="T10" fmla="*/ 3 w 28"/>
                <a:gd name="T11" fmla="*/ 0 h 9"/>
                <a:gd name="T12" fmla="*/ 7 w 28"/>
                <a:gd name="T13" fmla="*/ 2 h 9"/>
                <a:gd name="T14" fmla="*/ 9 w 28"/>
                <a:gd name="T15" fmla="*/ 5 h 9"/>
                <a:gd name="T16" fmla="*/ 9 w 28"/>
                <a:gd name="T17" fmla="*/ 6 h 9"/>
                <a:gd name="T18" fmla="*/ 18 w 28"/>
                <a:gd name="T19" fmla="*/ 6 h 9"/>
                <a:gd name="T20" fmla="*/ 19 w 28"/>
                <a:gd name="T21" fmla="*/ 5 h 9"/>
                <a:gd name="T22" fmla="*/ 22 w 28"/>
                <a:gd name="T23" fmla="*/ 0 h 9"/>
                <a:gd name="T24" fmla="*/ 24 w 28"/>
                <a:gd name="T25" fmla="*/ 0 h 9"/>
                <a:gd name="T26" fmla="*/ 27 w 28"/>
                <a:gd name="T27" fmla="*/ 0 h 9"/>
                <a:gd name="T28" fmla="*/ 28 w 28"/>
                <a:gd name="T29" fmla="*/ 1 h 9"/>
                <a:gd name="T30" fmla="*/ 28 w 28"/>
                <a:gd name="T31" fmla="*/ 9 h 9"/>
                <a:gd name="T32" fmla="*/ 27 w 28"/>
                <a:gd name="T33" fmla="*/ 9 h 9"/>
                <a:gd name="T34" fmla="*/ 14 w 28"/>
                <a:gd name="T35" fmla="*/ 9 h 9"/>
                <a:gd name="T36" fmla="*/ 14 w 28"/>
                <a:gd name="T3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9">
                  <a:moveTo>
                    <a:pt x="14" y="9"/>
                  </a:moveTo>
                  <a:cubicBezTo>
                    <a:pt x="10" y="9"/>
                    <a:pt x="6" y="9"/>
                    <a:pt x="1" y="9"/>
                  </a:cubicBezTo>
                  <a:cubicBezTo>
                    <a:pt x="0" y="9"/>
                    <a:pt x="0" y="9"/>
                    <a:pt x="0" y="8"/>
                  </a:cubicBezTo>
                  <a:cubicBezTo>
                    <a:pt x="0" y="6"/>
                    <a:pt x="0" y="3"/>
                    <a:pt x="0" y="1"/>
                  </a:cubicBezTo>
                  <a:cubicBezTo>
                    <a:pt x="0" y="0"/>
                    <a:pt x="0" y="0"/>
                    <a:pt x="1" y="0"/>
                  </a:cubicBezTo>
                  <a:cubicBezTo>
                    <a:pt x="2" y="0"/>
                    <a:pt x="2" y="0"/>
                    <a:pt x="3" y="0"/>
                  </a:cubicBezTo>
                  <a:cubicBezTo>
                    <a:pt x="5" y="0"/>
                    <a:pt x="6" y="0"/>
                    <a:pt x="7" y="2"/>
                  </a:cubicBezTo>
                  <a:cubicBezTo>
                    <a:pt x="8" y="3"/>
                    <a:pt x="8" y="4"/>
                    <a:pt x="9" y="5"/>
                  </a:cubicBezTo>
                  <a:cubicBezTo>
                    <a:pt x="9" y="5"/>
                    <a:pt x="9" y="6"/>
                    <a:pt x="9" y="6"/>
                  </a:cubicBezTo>
                  <a:cubicBezTo>
                    <a:pt x="12" y="6"/>
                    <a:pt x="15" y="6"/>
                    <a:pt x="18" y="6"/>
                  </a:cubicBezTo>
                  <a:cubicBezTo>
                    <a:pt x="19" y="6"/>
                    <a:pt x="19" y="5"/>
                    <a:pt x="19" y="5"/>
                  </a:cubicBezTo>
                  <a:cubicBezTo>
                    <a:pt x="19" y="3"/>
                    <a:pt x="21" y="1"/>
                    <a:pt x="22" y="0"/>
                  </a:cubicBezTo>
                  <a:cubicBezTo>
                    <a:pt x="23" y="0"/>
                    <a:pt x="24" y="0"/>
                    <a:pt x="24" y="0"/>
                  </a:cubicBezTo>
                  <a:cubicBezTo>
                    <a:pt x="25" y="0"/>
                    <a:pt x="26" y="0"/>
                    <a:pt x="27" y="0"/>
                  </a:cubicBezTo>
                  <a:cubicBezTo>
                    <a:pt x="28" y="0"/>
                    <a:pt x="28" y="0"/>
                    <a:pt x="28" y="1"/>
                  </a:cubicBezTo>
                  <a:cubicBezTo>
                    <a:pt x="28" y="3"/>
                    <a:pt x="28" y="6"/>
                    <a:pt x="28" y="9"/>
                  </a:cubicBezTo>
                  <a:cubicBezTo>
                    <a:pt x="28" y="9"/>
                    <a:pt x="28" y="9"/>
                    <a:pt x="27" y="9"/>
                  </a:cubicBezTo>
                  <a:cubicBezTo>
                    <a:pt x="23" y="9"/>
                    <a:pt x="18" y="9"/>
                    <a:pt x="14" y="9"/>
                  </a:cubicBezTo>
                  <a:cubicBezTo>
                    <a:pt x="14" y="9"/>
                    <a:pt x="14" y="9"/>
                    <a:pt x="14"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09" name="Freeform 1037">
              <a:extLst>
                <a:ext uri="{FF2B5EF4-FFF2-40B4-BE49-F238E27FC236}">
                  <a16:creationId xmlns="" xmlns:a16="http://schemas.microsoft.com/office/drawing/2014/main" id="{FB2E20B2-6434-491D-840B-F88E2032625E}"/>
                </a:ext>
              </a:extLst>
            </p:cNvPr>
            <p:cNvSpPr>
              <a:spLocks/>
            </p:cNvSpPr>
            <p:nvPr/>
          </p:nvSpPr>
          <p:spPr bwMode="auto">
            <a:xfrm>
              <a:off x="11478955" y="391914"/>
              <a:ext cx="11010" cy="9667"/>
            </a:xfrm>
            <a:custGeom>
              <a:avLst/>
              <a:gdLst>
                <a:gd name="T0" fmla="*/ 3 w 17"/>
                <a:gd name="T1" fmla="*/ 1 h 15"/>
                <a:gd name="T2" fmla="*/ 7 w 17"/>
                <a:gd name="T3" fmla="*/ 3 h 15"/>
                <a:gd name="T4" fmla="*/ 8 w 17"/>
                <a:gd name="T5" fmla="*/ 4 h 15"/>
                <a:gd name="T6" fmla="*/ 9 w 17"/>
                <a:gd name="T7" fmla="*/ 4 h 15"/>
                <a:gd name="T8" fmla="*/ 11 w 17"/>
                <a:gd name="T9" fmla="*/ 2 h 15"/>
                <a:gd name="T10" fmla="*/ 12 w 17"/>
                <a:gd name="T11" fmla="*/ 1 h 15"/>
                <a:gd name="T12" fmla="*/ 16 w 17"/>
                <a:gd name="T13" fmla="*/ 1 h 15"/>
                <a:gd name="T14" fmla="*/ 17 w 17"/>
                <a:gd name="T15" fmla="*/ 1 h 15"/>
                <a:gd name="T16" fmla="*/ 17 w 17"/>
                <a:gd name="T17" fmla="*/ 2 h 15"/>
                <a:gd name="T18" fmla="*/ 12 w 17"/>
                <a:gd name="T19" fmla="*/ 7 h 15"/>
                <a:gd name="T20" fmla="*/ 12 w 17"/>
                <a:gd name="T21" fmla="*/ 9 h 15"/>
                <a:gd name="T22" fmla="*/ 16 w 17"/>
                <a:gd name="T23" fmla="*/ 14 h 15"/>
                <a:gd name="T24" fmla="*/ 16 w 17"/>
                <a:gd name="T25" fmla="*/ 15 h 15"/>
                <a:gd name="T26" fmla="*/ 16 w 17"/>
                <a:gd name="T27" fmla="*/ 15 h 15"/>
                <a:gd name="T28" fmla="*/ 12 w 17"/>
                <a:gd name="T29" fmla="*/ 15 h 15"/>
                <a:gd name="T30" fmla="*/ 11 w 17"/>
                <a:gd name="T31" fmla="*/ 14 h 15"/>
                <a:gd name="T32" fmla="*/ 9 w 17"/>
                <a:gd name="T33" fmla="*/ 13 h 15"/>
                <a:gd name="T34" fmla="*/ 8 w 17"/>
                <a:gd name="T35" fmla="*/ 13 h 15"/>
                <a:gd name="T36" fmla="*/ 6 w 17"/>
                <a:gd name="T37" fmla="*/ 14 h 15"/>
                <a:gd name="T38" fmla="*/ 5 w 17"/>
                <a:gd name="T39" fmla="*/ 15 h 15"/>
                <a:gd name="T40" fmla="*/ 1 w 17"/>
                <a:gd name="T41" fmla="*/ 15 h 15"/>
                <a:gd name="T42" fmla="*/ 1 w 17"/>
                <a:gd name="T43" fmla="*/ 15 h 15"/>
                <a:gd name="T44" fmla="*/ 1 w 17"/>
                <a:gd name="T45" fmla="*/ 14 h 15"/>
                <a:gd name="T46" fmla="*/ 5 w 17"/>
                <a:gd name="T47" fmla="*/ 9 h 15"/>
                <a:gd name="T48" fmla="*/ 5 w 17"/>
                <a:gd name="T49" fmla="*/ 8 h 15"/>
                <a:gd name="T50" fmla="*/ 1 w 17"/>
                <a:gd name="T51" fmla="*/ 2 h 15"/>
                <a:gd name="T52" fmla="*/ 0 w 17"/>
                <a:gd name="T53" fmla="*/ 1 h 15"/>
                <a:gd name="T54" fmla="*/ 1 w 17"/>
                <a:gd name="T55" fmla="*/ 1 h 15"/>
                <a:gd name="T56" fmla="*/ 3 w 17"/>
                <a:gd name="T5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 h="15">
                  <a:moveTo>
                    <a:pt x="3" y="1"/>
                  </a:moveTo>
                  <a:cubicBezTo>
                    <a:pt x="6" y="1"/>
                    <a:pt x="5" y="0"/>
                    <a:pt x="7" y="3"/>
                  </a:cubicBezTo>
                  <a:cubicBezTo>
                    <a:pt x="8" y="3"/>
                    <a:pt x="8" y="4"/>
                    <a:pt x="8" y="4"/>
                  </a:cubicBezTo>
                  <a:cubicBezTo>
                    <a:pt x="8" y="4"/>
                    <a:pt x="9" y="4"/>
                    <a:pt x="9" y="4"/>
                  </a:cubicBezTo>
                  <a:cubicBezTo>
                    <a:pt x="10" y="3"/>
                    <a:pt x="10" y="2"/>
                    <a:pt x="11" y="2"/>
                  </a:cubicBezTo>
                  <a:cubicBezTo>
                    <a:pt x="11" y="1"/>
                    <a:pt x="12" y="1"/>
                    <a:pt x="12" y="1"/>
                  </a:cubicBezTo>
                  <a:cubicBezTo>
                    <a:pt x="14" y="1"/>
                    <a:pt x="15" y="1"/>
                    <a:pt x="16" y="1"/>
                  </a:cubicBezTo>
                  <a:cubicBezTo>
                    <a:pt x="16" y="1"/>
                    <a:pt x="17" y="1"/>
                    <a:pt x="17" y="1"/>
                  </a:cubicBezTo>
                  <a:cubicBezTo>
                    <a:pt x="17" y="1"/>
                    <a:pt x="17" y="2"/>
                    <a:pt x="17" y="2"/>
                  </a:cubicBezTo>
                  <a:cubicBezTo>
                    <a:pt x="15" y="4"/>
                    <a:pt x="14" y="6"/>
                    <a:pt x="12" y="7"/>
                  </a:cubicBezTo>
                  <a:cubicBezTo>
                    <a:pt x="12" y="8"/>
                    <a:pt x="12" y="8"/>
                    <a:pt x="12" y="9"/>
                  </a:cubicBezTo>
                  <a:cubicBezTo>
                    <a:pt x="13" y="11"/>
                    <a:pt x="15" y="12"/>
                    <a:pt x="16" y="14"/>
                  </a:cubicBezTo>
                  <a:cubicBezTo>
                    <a:pt x="16" y="14"/>
                    <a:pt x="16" y="14"/>
                    <a:pt x="16" y="15"/>
                  </a:cubicBezTo>
                  <a:cubicBezTo>
                    <a:pt x="16" y="15"/>
                    <a:pt x="16" y="15"/>
                    <a:pt x="16" y="15"/>
                  </a:cubicBezTo>
                  <a:cubicBezTo>
                    <a:pt x="14" y="15"/>
                    <a:pt x="13" y="15"/>
                    <a:pt x="12" y="15"/>
                  </a:cubicBezTo>
                  <a:cubicBezTo>
                    <a:pt x="11" y="15"/>
                    <a:pt x="11" y="15"/>
                    <a:pt x="11" y="14"/>
                  </a:cubicBezTo>
                  <a:cubicBezTo>
                    <a:pt x="10" y="14"/>
                    <a:pt x="10" y="13"/>
                    <a:pt x="9" y="13"/>
                  </a:cubicBezTo>
                  <a:cubicBezTo>
                    <a:pt x="9" y="12"/>
                    <a:pt x="8" y="12"/>
                    <a:pt x="8" y="13"/>
                  </a:cubicBezTo>
                  <a:cubicBezTo>
                    <a:pt x="8" y="13"/>
                    <a:pt x="7" y="14"/>
                    <a:pt x="6" y="14"/>
                  </a:cubicBezTo>
                  <a:cubicBezTo>
                    <a:pt x="6" y="15"/>
                    <a:pt x="6" y="15"/>
                    <a:pt x="5" y="15"/>
                  </a:cubicBezTo>
                  <a:cubicBezTo>
                    <a:pt x="4" y="15"/>
                    <a:pt x="3" y="15"/>
                    <a:pt x="1" y="15"/>
                  </a:cubicBezTo>
                  <a:cubicBezTo>
                    <a:pt x="1" y="15"/>
                    <a:pt x="1" y="15"/>
                    <a:pt x="1" y="15"/>
                  </a:cubicBezTo>
                  <a:cubicBezTo>
                    <a:pt x="1" y="15"/>
                    <a:pt x="1" y="14"/>
                    <a:pt x="1" y="14"/>
                  </a:cubicBezTo>
                  <a:cubicBezTo>
                    <a:pt x="2" y="12"/>
                    <a:pt x="4" y="11"/>
                    <a:pt x="5" y="9"/>
                  </a:cubicBezTo>
                  <a:cubicBezTo>
                    <a:pt x="6" y="8"/>
                    <a:pt x="6" y="8"/>
                    <a:pt x="5" y="8"/>
                  </a:cubicBezTo>
                  <a:cubicBezTo>
                    <a:pt x="4" y="6"/>
                    <a:pt x="2" y="4"/>
                    <a:pt x="1" y="2"/>
                  </a:cubicBezTo>
                  <a:cubicBezTo>
                    <a:pt x="0" y="2"/>
                    <a:pt x="0" y="1"/>
                    <a:pt x="0" y="1"/>
                  </a:cubicBezTo>
                  <a:cubicBezTo>
                    <a:pt x="1" y="1"/>
                    <a:pt x="1" y="1"/>
                    <a:pt x="1" y="1"/>
                  </a:cubicBezTo>
                  <a:cubicBezTo>
                    <a:pt x="2" y="1"/>
                    <a:pt x="2" y="1"/>
                    <a:pt x="3"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0" name="Freeform 1038">
              <a:extLst>
                <a:ext uri="{FF2B5EF4-FFF2-40B4-BE49-F238E27FC236}">
                  <a16:creationId xmlns="" xmlns:a16="http://schemas.microsoft.com/office/drawing/2014/main" id="{0E45D0B8-58F4-46B2-9C51-33D0FA66B1A4}"/>
                </a:ext>
              </a:extLst>
            </p:cNvPr>
            <p:cNvSpPr>
              <a:spLocks noEditPoints="1"/>
            </p:cNvSpPr>
            <p:nvPr/>
          </p:nvSpPr>
          <p:spPr bwMode="auto">
            <a:xfrm>
              <a:off x="11468214" y="392720"/>
              <a:ext cx="10741" cy="8862"/>
            </a:xfrm>
            <a:custGeom>
              <a:avLst/>
              <a:gdLst>
                <a:gd name="T0" fmla="*/ 14 w 17"/>
                <a:gd name="T1" fmla="*/ 14 h 14"/>
                <a:gd name="T2" fmla="*/ 12 w 17"/>
                <a:gd name="T3" fmla="*/ 14 h 14"/>
                <a:gd name="T4" fmla="*/ 11 w 17"/>
                <a:gd name="T5" fmla="*/ 13 h 14"/>
                <a:gd name="T6" fmla="*/ 9 w 17"/>
                <a:gd name="T7" fmla="*/ 12 h 14"/>
                <a:gd name="T8" fmla="*/ 7 w 17"/>
                <a:gd name="T9" fmla="*/ 12 h 14"/>
                <a:gd name="T10" fmla="*/ 6 w 17"/>
                <a:gd name="T11" fmla="*/ 12 h 14"/>
                <a:gd name="T12" fmla="*/ 4 w 17"/>
                <a:gd name="T13" fmla="*/ 14 h 14"/>
                <a:gd name="T14" fmla="*/ 1 w 17"/>
                <a:gd name="T15" fmla="*/ 14 h 14"/>
                <a:gd name="T16" fmla="*/ 1 w 17"/>
                <a:gd name="T17" fmla="*/ 13 h 14"/>
                <a:gd name="T18" fmla="*/ 5 w 17"/>
                <a:gd name="T19" fmla="*/ 2 h 14"/>
                <a:gd name="T20" fmla="*/ 6 w 17"/>
                <a:gd name="T21" fmla="*/ 1 h 14"/>
                <a:gd name="T22" fmla="*/ 7 w 17"/>
                <a:gd name="T23" fmla="*/ 0 h 14"/>
                <a:gd name="T24" fmla="*/ 10 w 17"/>
                <a:gd name="T25" fmla="*/ 0 h 14"/>
                <a:gd name="T26" fmla="*/ 12 w 17"/>
                <a:gd name="T27" fmla="*/ 1 h 14"/>
                <a:gd name="T28" fmla="*/ 15 w 17"/>
                <a:gd name="T29" fmla="*/ 10 h 14"/>
                <a:gd name="T30" fmla="*/ 16 w 17"/>
                <a:gd name="T31" fmla="*/ 13 h 14"/>
                <a:gd name="T32" fmla="*/ 16 w 17"/>
                <a:gd name="T33" fmla="*/ 14 h 14"/>
                <a:gd name="T34" fmla="*/ 14 w 17"/>
                <a:gd name="T35" fmla="*/ 14 h 14"/>
                <a:gd name="T36" fmla="*/ 9 w 17"/>
                <a:gd name="T37" fmla="*/ 6 h 14"/>
                <a:gd name="T38" fmla="*/ 8 w 17"/>
                <a:gd name="T39" fmla="*/ 6 h 14"/>
                <a:gd name="T40" fmla="*/ 8 w 17"/>
                <a:gd name="T41" fmla="*/ 8 h 14"/>
                <a:gd name="T42" fmla="*/ 8 w 17"/>
                <a:gd name="T43" fmla="*/ 8 h 14"/>
                <a:gd name="T44" fmla="*/ 9 w 17"/>
                <a:gd name="T45" fmla="*/ 8 h 14"/>
                <a:gd name="T46" fmla="*/ 9 w 17"/>
                <a:gd name="T47" fmla="*/ 8 h 14"/>
                <a:gd name="T48" fmla="*/ 9 w 17"/>
                <a:gd name="T49"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14">
                  <a:moveTo>
                    <a:pt x="14" y="14"/>
                  </a:moveTo>
                  <a:cubicBezTo>
                    <a:pt x="14" y="14"/>
                    <a:pt x="13" y="14"/>
                    <a:pt x="12" y="14"/>
                  </a:cubicBezTo>
                  <a:cubicBezTo>
                    <a:pt x="12" y="14"/>
                    <a:pt x="12" y="14"/>
                    <a:pt x="11" y="13"/>
                  </a:cubicBezTo>
                  <a:cubicBezTo>
                    <a:pt x="11" y="12"/>
                    <a:pt x="11" y="12"/>
                    <a:pt x="9" y="12"/>
                  </a:cubicBezTo>
                  <a:cubicBezTo>
                    <a:pt x="8" y="12"/>
                    <a:pt x="8" y="12"/>
                    <a:pt x="7" y="12"/>
                  </a:cubicBezTo>
                  <a:cubicBezTo>
                    <a:pt x="6" y="12"/>
                    <a:pt x="6" y="12"/>
                    <a:pt x="6" y="12"/>
                  </a:cubicBezTo>
                  <a:cubicBezTo>
                    <a:pt x="5" y="14"/>
                    <a:pt x="6" y="14"/>
                    <a:pt x="4" y="14"/>
                  </a:cubicBezTo>
                  <a:cubicBezTo>
                    <a:pt x="3" y="14"/>
                    <a:pt x="2" y="14"/>
                    <a:pt x="1" y="14"/>
                  </a:cubicBezTo>
                  <a:cubicBezTo>
                    <a:pt x="0" y="14"/>
                    <a:pt x="0" y="14"/>
                    <a:pt x="1" y="13"/>
                  </a:cubicBezTo>
                  <a:cubicBezTo>
                    <a:pt x="2" y="9"/>
                    <a:pt x="4" y="6"/>
                    <a:pt x="5" y="2"/>
                  </a:cubicBezTo>
                  <a:cubicBezTo>
                    <a:pt x="5" y="2"/>
                    <a:pt x="5" y="1"/>
                    <a:pt x="6" y="1"/>
                  </a:cubicBezTo>
                  <a:cubicBezTo>
                    <a:pt x="6" y="0"/>
                    <a:pt x="6" y="0"/>
                    <a:pt x="7" y="0"/>
                  </a:cubicBezTo>
                  <a:cubicBezTo>
                    <a:pt x="8" y="0"/>
                    <a:pt x="9" y="0"/>
                    <a:pt x="10" y="0"/>
                  </a:cubicBezTo>
                  <a:cubicBezTo>
                    <a:pt x="11" y="0"/>
                    <a:pt x="11" y="0"/>
                    <a:pt x="12" y="1"/>
                  </a:cubicBezTo>
                  <a:cubicBezTo>
                    <a:pt x="13" y="4"/>
                    <a:pt x="14" y="7"/>
                    <a:pt x="15" y="10"/>
                  </a:cubicBezTo>
                  <a:cubicBezTo>
                    <a:pt x="15" y="11"/>
                    <a:pt x="16" y="12"/>
                    <a:pt x="16" y="13"/>
                  </a:cubicBezTo>
                  <a:cubicBezTo>
                    <a:pt x="17" y="14"/>
                    <a:pt x="17" y="14"/>
                    <a:pt x="16" y="14"/>
                  </a:cubicBezTo>
                  <a:cubicBezTo>
                    <a:pt x="15" y="14"/>
                    <a:pt x="15" y="14"/>
                    <a:pt x="14" y="14"/>
                  </a:cubicBezTo>
                  <a:close/>
                  <a:moveTo>
                    <a:pt x="9" y="6"/>
                  </a:moveTo>
                  <a:cubicBezTo>
                    <a:pt x="9" y="6"/>
                    <a:pt x="8" y="6"/>
                    <a:pt x="8" y="6"/>
                  </a:cubicBezTo>
                  <a:cubicBezTo>
                    <a:pt x="8" y="7"/>
                    <a:pt x="8" y="7"/>
                    <a:pt x="8" y="8"/>
                  </a:cubicBezTo>
                  <a:cubicBezTo>
                    <a:pt x="8" y="8"/>
                    <a:pt x="8" y="8"/>
                    <a:pt x="8" y="8"/>
                  </a:cubicBezTo>
                  <a:cubicBezTo>
                    <a:pt x="8" y="8"/>
                    <a:pt x="9" y="8"/>
                    <a:pt x="9" y="8"/>
                  </a:cubicBezTo>
                  <a:cubicBezTo>
                    <a:pt x="9" y="8"/>
                    <a:pt x="9" y="8"/>
                    <a:pt x="9" y="8"/>
                  </a:cubicBezTo>
                  <a:cubicBezTo>
                    <a:pt x="9" y="7"/>
                    <a:pt x="9" y="7"/>
                    <a:pt x="9"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1" name="Freeform 1039">
              <a:extLst>
                <a:ext uri="{FF2B5EF4-FFF2-40B4-BE49-F238E27FC236}">
                  <a16:creationId xmlns="" xmlns:a16="http://schemas.microsoft.com/office/drawing/2014/main" id="{8681DD06-9AD3-4405-8B6E-26E93A6FF61E}"/>
                </a:ext>
              </a:extLst>
            </p:cNvPr>
            <p:cNvSpPr>
              <a:spLocks/>
            </p:cNvSpPr>
            <p:nvPr/>
          </p:nvSpPr>
          <p:spPr bwMode="auto">
            <a:xfrm>
              <a:off x="11459890" y="392720"/>
              <a:ext cx="10204" cy="8862"/>
            </a:xfrm>
            <a:custGeom>
              <a:avLst/>
              <a:gdLst>
                <a:gd name="T0" fmla="*/ 8 w 16"/>
                <a:gd name="T1" fmla="*/ 0 h 14"/>
                <a:gd name="T2" fmla="*/ 15 w 16"/>
                <a:gd name="T3" fmla="*/ 0 h 14"/>
                <a:gd name="T4" fmla="*/ 16 w 16"/>
                <a:gd name="T5" fmla="*/ 1 h 14"/>
                <a:gd name="T6" fmla="*/ 16 w 16"/>
                <a:gd name="T7" fmla="*/ 3 h 14"/>
                <a:gd name="T8" fmla="*/ 15 w 16"/>
                <a:gd name="T9" fmla="*/ 4 h 14"/>
                <a:gd name="T10" fmla="*/ 11 w 16"/>
                <a:gd name="T11" fmla="*/ 4 h 14"/>
                <a:gd name="T12" fmla="*/ 10 w 16"/>
                <a:gd name="T13" fmla="*/ 5 h 14"/>
                <a:gd name="T14" fmla="*/ 10 w 16"/>
                <a:gd name="T15" fmla="*/ 13 h 14"/>
                <a:gd name="T16" fmla="*/ 9 w 16"/>
                <a:gd name="T17" fmla="*/ 14 h 14"/>
                <a:gd name="T18" fmla="*/ 6 w 16"/>
                <a:gd name="T19" fmla="*/ 14 h 14"/>
                <a:gd name="T20" fmla="*/ 5 w 16"/>
                <a:gd name="T21" fmla="*/ 13 h 14"/>
                <a:gd name="T22" fmla="*/ 5 w 16"/>
                <a:gd name="T23" fmla="*/ 5 h 14"/>
                <a:gd name="T24" fmla="*/ 4 w 16"/>
                <a:gd name="T25" fmla="*/ 4 h 14"/>
                <a:gd name="T26" fmla="*/ 1 w 16"/>
                <a:gd name="T27" fmla="*/ 4 h 14"/>
                <a:gd name="T28" fmla="*/ 0 w 16"/>
                <a:gd name="T29" fmla="*/ 3 h 14"/>
                <a:gd name="T30" fmla="*/ 0 w 16"/>
                <a:gd name="T31" fmla="*/ 1 h 14"/>
                <a:gd name="T32" fmla="*/ 1 w 16"/>
                <a:gd name="T33" fmla="*/ 0 h 14"/>
                <a:gd name="T34" fmla="*/ 8 w 16"/>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14">
                  <a:moveTo>
                    <a:pt x="8" y="0"/>
                  </a:moveTo>
                  <a:cubicBezTo>
                    <a:pt x="10" y="0"/>
                    <a:pt x="12" y="0"/>
                    <a:pt x="15" y="0"/>
                  </a:cubicBezTo>
                  <a:cubicBezTo>
                    <a:pt x="15" y="0"/>
                    <a:pt x="16" y="0"/>
                    <a:pt x="16" y="1"/>
                  </a:cubicBezTo>
                  <a:cubicBezTo>
                    <a:pt x="16" y="2"/>
                    <a:pt x="16" y="2"/>
                    <a:pt x="16" y="3"/>
                  </a:cubicBezTo>
                  <a:cubicBezTo>
                    <a:pt x="16" y="4"/>
                    <a:pt x="15" y="4"/>
                    <a:pt x="15" y="4"/>
                  </a:cubicBezTo>
                  <a:cubicBezTo>
                    <a:pt x="14" y="4"/>
                    <a:pt x="13" y="4"/>
                    <a:pt x="11" y="4"/>
                  </a:cubicBezTo>
                  <a:cubicBezTo>
                    <a:pt x="11" y="4"/>
                    <a:pt x="10" y="4"/>
                    <a:pt x="10" y="5"/>
                  </a:cubicBezTo>
                  <a:cubicBezTo>
                    <a:pt x="10" y="8"/>
                    <a:pt x="10" y="10"/>
                    <a:pt x="10" y="13"/>
                  </a:cubicBezTo>
                  <a:cubicBezTo>
                    <a:pt x="10" y="14"/>
                    <a:pt x="10" y="14"/>
                    <a:pt x="9" y="14"/>
                  </a:cubicBezTo>
                  <a:cubicBezTo>
                    <a:pt x="8" y="14"/>
                    <a:pt x="7" y="14"/>
                    <a:pt x="6" y="14"/>
                  </a:cubicBezTo>
                  <a:cubicBezTo>
                    <a:pt x="6" y="14"/>
                    <a:pt x="5" y="14"/>
                    <a:pt x="5" y="13"/>
                  </a:cubicBezTo>
                  <a:cubicBezTo>
                    <a:pt x="5" y="11"/>
                    <a:pt x="5" y="8"/>
                    <a:pt x="5" y="5"/>
                  </a:cubicBezTo>
                  <a:cubicBezTo>
                    <a:pt x="5" y="4"/>
                    <a:pt x="5" y="4"/>
                    <a:pt x="4" y="4"/>
                  </a:cubicBezTo>
                  <a:cubicBezTo>
                    <a:pt x="3" y="4"/>
                    <a:pt x="2" y="4"/>
                    <a:pt x="1" y="4"/>
                  </a:cubicBezTo>
                  <a:cubicBezTo>
                    <a:pt x="0" y="4"/>
                    <a:pt x="0" y="4"/>
                    <a:pt x="0" y="3"/>
                  </a:cubicBezTo>
                  <a:cubicBezTo>
                    <a:pt x="0" y="3"/>
                    <a:pt x="0" y="2"/>
                    <a:pt x="0" y="1"/>
                  </a:cubicBezTo>
                  <a:cubicBezTo>
                    <a:pt x="0" y="0"/>
                    <a:pt x="0" y="0"/>
                    <a:pt x="1" y="0"/>
                  </a:cubicBezTo>
                  <a:cubicBezTo>
                    <a:pt x="3" y="0"/>
                    <a:pt x="6" y="0"/>
                    <a:pt x="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2" name="Freeform 1040">
              <a:extLst>
                <a:ext uri="{FF2B5EF4-FFF2-40B4-BE49-F238E27FC236}">
                  <a16:creationId xmlns="" xmlns:a16="http://schemas.microsoft.com/office/drawing/2014/main" id="{5452B9A8-8993-4BD2-B5C6-704CEF9BCB8F}"/>
                </a:ext>
              </a:extLst>
            </p:cNvPr>
            <p:cNvSpPr>
              <a:spLocks/>
            </p:cNvSpPr>
            <p:nvPr/>
          </p:nvSpPr>
          <p:spPr bwMode="auto">
            <a:xfrm>
              <a:off x="11479761" y="381173"/>
              <a:ext cx="11278" cy="5639"/>
            </a:xfrm>
            <a:custGeom>
              <a:avLst/>
              <a:gdLst>
                <a:gd name="T0" fmla="*/ 8 w 18"/>
                <a:gd name="T1" fmla="*/ 9 h 9"/>
                <a:gd name="T2" fmla="*/ 1 w 18"/>
                <a:gd name="T3" fmla="*/ 9 h 9"/>
                <a:gd name="T4" fmla="*/ 0 w 18"/>
                <a:gd name="T5" fmla="*/ 8 h 9"/>
                <a:gd name="T6" fmla="*/ 0 w 18"/>
                <a:gd name="T7" fmla="*/ 0 h 9"/>
                <a:gd name="T8" fmla="*/ 1 w 18"/>
                <a:gd name="T9" fmla="*/ 0 h 9"/>
                <a:gd name="T10" fmla="*/ 17 w 18"/>
                <a:gd name="T11" fmla="*/ 6 h 9"/>
                <a:gd name="T12" fmla="*/ 18 w 18"/>
                <a:gd name="T13" fmla="*/ 7 h 9"/>
                <a:gd name="T14" fmla="*/ 15 w 18"/>
                <a:gd name="T15" fmla="*/ 9 h 9"/>
                <a:gd name="T16" fmla="*/ 8 w 18"/>
                <a:gd name="T1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9">
                  <a:moveTo>
                    <a:pt x="8" y="9"/>
                  </a:moveTo>
                  <a:cubicBezTo>
                    <a:pt x="6" y="9"/>
                    <a:pt x="4" y="9"/>
                    <a:pt x="1" y="9"/>
                  </a:cubicBezTo>
                  <a:cubicBezTo>
                    <a:pt x="0" y="9"/>
                    <a:pt x="0" y="9"/>
                    <a:pt x="0" y="8"/>
                  </a:cubicBezTo>
                  <a:cubicBezTo>
                    <a:pt x="0" y="5"/>
                    <a:pt x="0" y="3"/>
                    <a:pt x="0" y="0"/>
                  </a:cubicBezTo>
                  <a:cubicBezTo>
                    <a:pt x="0" y="0"/>
                    <a:pt x="0" y="0"/>
                    <a:pt x="1" y="0"/>
                  </a:cubicBezTo>
                  <a:cubicBezTo>
                    <a:pt x="6" y="2"/>
                    <a:pt x="12" y="4"/>
                    <a:pt x="17" y="6"/>
                  </a:cubicBezTo>
                  <a:cubicBezTo>
                    <a:pt x="18" y="6"/>
                    <a:pt x="18" y="6"/>
                    <a:pt x="18" y="7"/>
                  </a:cubicBezTo>
                  <a:cubicBezTo>
                    <a:pt x="17" y="9"/>
                    <a:pt x="17" y="9"/>
                    <a:pt x="15" y="9"/>
                  </a:cubicBezTo>
                  <a:cubicBezTo>
                    <a:pt x="13" y="9"/>
                    <a:pt x="11" y="9"/>
                    <a:pt x="8"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3" name="Freeform 1041">
              <a:extLst>
                <a:ext uri="{FF2B5EF4-FFF2-40B4-BE49-F238E27FC236}">
                  <a16:creationId xmlns="" xmlns:a16="http://schemas.microsoft.com/office/drawing/2014/main" id="{97824E5E-8EDD-4D0D-9019-D6B55EA20B4D}"/>
                </a:ext>
              </a:extLst>
            </p:cNvPr>
            <p:cNvSpPr>
              <a:spLocks/>
            </p:cNvSpPr>
            <p:nvPr/>
          </p:nvSpPr>
          <p:spPr bwMode="auto">
            <a:xfrm>
              <a:off x="11463112" y="381710"/>
              <a:ext cx="12084" cy="5102"/>
            </a:xfrm>
            <a:custGeom>
              <a:avLst/>
              <a:gdLst>
                <a:gd name="T0" fmla="*/ 10 w 19"/>
                <a:gd name="T1" fmla="*/ 8 h 8"/>
                <a:gd name="T2" fmla="*/ 2 w 19"/>
                <a:gd name="T3" fmla="*/ 8 h 8"/>
                <a:gd name="T4" fmla="*/ 0 w 19"/>
                <a:gd name="T5" fmla="*/ 7 h 8"/>
                <a:gd name="T6" fmla="*/ 1 w 19"/>
                <a:gd name="T7" fmla="*/ 6 h 8"/>
                <a:gd name="T8" fmla="*/ 6 w 19"/>
                <a:gd name="T9" fmla="*/ 1 h 8"/>
                <a:gd name="T10" fmla="*/ 7 w 19"/>
                <a:gd name="T11" fmla="*/ 0 h 8"/>
                <a:gd name="T12" fmla="*/ 13 w 19"/>
                <a:gd name="T13" fmla="*/ 0 h 8"/>
                <a:gd name="T14" fmla="*/ 14 w 19"/>
                <a:gd name="T15" fmla="*/ 1 h 8"/>
                <a:gd name="T16" fmla="*/ 19 w 19"/>
                <a:gd name="T17" fmla="*/ 6 h 8"/>
                <a:gd name="T18" fmla="*/ 19 w 19"/>
                <a:gd name="T19" fmla="*/ 7 h 8"/>
                <a:gd name="T20" fmla="*/ 18 w 19"/>
                <a:gd name="T21" fmla="*/ 8 h 8"/>
                <a:gd name="T22" fmla="*/ 10 w 19"/>
                <a:gd name="T23"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8">
                  <a:moveTo>
                    <a:pt x="10" y="8"/>
                  </a:moveTo>
                  <a:cubicBezTo>
                    <a:pt x="7" y="8"/>
                    <a:pt x="4" y="8"/>
                    <a:pt x="2" y="8"/>
                  </a:cubicBezTo>
                  <a:cubicBezTo>
                    <a:pt x="1" y="8"/>
                    <a:pt x="1" y="8"/>
                    <a:pt x="0" y="7"/>
                  </a:cubicBezTo>
                  <a:cubicBezTo>
                    <a:pt x="0" y="6"/>
                    <a:pt x="0" y="6"/>
                    <a:pt x="1" y="6"/>
                  </a:cubicBezTo>
                  <a:cubicBezTo>
                    <a:pt x="3" y="5"/>
                    <a:pt x="5" y="3"/>
                    <a:pt x="6" y="1"/>
                  </a:cubicBezTo>
                  <a:cubicBezTo>
                    <a:pt x="6" y="0"/>
                    <a:pt x="7" y="0"/>
                    <a:pt x="7" y="0"/>
                  </a:cubicBezTo>
                  <a:cubicBezTo>
                    <a:pt x="9" y="0"/>
                    <a:pt x="11" y="0"/>
                    <a:pt x="13" y="0"/>
                  </a:cubicBezTo>
                  <a:cubicBezTo>
                    <a:pt x="13" y="0"/>
                    <a:pt x="13" y="0"/>
                    <a:pt x="14" y="1"/>
                  </a:cubicBezTo>
                  <a:cubicBezTo>
                    <a:pt x="15" y="3"/>
                    <a:pt x="16" y="5"/>
                    <a:pt x="19" y="6"/>
                  </a:cubicBezTo>
                  <a:cubicBezTo>
                    <a:pt x="19" y="6"/>
                    <a:pt x="19" y="6"/>
                    <a:pt x="19" y="7"/>
                  </a:cubicBezTo>
                  <a:cubicBezTo>
                    <a:pt x="19" y="8"/>
                    <a:pt x="19" y="8"/>
                    <a:pt x="18" y="8"/>
                  </a:cubicBezTo>
                  <a:cubicBezTo>
                    <a:pt x="15" y="8"/>
                    <a:pt x="13" y="8"/>
                    <a:pt x="10"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4" name="Freeform 1042">
              <a:extLst>
                <a:ext uri="{FF2B5EF4-FFF2-40B4-BE49-F238E27FC236}">
                  <a16:creationId xmlns="" xmlns:a16="http://schemas.microsoft.com/office/drawing/2014/main" id="{51888CB4-3173-492A-BDC6-5A881503FD0D}"/>
                </a:ext>
              </a:extLst>
            </p:cNvPr>
            <p:cNvSpPr>
              <a:spLocks/>
            </p:cNvSpPr>
            <p:nvPr/>
          </p:nvSpPr>
          <p:spPr bwMode="auto">
            <a:xfrm>
              <a:off x="11465797" y="406683"/>
              <a:ext cx="7519" cy="2417"/>
            </a:xfrm>
            <a:custGeom>
              <a:avLst/>
              <a:gdLst>
                <a:gd name="T0" fmla="*/ 12 w 12"/>
                <a:gd name="T1" fmla="*/ 0 h 4"/>
                <a:gd name="T2" fmla="*/ 11 w 12"/>
                <a:gd name="T3" fmla="*/ 1 h 4"/>
                <a:gd name="T4" fmla="*/ 10 w 12"/>
                <a:gd name="T5" fmla="*/ 3 h 4"/>
                <a:gd name="T6" fmla="*/ 9 w 12"/>
                <a:gd name="T7" fmla="*/ 4 h 4"/>
                <a:gd name="T8" fmla="*/ 3 w 12"/>
                <a:gd name="T9" fmla="*/ 4 h 4"/>
                <a:gd name="T10" fmla="*/ 2 w 12"/>
                <a:gd name="T11" fmla="*/ 3 h 4"/>
                <a:gd name="T12" fmla="*/ 0 w 12"/>
                <a:gd name="T13" fmla="*/ 0 h 4"/>
                <a:gd name="T14" fmla="*/ 0 w 12"/>
                <a:gd name="T15" fmla="*/ 0 h 4"/>
                <a:gd name="T16" fmla="*/ 12 w 1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
                  <a:moveTo>
                    <a:pt x="12" y="0"/>
                  </a:moveTo>
                  <a:cubicBezTo>
                    <a:pt x="11" y="0"/>
                    <a:pt x="11" y="1"/>
                    <a:pt x="11" y="1"/>
                  </a:cubicBezTo>
                  <a:cubicBezTo>
                    <a:pt x="10" y="2"/>
                    <a:pt x="10" y="2"/>
                    <a:pt x="10" y="3"/>
                  </a:cubicBezTo>
                  <a:cubicBezTo>
                    <a:pt x="9" y="4"/>
                    <a:pt x="9" y="4"/>
                    <a:pt x="9" y="4"/>
                  </a:cubicBezTo>
                  <a:cubicBezTo>
                    <a:pt x="7" y="4"/>
                    <a:pt x="5" y="4"/>
                    <a:pt x="3" y="4"/>
                  </a:cubicBezTo>
                  <a:cubicBezTo>
                    <a:pt x="3" y="4"/>
                    <a:pt x="2" y="4"/>
                    <a:pt x="2" y="3"/>
                  </a:cubicBezTo>
                  <a:cubicBezTo>
                    <a:pt x="1" y="2"/>
                    <a:pt x="1" y="1"/>
                    <a:pt x="0" y="0"/>
                  </a:cubicBezTo>
                  <a:cubicBezTo>
                    <a:pt x="0" y="0"/>
                    <a:pt x="0" y="0"/>
                    <a:pt x="0" y="0"/>
                  </a:cubicBezTo>
                  <a:cubicBezTo>
                    <a:pt x="4" y="0"/>
                    <a:pt x="8" y="0"/>
                    <a:pt x="1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5" name="Freeform 1067">
              <a:extLst>
                <a:ext uri="{FF2B5EF4-FFF2-40B4-BE49-F238E27FC236}">
                  <a16:creationId xmlns="" xmlns:a16="http://schemas.microsoft.com/office/drawing/2014/main" id="{B024D158-BB7E-4549-A7AB-7802DF22AA5B}"/>
                </a:ext>
              </a:extLst>
            </p:cNvPr>
            <p:cNvSpPr>
              <a:spLocks/>
            </p:cNvSpPr>
            <p:nvPr/>
          </p:nvSpPr>
          <p:spPr bwMode="auto">
            <a:xfrm>
              <a:off x="10952632" y="734565"/>
              <a:ext cx="10741" cy="10741"/>
            </a:xfrm>
            <a:custGeom>
              <a:avLst/>
              <a:gdLst>
                <a:gd name="T0" fmla="*/ 11 w 17"/>
                <a:gd name="T1" fmla="*/ 17 h 17"/>
                <a:gd name="T2" fmla="*/ 7 w 17"/>
                <a:gd name="T3" fmla="*/ 15 h 17"/>
                <a:gd name="T4" fmla="*/ 1 w 17"/>
                <a:gd name="T5" fmla="*/ 13 h 17"/>
                <a:gd name="T6" fmla="*/ 0 w 17"/>
                <a:gd name="T7" fmla="*/ 13 h 17"/>
                <a:gd name="T8" fmla="*/ 1 w 17"/>
                <a:gd name="T9" fmla="*/ 13 h 17"/>
                <a:gd name="T10" fmla="*/ 7 w 17"/>
                <a:gd name="T11" fmla="*/ 13 h 17"/>
                <a:gd name="T12" fmla="*/ 10 w 17"/>
                <a:gd name="T13" fmla="*/ 10 h 17"/>
                <a:gd name="T14" fmla="*/ 10 w 17"/>
                <a:gd name="T15" fmla="*/ 1 h 17"/>
                <a:gd name="T16" fmla="*/ 11 w 17"/>
                <a:gd name="T17" fmla="*/ 0 h 17"/>
                <a:gd name="T18" fmla="*/ 16 w 17"/>
                <a:gd name="T19" fmla="*/ 0 h 17"/>
                <a:gd name="T20" fmla="*/ 17 w 17"/>
                <a:gd name="T21" fmla="*/ 1 h 17"/>
                <a:gd name="T22" fmla="*/ 11 w 17"/>
                <a:gd name="T23" fmla="*/ 16 h 17"/>
                <a:gd name="T24" fmla="*/ 11 w 17"/>
                <a:gd name="T25" fmla="*/ 17 h 17"/>
                <a:gd name="T26" fmla="*/ 11 w 17"/>
                <a:gd name="T2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7">
                  <a:moveTo>
                    <a:pt x="11" y="17"/>
                  </a:moveTo>
                  <a:cubicBezTo>
                    <a:pt x="9" y="16"/>
                    <a:pt x="8" y="16"/>
                    <a:pt x="7" y="15"/>
                  </a:cubicBezTo>
                  <a:cubicBezTo>
                    <a:pt x="5" y="15"/>
                    <a:pt x="3" y="14"/>
                    <a:pt x="1" y="13"/>
                  </a:cubicBezTo>
                  <a:cubicBezTo>
                    <a:pt x="1" y="13"/>
                    <a:pt x="0" y="13"/>
                    <a:pt x="0" y="13"/>
                  </a:cubicBezTo>
                  <a:cubicBezTo>
                    <a:pt x="0" y="13"/>
                    <a:pt x="1" y="13"/>
                    <a:pt x="1" y="13"/>
                  </a:cubicBezTo>
                  <a:cubicBezTo>
                    <a:pt x="3" y="13"/>
                    <a:pt x="5" y="13"/>
                    <a:pt x="7" y="13"/>
                  </a:cubicBezTo>
                  <a:cubicBezTo>
                    <a:pt x="9" y="13"/>
                    <a:pt x="10" y="12"/>
                    <a:pt x="10" y="10"/>
                  </a:cubicBezTo>
                  <a:cubicBezTo>
                    <a:pt x="10" y="7"/>
                    <a:pt x="10" y="4"/>
                    <a:pt x="10" y="1"/>
                  </a:cubicBezTo>
                  <a:cubicBezTo>
                    <a:pt x="10" y="0"/>
                    <a:pt x="10" y="0"/>
                    <a:pt x="11" y="0"/>
                  </a:cubicBezTo>
                  <a:cubicBezTo>
                    <a:pt x="13" y="0"/>
                    <a:pt x="14" y="0"/>
                    <a:pt x="16" y="0"/>
                  </a:cubicBezTo>
                  <a:cubicBezTo>
                    <a:pt x="17" y="0"/>
                    <a:pt x="17" y="0"/>
                    <a:pt x="17" y="1"/>
                  </a:cubicBezTo>
                  <a:cubicBezTo>
                    <a:pt x="15" y="6"/>
                    <a:pt x="13" y="11"/>
                    <a:pt x="11" y="16"/>
                  </a:cubicBezTo>
                  <a:cubicBezTo>
                    <a:pt x="11" y="16"/>
                    <a:pt x="11" y="17"/>
                    <a:pt x="11" y="17"/>
                  </a:cubicBezTo>
                  <a:cubicBezTo>
                    <a:pt x="11" y="17"/>
                    <a:pt x="11" y="17"/>
                    <a:pt x="11" y="1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6" name="Freeform 1068">
              <a:extLst>
                <a:ext uri="{FF2B5EF4-FFF2-40B4-BE49-F238E27FC236}">
                  <a16:creationId xmlns="" xmlns:a16="http://schemas.microsoft.com/office/drawing/2014/main" id="{E89E6018-5660-4891-9150-A29A33C2BB6A}"/>
                </a:ext>
              </a:extLst>
            </p:cNvPr>
            <p:cNvSpPr>
              <a:spLocks/>
            </p:cNvSpPr>
            <p:nvPr/>
          </p:nvSpPr>
          <p:spPr bwMode="auto">
            <a:xfrm>
              <a:off x="10923363" y="694016"/>
              <a:ext cx="48336" cy="14501"/>
            </a:xfrm>
            <a:custGeom>
              <a:avLst/>
              <a:gdLst>
                <a:gd name="T0" fmla="*/ 76 w 76"/>
                <a:gd name="T1" fmla="*/ 15 h 23"/>
                <a:gd name="T2" fmla="*/ 57 w 76"/>
                <a:gd name="T3" fmla="*/ 13 h 23"/>
                <a:gd name="T4" fmla="*/ 56 w 76"/>
                <a:gd name="T5" fmla="*/ 13 h 23"/>
                <a:gd name="T6" fmla="*/ 57 w 76"/>
                <a:gd name="T7" fmla="*/ 13 h 23"/>
                <a:gd name="T8" fmla="*/ 61 w 76"/>
                <a:gd name="T9" fmla="*/ 10 h 23"/>
                <a:gd name="T10" fmla="*/ 62 w 76"/>
                <a:gd name="T11" fmla="*/ 10 h 23"/>
                <a:gd name="T12" fmla="*/ 61 w 76"/>
                <a:gd name="T13" fmla="*/ 9 h 23"/>
                <a:gd name="T14" fmla="*/ 47 w 76"/>
                <a:gd name="T15" fmla="*/ 6 h 23"/>
                <a:gd name="T16" fmla="*/ 26 w 76"/>
                <a:gd name="T17" fmla="*/ 10 h 23"/>
                <a:gd name="T18" fmla="*/ 12 w 76"/>
                <a:gd name="T19" fmla="*/ 22 h 23"/>
                <a:gd name="T20" fmla="*/ 11 w 76"/>
                <a:gd name="T21" fmla="*/ 22 h 23"/>
                <a:gd name="T22" fmla="*/ 10 w 76"/>
                <a:gd name="T23" fmla="*/ 22 h 23"/>
                <a:gd name="T24" fmla="*/ 8 w 76"/>
                <a:gd name="T25" fmla="*/ 19 h 23"/>
                <a:gd name="T26" fmla="*/ 1 w 76"/>
                <a:gd name="T27" fmla="*/ 16 h 23"/>
                <a:gd name="T28" fmla="*/ 0 w 76"/>
                <a:gd name="T29" fmla="*/ 16 h 23"/>
                <a:gd name="T30" fmla="*/ 1 w 76"/>
                <a:gd name="T31" fmla="*/ 15 h 23"/>
                <a:gd name="T32" fmla="*/ 17 w 76"/>
                <a:gd name="T33" fmla="*/ 4 h 23"/>
                <a:gd name="T34" fmla="*/ 42 w 76"/>
                <a:gd name="T35" fmla="*/ 0 h 23"/>
                <a:gd name="T36" fmla="*/ 61 w 76"/>
                <a:gd name="T37" fmla="*/ 5 h 23"/>
                <a:gd name="T38" fmla="*/ 64 w 76"/>
                <a:gd name="T39" fmla="*/ 6 h 23"/>
                <a:gd name="T40" fmla="*/ 65 w 76"/>
                <a:gd name="T41" fmla="*/ 6 h 23"/>
                <a:gd name="T42" fmla="*/ 65 w 76"/>
                <a:gd name="T43" fmla="*/ 5 h 23"/>
                <a:gd name="T44" fmla="*/ 64 w 76"/>
                <a:gd name="T45" fmla="*/ 1 h 23"/>
                <a:gd name="T46" fmla="*/ 64 w 76"/>
                <a:gd name="T47" fmla="*/ 0 h 23"/>
                <a:gd name="T48" fmla="*/ 64 w 76"/>
                <a:gd name="T49" fmla="*/ 0 h 23"/>
                <a:gd name="T50" fmla="*/ 76 w 76"/>
                <a:gd name="T51" fmla="*/ 14 h 23"/>
                <a:gd name="T52" fmla="*/ 76 w 76"/>
                <a:gd name="T53"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6" h="23">
                  <a:moveTo>
                    <a:pt x="76" y="15"/>
                  </a:moveTo>
                  <a:cubicBezTo>
                    <a:pt x="70" y="14"/>
                    <a:pt x="63" y="14"/>
                    <a:pt x="57" y="13"/>
                  </a:cubicBezTo>
                  <a:cubicBezTo>
                    <a:pt x="56" y="13"/>
                    <a:pt x="56" y="13"/>
                    <a:pt x="56" y="13"/>
                  </a:cubicBezTo>
                  <a:cubicBezTo>
                    <a:pt x="57" y="13"/>
                    <a:pt x="57" y="13"/>
                    <a:pt x="57" y="13"/>
                  </a:cubicBezTo>
                  <a:cubicBezTo>
                    <a:pt x="58" y="12"/>
                    <a:pt x="60" y="11"/>
                    <a:pt x="61" y="10"/>
                  </a:cubicBezTo>
                  <a:cubicBezTo>
                    <a:pt x="61" y="10"/>
                    <a:pt x="61" y="10"/>
                    <a:pt x="62" y="10"/>
                  </a:cubicBezTo>
                  <a:cubicBezTo>
                    <a:pt x="61" y="9"/>
                    <a:pt x="61" y="9"/>
                    <a:pt x="61" y="9"/>
                  </a:cubicBezTo>
                  <a:cubicBezTo>
                    <a:pt x="56" y="7"/>
                    <a:pt x="52" y="6"/>
                    <a:pt x="47" y="6"/>
                  </a:cubicBezTo>
                  <a:cubicBezTo>
                    <a:pt x="39" y="5"/>
                    <a:pt x="32" y="7"/>
                    <a:pt x="26" y="10"/>
                  </a:cubicBezTo>
                  <a:cubicBezTo>
                    <a:pt x="20" y="13"/>
                    <a:pt x="16" y="17"/>
                    <a:pt x="12" y="22"/>
                  </a:cubicBezTo>
                  <a:cubicBezTo>
                    <a:pt x="12" y="22"/>
                    <a:pt x="11" y="22"/>
                    <a:pt x="11" y="22"/>
                  </a:cubicBezTo>
                  <a:cubicBezTo>
                    <a:pt x="11" y="23"/>
                    <a:pt x="11" y="23"/>
                    <a:pt x="10" y="22"/>
                  </a:cubicBezTo>
                  <a:cubicBezTo>
                    <a:pt x="10" y="21"/>
                    <a:pt x="9" y="20"/>
                    <a:pt x="8" y="19"/>
                  </a:cubicBezTo>
                  <a:cubicBezTo>
                    <a:pt x="6" y="17"/>
                    <a:pt x="4" y="16"/>
                    <a:pt x="1" y="16"/>
                  </a:cubicBezTo>
                  <a:cubicBezTo>
                    <a:pt x="1" y="16"/>
                    <a:pt x="1" y="16"/>
                    <a:pt x="0" y="16"/>
                  </a:cubicBezTo>
                  <a:cubicBezTo>
                    <a:pt x="1" y="15"/>
                    <a:pt x="1" y="15"/>
                    <a:pt x="1" y="15"/>
                  </a:cubicBezTo>
                  <a:cubicBezTo>
                    <a:pt x="5" y="9"/>
                    <a:pt x="11" y="6"/>
                    <a:pt x="17" y="4"/>
                  </a:cubicBezTo>
                  <a:cubicBezTo>
                    <a:pt x="25" y="1"/>
                    <a:pt x="33" y="0"/>
                    <a:pt x="42" y="0"/>
                  </a:cubicBezTo>
                  <a:cubicBezTo>
                    <a:pt x="48" y="1"/>
                    <a:pt x="55" y="2"/>
                    <a:pt x="61" y="5"/>
                  </a:cubicBezTo>
                  <a:cubicBezTo>
                    <a:pt x="62" y="5"/>
                    <a:pt x="63" y="5"/>
                    <a:pt x="64" y="6"/>
                  </a:cubicBezTo>
                  <a:cubicBezTo>
                    <a:pt x="64" y="6"/>
                    <a:pt x="64" y="6"/>
                    <a:pt x="65" y="6"/>
                  </a:cubicBezTo>
                  <a:cubicBezTo>
                    <a:pt x="65" y="6"/>
                    <a:pt x="65" y="5"/>
                    <a:pt x="65" y="5"/>
                  </a:cubicBezTo>
                  <a:cubicBezTo>
                    <a:pt x="64" y="4"/>
                    <a:pt x="64" y="2"/>
                    <a:pt x="64" y="1"/>
                  </a:cubicBezTo>
                  <a:cubicBezTo>
                    <a:pt x="64" y="0"/>
                    <a:pt x="64" y="0"/>
                    <a:pt x="64" y="0"/>
                  </a:cubicBezTo>
                  <a:cubicBezTo>
                    <a:pt x="64" y="0"/>
                    <a:pt x="64" y="0"/>
                    <a:pt x="64" y="0"/>
                  </a:cubicBezTo>
                  <a:cubicBezTo>
                    <a:pt x="68" y="5"/>
                    <a:pt x="72" y="9"/>
                    <a:pt x="76" y="14"/>
                  </a:cubicBezTo>
                  <a:cubicBezTo>
                    <a:pt x="76" y="14"/>
                    <a:pt x="76" y="15"/>
                    <a:pt x="76"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7" name="Freeform 1069">
              <a:extLst>
                <a:ext uri="{FF2B5EF4-FFF2-40B4-BE49-F238E27FC236}">
                  <a16:creationId xmlns="" xmlns:a16="http://schemas.microsoft.com/office/drawing/2014/main" id="{0A707C4D-70B5-4B7B-B4B9-B73F67A43D95}"/>
                </a:ext>
              </a:extLst>
            </p:cNvPr>
            <p:cNvSpPr>
              <a:spLocks/>
            </p:cNvSpPr>
            <p:nvPr/>
          </p:nvSpPr>
          <p:spPr bwMode="auto">
            <a:xfrm>
              <a:off x="10935984" y="714157"/>
              <a:ext cx="35715" cy="3222"/>
            </a:xfrm>
            <a:custGeom>
              <a:avLst/>
              <a:gdLst>
                <a:gd name="T0" fmla="*/ 28 w 56"/>
                <a:gd name="T1" fmla="*/ 0 h 5"/>
                <a:gd name="T2" fmla="*/ 54 w 56"/>
                <a:gd name="T3" fmla="*/ 0 h 5"/>
                <a:gd name="T4" fmla="*/ 56 w 56"/>
                <a:gd name="T5" fmla="*/ 2 h 5"/>
                <a:gd name="T6" fmla="*/ 56 w 56"/>
                <a:gd name="T7" fmla="*/ 4 h 5"/>
                <a:gd name="T8" fmla="*/ 54 w 56"/>
                <a:gd name="T9" fmla="*/ 5 h 5"/>
                <a:gd name="T10" fmla="*/ 48 w 56"/>
                <a:gd name="T11" fmla="*/ 5 h 5"/>
                <a:gd name="T12" fmla="*/ 2 w 56"/>
                <a:gd name="T13" fmla="*/ 5 h 5"/>
                <a:gd name="T14" fmla="*/ 1 w 56"/>
                <a:gd name="T15" fmla="*/ 5 h 5"/>
                <a:gd name="T16" fmla="*/ 0 w 56"/>
                <a:gd name="T17" fmla="*/ 4 h 5"/>
                <a:gd name="T18" fmla="*/ 0 w 56"/>
                <a:gd name="T19" fmla="*/ 1 h 5"/>
                <a:gd name="T20" fmla="*/ 1 w 56"/>
                <a:gd name="T21" fmla="*/ 0 h 5"/>
                <a:gd name="T22" fmla="*/ 2 w 56"/>
                <a:gd name="T23" fmla="*/ 0 h 5"/>
                <a:gd name="T24" fmla="*/ 28 w 56"/>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5">
                  <a:moveTo>
                    <a:pt x="28" y="0"/>
                  </a:moveTo>
                  <a:cubicBezTo>
                    <a:pt x="36" y="0"/>
                    <a:pt x="45" y="0"/>
                    <a:pt x="54" y="0"/>
                  </a:cubicBezTo>
                  <a:cubicBezTo>
                    <a:pt x="56" y="0"/>
                    <a:pt x="56" y="0"/>
                    <a:pt x="56" y="2"/>
                  </a:cubicBezTo>
                  <a:cubicBezTo>
                    <a:pt x="56" y="2"/>
                    <a:pt x="56" y="3"/>
                    <a:pt x="56" y="4"/>
                  </a:cubicBezTo>
                  <a:cubicBezTo>
                    <a:pt x="56" y="5"/>
                    <a:pt x="55" y="5"/>
                    <a:pt x="54" y="5"/>
                  </a:cubicBezTo>
                  <a:cubicBezTo>
                    <a:pt x="52" y="5"/>
                    <a:pt x="50" y="5"/>
                    <a:pt x="48" y="5"/>
                  </a:cubicBezTo>
                  <a:cubicBezTo>
                    <a:pt x="33" y="5"/>
                    <a:pt x="17" y="5"/>
                    <a:pt x="2" y="5"/>
                  </a:cubicBezTo>
                  <a:cubicBezTo>
                    <a:pt x="1" y="5"/>
                    <a:pt x="1" y="5"/>
                    <a:pt x="1" y="5"/>
                  </a:cubicBezTo>
                  <a:cubicBezTo>
                    <a:pt x="0" y="5"/>
                    <a:pt x="0" y="5"/>
                    <a:pt x="0" y="4"/>
                  </a:cubicBezTo>
                  <a:cubicBezTo>
                    <a:pt x="0" y="3"/>
                    <a:pt x="0" y="2"/>
                    <a:pt x="0" y="1"/>
                  </a:cubicBezTo>
                  <a:cubicBezTo>
                    <a:pt x="0" y="0"/>
                    <a:pt x="0" y="0"/>
                    <a:pt x="1" y="0"/>
                  </a:cubicBezTo>
                  <a:cubicBezTo>
                    <a:pt x="1" y="0"/>
                    <a:pt x="2" y="0"/>
                    <a:pt x="2" y="0"/>
                  </a:cubicBezTo>
                  <a:cubicBezTo>
                    <a:pt x="11" y="0"/>
                    <a:pt x="19" y="0"/>
                    <a:pt x="2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8" name="Freeform 1070">
              <a:extLst>
                <a:ext uri="{FF2B5EF4-FFF2-40B4-BE49-F238E27FC236}">
                  <a16:creationId xmlns="" xmlns:a16="http://schemas.microsoft.com/office/drawing/2014/main" id="{50702D8B-6257-4F2B-A6B0-D2FFC6E4EFBC}"/>
                </a:ext>
              </a:extLst>
            </p:cNvPr>
            <p:cNvSpPr>
              <a:spLocks/>
            </p:cNvSpPr>
            <p:nvPr/>
          </p:nvSpPr>
          <p:spPr bwMode="auto">
            <a:xfrm>
              <a:off x="10935984" y="730269"/>
              <a:ext cx="35715" cy="2954"/>
            </a:xfrm>
            <a:custGeom>
              <a:avLst/>
              <a:gdLst>
                <a:gd name="T0" fmla="*/ 28 w 56"/>
                <a:gd name="T1" fmla="*/ 0 h 5"/>
                <a:gd name="T2" fmla="*/ 54 w 56"/>
                <a:gd name="T3" fmla="*/ 0 h 5"/>
                <a:gd name="T4" fmla="*/ 56 w 56"/>
                <a:gd name="T5" fmla="*/ 2 h 5"/>
                <a:gd name="T6" fmla="*/ 56 w 56"/>
                <a:gd name="T7" fmla="*/ 4 h 5"/>
                <a:gd name="T8" fmla="*/ 55 w 56"/>
                <a:gd name="T9" fmla="*/ 5 h 5"/>
                <a:gd name="T10" fmla="*/ 54 w 56"/>
                <a:gd name="T11" fmla="*/ 5 h 5"/>
                <a:gd name="T12" fmla="*/ 2 w 56"/>
                <a:gd name="T13" fmla="*/ 5 h 5"/>
                <a:gd name="T14" fmla="*/ 1 w 56"/>
                <a:gd name="T15" fmla="*/ 5 h 5"/>
                <a:gd name="T16" fmla="*/ 0 w 56"/>
                <a:gd name="T17" fmla="*/ 4 h 5"/>
                <a:gd name="T18" fmla="*/ 0 w 56"/>
                <a:gd name="T19" fmla="*/ 1 h 5"/>
                <a:gd name="T20" fmla="*/ 1 w 56"/>
                <a:gd name="T21" fmla="*/ 0 h 5"/>
                <a:gd name="T22" fmla="*/ 2 w 56"/>
                <a:gd name="T23" fmla="*/ 0 h 5"/>
                <a:gd name="T24" fmla="*/ 28 w 56"/>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5">
                  <a:moveTo>
                    <a:pt x="28" y="0"/>
                  </a:moveTo>
                  <a:cubicBezTo>
                    <a:pt x="37" y="0"/>
                    <a:pt x="45" y="0"/>
                    <a:pt x="54" y="0"/>
                  </a:cubicBezTo>
                  <a:cubicBezTo>
                    <a:pt x="56" y="0"/>
                    <a:pt x="56" y="0"/>
                    <a:pt x="56" y="2"/>
                  </a:cubicBezTo>
                  <a:cubicBezTo>
                    <a:pt x="56" y="2"/>
                    <a:pt x="56" y="3"/>
                    <a:pt x="56" y="4"/>
                  </a:cubicBezTo>
                  <a:cubicBezTo>
                    <a:pt x="56" y="5"/>
                    <a:pt x="55" y="5"/>
                    <a:pt x="55" y="5"/>
                  </a:cubicBezTo>
                  <a:cubicBezTo>
                    <a:pt x="54" y="5"/>
                    <a:pt x="54" y="5"/>
                    <a:pt x="54" y="5"/>
                  </a:cubicBezTo>
                  <a:cubicBezTo>
                    <a:pt x="36" y="5"/>
                    <a:pt x="19" y="5"/>
                    <a:pt x="2" y="5"/>
                  </a:cubicBezTo>
                  <a:cubicBezTo>
                    <a:pt x="1" y="5"/>
                    <a:pt x="1" y="5"/>
                    <a:pt x="1" y="5"/>
                  </a:cubicBezTo>
                  <a:cubicBezTo>
                    <a:pt x="0" y="5"/>
                    <a:pt x="0" y="5"/>
                    <a:pt x="0" y="4"/>
                  </a:cubicBezTo>
                  <a:cubicBezTo>
                    <a:pt x="0" y="3"/>
                    <a:pt x="0" y="2"/>
                    <a:pt x="0" y="1"/>
                  </a:cubicBezTo>
                  <a:cubicBezTo>
                    <a:pt x="0" y="0"/>
                    <a:pt x="0" y="0"/>
                    <a:pt x="1" y="0"/>
                  </a:cubicBezTo>
                  <a:cubicBezTo>
                    <a:pt x="1" y="0"/>
                    <a:pt x="1" y="0"/>
                    <a:pt x="2" y="0"/>
                  </a:cubicBezTo>
                  <a:cubicBezTo>
                    <a:pt x="10" y="0"/>
                    <a:pt x="19" y="0"/>
                    <a:pt x="2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19" name="Freeform 1071">
              <a:extLst>
                <a:ext uri="{FF2B5EF4-FFF2-40B4-BE49-F238E27FC236}">
                  <a16:creationId xmlns="" xmlns:a16="http://schemas.microsoft.com/office/drawing/2014/main" id="{490F8878-6CC0-4B82-B084-77738650EA55}"/>
                </a:ext>
              </a:extLst>
            </p:cNvPr>
            <p:cNvSpPr>
              <a:spLocks/>
            </p:cNvSpPr>
            <p:nvPr/>
          </p:nvSpPr>
          <p:spPr bwMode="auto">
            <a:xfrm>
              <a:off x="10938132" y="703415"/>
              <a:ext cx="19603" cy="9667"/>
            </a:xfrm>
            <a:custGeom>
              <a:avLst/>
              <a:gdLst>
                <a:gd name="T0" fmla="*/ 16 w 31"/>
                <a:gd name="T1" fmla="*/ 0 h 15"/>
                <a:gd name="T2" fmla="*/ 30 w 31"/>
                <a:gd name="T3" fmla="*/ 0 h 15"/>
                <a:gd name="T4" fmla="*/ 31 w 31"/>
                <a:gd name="T5" fmla="*/ 1 h 15"/>
                <a:gd name="T6" fmla="*/ 31 w 31"/>
                <a:gd name="T7" fmla="*/ 14 h 15"/>
                <a:gd name="T8" fmla="*/ 30 w 31"/>
                <a:gd name="T9" fmla="*/ 15 h 15"/>
                <a:gd name="T10" fmla="*/ 28 w 31"/>
                <a:gd name="T11" fmla="*/ 13 h 15"/>
                <a:gd name="T12" fmla="*/ 26 w 31"/>
                <a:gd name="T13" fmla="*/ 11 h 15"/>
                <a:gd name="T14" fmla="*/ 21 w 31"/>
                <a:gd name="T15" fmla="*/ 5 h 15"/>
                <a:gd name="T16" fmla="*/ 20 w 31"/>
                <a:gd name="T17" fmla="*/ 4 h 15"/>
                <a:gd name="T18" fmla="*/ 11 w 31"/>
                <a:gd name="T19" fmla="*/ 4 h 15"/>
                <a:gd name="T20" fmla="*/ 10 w 31"/>
                <a:gd name="T21" fmla="*/ 5 h 15"/>
                <a:gd name="T22" fmla="*/ 4 w 31"/>
                <a:gd name="T23" fmla="*/ 11 h 15"/>
                <a:gd name="T24" fmla="*/ 3 w 31"/>
                <a:gd name="T25" fmla="*/ 12 h 15"/>
                <a:gd name="T26" fmla="*/ 3 w 31"/>
                <a:gd name="T27" fmla="*/ 14 h 15"/>
                <a:gd name="T28" fmla="*/ 2 w 31"/>
                <a:gd name="T29" fmla="*/ 15 h 15"/>
                <a:gd name="T30" fmla="*/ 2 w 31"/>
                <a:gd name="T31" fmla="*/ 15 h 15"/>
                <a:gd name="T32" fmla="*/ 0 w 31"/>
                <a:gd name="T33" fmla="*/ 13 h 15"/>
                <a:gd name="T34" fmla="*/ 0 w 31"/>
                <a:gd name="T35" fmla="*/ 1 h 15"/>
                <a:gd name="T36" fmla="*/ 2 w 31"/>
                <a:gd name="T37" fmla="*/ 0 h 15"/>
                <a:gd name="T38" fmla="*/ 16 w 31"/>
                <a:gd name="T39" fmla="*/ 0 h 15"/>
                <a:gd name="T40" fmla="*/ 16 w 31"/>
                <a:gd name="T4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 h="15">
                  <a:moveTo>
                    <a:pt x="16" y="0"/>
                  </a:moveTo>
                  <a:cubicBezTo>
                    <a:pt x="20" y="0"/>
                    <a:pt x="25" y="0"/>
                    <a:pt x="30" y="0"/>
                  </a:cubicBezTo>
                  <a:cubicBezTo>
                    <a:pt x="31" y="0"/>
                    <a:pt x="31" y="0"/>
                    <a:pt x="31" y="1"/>
                  </a:cubicBezTo>
                  <a:cubicBezTo>
                    <a:pt x="31" y="5"/>
                    <a:pt x="31" y="9"/>
                    <a:pt x="31" y="14"/>
                  </a:cubicBezTo>
                  <a:cubicBezTo>
                    <a:pt x="31" y="15"/>
                    <a:pt x="31" y="15"/>
                    <a:pt x="30" y="15"/>
                  </a:cubicBezTo>
                  <a:cubicBezTo>
                    <a:pt x="28" y="15"/>
                    <a:pt x="28" y="15"/>
                    <a:pt x="28" y="13"/>
                  </a:cubicBezTo>
                  <a:cubicBezTo>
                    <a:pt x="28" y="11"/>
                    <a:pt x="28" y="11"/>
                    <a:pt x="26" y="11"/>
                  </a:cubicBezTo>
                  <a:cubicBezTo>
                    <a:pt x="24" y="10"/>
                    <a:pt x="22" y="8"/>
                    <a:pt x="21" y="5"/>
                  </a:cubicBezTo>
                  <a:cubicBezTo>
                    <a:pt x="21" y="4"/>
                    <a:pt x="21" y="4"/>
                    <a:pt x="20" y="4"/>
                  </a:cubicBezTo>
                  <a:cubicBezTo>
                    <a:pt x="17" y="4"/>
                    <a:pt x="14" y="4"/>
                    <a:pt x="11" y="4"/>
                  </a:cubicBezTo>
                  <a:cubicBezTo>
                    <a:pt x="10" y="4"/>
                    <a:pt x="10" y="4"/>
                    <a:pt x="10" y="5"/>
                  </a:cubicBezTo>
                  <a:cubicBezTo>
                    <a:pt x="9" y="8"/>
                    <a:pt x="7" y="10"/>
                    <a:pt x="4" y="11"/>
                  </a:cubicBezTo>
                  <a:cubicBezTo>
                    <a:pt x="3" y="11"/>
                    <a:pt x="3" y="11"/>
                    <a:pt x="3" y="12"/>
                  </a:cubicBezTo>
                  <a:cubicBezTo>
                    <a:pt x="3" y="13"/>
                    <a:pt x="3" y="13"/>
                    <a:pt x="3" y="14"/>
                  </a:cubicBezTo>
                  <a:cubicBezTo>
                    <a:pt x="3" y="15"/>
                    <a:pt x="3" y="15"/>
                    <a:pt x="2" y="15"/>
                  </a:cubicBezTo>
                  <a:cubicBezTo>
                    <a:pt x="2" y="15"/>
                    <a:pt x="2" y="15"/>
                    <a:pt x="2" y="15"/>
                  </a:cubicBezTo>
                  <a:cubicBezTo>
                    <a:pt x="0" y="15"/>
                    <a:pt x="0" y="15"/>
                    <a:pt x="0" y="13"/>
                  </a:cubicBezTo>
                  <a:cubicBezTo>
                    <a:pt x="0" y="9"/>
                    <a:pt x="0" y="5"/>
                    <a:pt x="0" y="1"/>
                  </a:cubicBezTo>
                  <a:cubicBezTo>
                    <a:pt x="0" y="0"/>
                    <a:pt x="0" y="0"/>
                    <a:pt x="2" y="0"/>
                  </a:cubicBezTo>
                  <a:cubicBezTo>
                    <a:pt x="6" y="0"/>
                    <a:pt x="11" y="0"/>
                    <a:pt x="16" y="0"/>
                  </a:cubicBezTo>
                  <a:cubicBezTo>
                    <a:pt x="16" y="0"/>
                    <a:pt x="16" y="0"/>
                    <a:pt x="16"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0" name="Freeform 1072">
              <a:extLst>
                <a:ext uri="{FF2B5EF4-FFF2-40B4-BE49-F238E27FC236}">
                  <a16:creationId xmlns="" xmlns:a16="http://schemas.microsoft.com/office/drawing/2014/main" id="{CFC592F2-B6BD-4FCB-B075-7C2695254954}"/>
                </a:ext>
              </a:extLst>
            </p:cNvPr>
            <p:cNvSpPr>
              <a:spLocks/>
            </p:cNvSpPr>
            <p:nvPr/>
          </p:nvSpPr>
          <p:spPr bwMode="auto">
            <a:xfrm>
              <a:off x="10938132" y="734565"/>
              <a:ext cx="19603" cy="6982"/>
            </a:xfrm>
            <a:custGeom>
              <a:avLst/>
              <a:gdLst>
                <a:gd name="T0" fmla="*/ 16 w 31"/>
                <a:gd name="T1" fmla="*/ 11 h 11"/>
                <a:gd name="T2" fmla="*/ 1 w 31"/>
                <a:gd name="T3" fmla="*/ 11 h 11"/>
                <a:gd name="T4" fmla="*/ 0 w 31"/>
                <a:gd name="T5" fmla="*/ 9 h 11"/>
                <a:gd name="T6" fmla="*/ 0 w 31"/>
                <a:gd name="T7" fmla="*/ 1 h 11"/>
                <a:gd name="T8" fmla="*/ 1 w 31"/>
                <a:gd name="T9" fmla="*/ 0 h 11"/>
                <a:gd name="T10" fmla="*/ 3 w 31"/>
                <a:gd name="T11" fmla="*/ 0 h 11"/>
                <a:gd name="T12" fmla="*/ 8 w 31"/>
                <a:gd name="T13" fmla="*/ 2 h 11"/>
                <a:gd name="T14" fmla="*/ 10 w 31"/>
                <a:gd name="T15" fmla="*/ 6 h 11"/>
                <a:gd name="T16" fmla="*/ 11 w 31"/>
                <a:gd name="T17" fmla="*/ 7 h 11"/>
                <a:gd name="T18" fmla="*/ 20 w 31"/>
                <a:gd name="T19" fmla="*/ 7 h 11"/>
                <a:gd name="T20" fmla="*/ 21 w 31"/>
                <a:gd name="T21" fmla="*/ 6 h 11"/>
                <a:gd name="T22" fmla="*/ 25 w 31"/>
                <a:gd name="T23" fmla="*/ 1 h 11"/>
                <a:gd name="T24" fmla="*/ 27 w 31"/>
                <a:gd name="T25" fmla="*/ 0 h 11"/>
                <a:gd name="T26" fmla="*/ 30 w 31"/>
                <a:gd name="T27" fmla="*/ 0 h 11"/>
                <a:gd name="T28" fmla="*/ 31 w 31"/>
                <a:gd name="T29" fmla="*/ 1 h 11"/>
                <a:gd name="T30" fmla="*/ 31 w 31"/>
                <a:gd name="T31" fmla="*/ 10 h 11"/>
                <a:gd name="T32" fmla="*/ 30 w 31"/>
                <a:gd name="T33" fmla="*/ 11 h 11"/>
                <a:gd name="T34" fmla="*/ 16 w 31"/>
                <a:gd name="T35" fmla="*/ 11 h 11"/>
                <a:gd name="T36" fmla="*/ 16 w 31"/>
                <a:gd name="T3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11">
                  <a:moveTo>
                    <a:pt x="16" y="11"/>
                  </a:moveTo>
                  <a:cubicBezTo>
                    <a:pt x="11" y="11"/>
                    <a:pt x="6" y="11"/>
                    <a:pt x="1" y="11"/>
                  </a:cubicBezTo>
                  <a:cubicBezTo>
                    <a:pt x="0" y="11"/>
                    <a:pt x="0" y="11"/>
                    <a:pt x="0" y="9"/>
                  </a:cubicBezTo>
                  <a:cubicBezTo>
                    <a:pt x="0" y="7"/>
                    <a:pt x="0" y="4"/>
                    <a:pt x="0" y="1"/>
                  </a:cubicBezTo>
                  <a:cubicBezTo>
                    <a:pt x="0" y="0"/>
                    <a:pt x="0" y="0"/>
                    <a:pt x="1" y="0"/>
                  </a:cubicBezTo>
                  <a:cubicBezTo>
                    <a:pt x="2" y="0"/>
                    <a:pt x="2" y="0"/>
                    <a:pt x="3" y="0"/>
                  </a:cubicBezTo>
                  <a:cubicBezTo>
                    <a:pt x="5" y="0"/>
                    <a:pt x="7" y="1"/>
                    <a:pt x="8" y="2"/>
                  </a:cubicBezTo>
                  <a:cubicBezTo>
                    <a:pt x="9" y="3"/>
                    <a:pt x="9" y="5"/>
                    <a:pt x="10" y="6"/>
                  </a:cubicBezTo>
                  <a:cubicBezTo>
                    <a:pt x="10" y="6"/>
                    <a:pt x="10" y="7"/>
                    <a:pt x="11" y="7"/>
                  </a:cubicBezTo>
                  <a:cubicBezTo>
                    <a:pt x="14" y="7"/>
                    <a:pt x="17" y="7"/>
                    <a:pt x="20" y="7"/>
                  </a:cubicBezTo>
                  <a:cubicBezTo>
                    <a:pt x="21" y="7"/>
                    <a:pt x="21" y="6"/>
                    <a:pt x="21" y="6"/>
                  </a:cubicBezTo>
                  <a:cubicBezTo>
                    <a:pt x="22" y="3"/>
                    <a:pt x="23" y="2"/>
                    <a:pt x="25" y="1"/>
                  </a:cubicBezTo>
                  <a:cubicBezTo>
                    <a:pt x="25" y="0"/>
                    <a:pt x="26" y="0"/>
                    <a:pt x="27" y="0"/>
                  </a:cubicBezTo>
                  <a:cubicBezTo>
                    <a:pt x="28" y="0"/>
                    <a:pt x="29" y="0"/>
                    <a:pt x="30" y="0"/>
                  </a:cubicBezTo>
                  <a:cubicBezTo>
                    <a:pt x="31" y="0"/>
                    <a:pt x="31" y="0"/>
                    <a:pt x="31" y="1"/>
                  </a:cubicBezTo>
                  <a:cubicBezTo>
                    <a:pt x="31" y="4"/>
                    <a:pt x="31" y="7"/>
                    <a:pt x="31" y="10"/>
                  </a:cubicBezTo>
                  <a:cubicBezTo>
                    <a:pt x="31" y="11"/>
                    <a:pt x="31" y="11"/>
                    <a:pt x="30" y="11"/>
                  </a:cubicBezTo>
                  <a:cubicBezTo>
                    <a:pt x="25" y="11"/>
                    <a:pt x="20" y="11"/>
                    <a:pt x="16" y="11"/>
                  </a:cubicBezTo>
                  <a:cubicBezTo>
                    <a:pt x="16" y="11"/>
                    <a:pt x="16" y="11"/>
                    <a:pt x="16"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1" name="Freeform 1073">
              <a:extLst>
                <a:ext uri="{FF2B5EF4-FFF2-40B4-BE49-F238E27FC236}">
                  <a16:creationId xmlns="" xmlns:a16="http://schemas.microsoft.com/office/drawing/2014/main" id="{ED971C2F-8ACE-465C-9ECF-92FB0BA00F23}"/>
                </a:ext>
              </a:extLst>
            </p:cNvPr>
            <p:cNvSpPr>
              <a:spLocks/>
            </p:cNvSpPr>
            <p:nvPr/>
          </p:nvSpPr>
          <p:spPr bwMode="auto">
            <a:xfrm>
              <a:off x="10959077" y="718722"/>
              <a:ext cx="11278" cy="10741"/>
            </a:xfrm>
            <a:custGeom>
              <a:avLst/>
              <a:gdLst>
                <a:gd name="T0" fmla="*/ 3 w 18"/>
                <a:gd name="T1" fmla="*/ 1 h 17"/>
                <a:gd name="T2" fmla="*/ 7 w 18"/>
                <a:gd name="T3" fmla="*/ 3 h 17"/>
                <a:gd name="T4" fmla="*/ 8 w 18"/>
                <a:gd name="T5" fmla="*/ 4 h 17"/>
                <a:gd name="T6" fmla="*/ 9 w 18"/>
                <a:gd name="T7" fmla="*/ 4 h 17"/>
                <a:gd name="T8" fmla="*/ 11 w 18"/>
                <a:gd name="T9" fmla="*/ 2 h 17"/>
                <a:gd name="T10" fmla="*/ 13 w 18"/>
                <a:gd name="T11" fmla="*/ 1 h 17"/>
                <a:gd name="T12" fmla="*/ 17 w 18"/>
                <a:gd name="T13" fmla="*/ 1 h 17"/>
                <a:gd name="T14" fmla="*/ 18 w 18"/>
                <a:gd name="T15" fmla="*/ 1 h 17"/>
                <a:gd name="T16" fmla="*/ 18 w 18"/>
                <a:gd name="T17" fmla="*/ 2 h 17"/>
                <a:gd name="T18" fmla="*/ 13 w 18"/>
                <a:gd name="T19" fmla="*/ 8 h 17"/>
                <a:gd name="T20" fmla="*/ 13 w 18"/>
                <a:gd name="T21" fmla="*/ 10 h 17"/>
                <a:gd name="T22" fmla="*/ 17 w 18"/>
                <a:gd name="T23" fmla="*/ 15 h 17"/>
                <a:gd name="T24" fmla="*/ 18 w 18"/>
                <a:gd name="T25" fmla="*/ 16 h 17"/>
                <a:gd name="T26" fmla="*/ 17 w 18"/>
                <a:gd name="T27" fmla="*/ 16 h 17"/>
                <a:gd name="T28" fmla="*/ 12 w 18"/>
                <a:gd name="T29" fmla="*/ 16 h 17"/>
                <a:gd name="T30" fmla="*/ 11 w 18"/>
                <a:gd name="T31" fmla="*/ 16 h 17"/>
                <a:gd name="T32" fmla="*/ 9 w 18"/>
                <a:gd name="T33" fmla="*/ 14 h 17"/>
                <a:gd name="T34" fmla="*/ 8 w 18"/>
                <a:gd name="T35" fmla="*/ 14 h 17"/>
                <a:gd name="T36" fmla="*/ 6 w 18"/>
                <a:gd name="T37" fmla="*/ 16 h 17"/>
                <a:gd name="T38" fmla="*/ 5 w 18"/>
                <a:gd name="T39" fmla="*/ 16 h 17"/>
                <a:gd name="T40" fmla="*/ 1 w 18"/>
                <a:gd name="T41" fmla="*/ 16 h 17"/>
                <a:gd name="T42" fmla="*/ 0 w 18"/>
                <a:gd name="T43" fmla="*/ 16 h 17"/>
                <a:gd name="T44" fmla="*/ 0 w 18"/>
                <a:gd name="T45" fmla="*/ 15 h 17"/>
                <a:gd name="T46" fmla="*/ 5 w 18"/>
                <a:gd name="T47" fmla="*/ 10 h 17"/>
                <a:gd name="T48" fmla="*/ 5 w 18"/>
                <a:gd name="T49" fmla="*/ 8 h 17"/>
                <a:gd name="T50" fmla="*/ 0 w 18"/>
                <a:gd name="T51" fmla="*/ 2 h 17"/>
                <a:gd name="T52" fmla="*/ 0 w 18"/>
                <a:gd name="T53" fmla="*/ 1 h 17"/>
                <a:gd name="T54" fmla="*/ 0 w 18"/>
                <a:gd name="T55" fmla="*/ 1 h 17"/>
                <a:gd name="T56" fmla="*/ 3 w 18"/>
                <a:gd name="T57" fmla="*/ 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 h="17">
                  <a:moveTo>
                    <a:pt x="3" y="1"/>
                  </a:moveTo>
                  <a:cubicBezTo>
                    <a:pt x="6" y="1"/>
                    <a:pt x="5" y="0"/>
                    <a:pt x="7" y="3"/>
                  </a:cubicBezTo>
                  <a:cubicBezTo>
                    <a:pt x="8" y="3"/>
                    <a:pt x="8" y="4"/>
                    <a:pt x="8" y="4"/>
                  </a:cubicBezTo>
                  <a:cubicBezTo>
                    <a:pt x="9" y="5"/>
                    <a:pt x="9" y="5"/>
                    <a:pt x="9" y="4"/>
                  </a:cubicBezTo>
                  <a:cubicBezTo>
                    <a:pt x="10" y="3"/>
                    <a:pt x="11" y="2"/>
                    <a:pt x="11" y="2"/>
                  </a:cubicBezTo>
                  <a:cubicBezTo>
                    <a:pt x="12" y="1"/>
                    <a:pt x="12" y="1"/>
                    <a:pt x="13" y="1"/>
                  </a:cubicBezTo>
                  <a:cubicBezTo>
                    <a:pt x="14" y="1"/>
                    <a:pt x="16" y="1"/>
                    <a:pt x="17" y="1"/>
                  </a:cubicBezTo>
                  <a:cubicBezTo>
                    <a:pt x="17" y="1"/>
                    <a:pt x="18" y="1"/>
                    <a:pt x="18" y="1"/>
                  </a:cubicBezTo>
                  <a:cubicBezTo>
                    <a:pt x="18" y="1"/>
                    <a:pt x="18" y="2"/>
                    <a:pt x="18" y="2"/>
                  </a:cubicBezTo>
                  <a:cubicBezTo>
                    <a:pt x="16" y="4"/>
                    <a:pt x="14" y="6"/>
                    <a:pt x="13" y="8"/>
                  </a:cubicBezTo>
                  <a:cubicBezTo>
                    <a:pt x="12" y="9"/>
                    <a:pt x="12" y="9"/>
                    <a:pt x="13" y="10"/>
                  </a:cubicBezTo>
                  <a:cubicBezTo>
                    <a:pt x="14" y="12"/>
                    <a:pt x="16" y="13"/>
                    <a:pt x="17" y="15"/>
                  </a:cubicBezTo>
                  <a:cubicBezTo>
                    <a:pt x="17" y="16"/>
                    <a:pt x="17" y="16"/>
                    <a:pt x="18" y="16"/>
                  </a:cubicBezTo>
                  <a:cubicBezTo>
                    <a:pt x="17" y="16"/>
                    <a:pt x="17" y="16"/>
                    <a:pt x="17" y="16"/>
                  </a:cubicBezTo>
                  <a:cubicBezTo>
                    <a:pt x="15" y="17"/>
                    <a:pt x="14" y="17"/>
                    <a:pt x="12" y="16"/>
                  </a:cubicBezTo>
                  <a:cubicBezTo>
                    <a:pt x="12" y="16"/>
                    <a:pt x="11" y="16"/>
                    <a:pt x="11" y="16"/>
                  </a:cubicBezTo>
                  <a:cubicBezTo>
                    <a:pt x="10" y="15"/>
                    <a:pt x="10" y="14"/>
                    <a:pt x="9" y="14"/>
                  </a:cubicBezTo>
                  <a:cubicBezTo>
                    <a:pt x="9" y="13"/>
                    <a:pt x="9" y="13"/>
                    <a:pt x="8" y="14"/>
                  </a:cubicBezTo>
                  <a:cubicBezTo>
                    <a:pt x="8" y="15"/>
                    <a:pt x="7" y="15"/>
                    <a:pt x="6" y="16"/>
                  </a:cubicBezTo>
                  <a:cubicBezTo>
                    <a:pt x="6" y="16"/>
                    <a:pt x="6" y="16"/>
                    <a:pt x="5" y="16"/>
                  </a:cubicBezTo>
                  <a:cubicBezTo>
                    <a:pt x="4" y="17"/>
                    <a:pt x="2" y="17"/>
                    <a:pt x="1" y="16"/>
                  </a:cubicBezTo>
                  <a:cubicBezTo>
                    <a:pt x="1" y="16"/>
                    <a:pt x="0" y="16"/>
                    <a:pt x="0" y="16"/>
                  </a:cubicBezTo>
                  <a:cubicBezTo>
                    <a:pt x="0" y="16"/>
                    <a:pt x="0" y="16"/>
                    <a:pt x="0" y="15"/>
                  </a:cubicBezTo>
                  <a:cubicBezTo>
                    <a:pt x="2" y="14"/>
                    <a:pt x="3" y="12"/>
                    <a:pt x="5" y="10"/>
                  </a:cubicBezTo>
                  <a:cubicBezTo>
                    <a:pt x="5" y="9"/>
                    <a:pt x="5" y="9"/>
                    <a:pt x="5" y="8"/>
                  </a:cubicBezTo>
                  <a:cubicBezTo>
                    <a:pt x="3" y="6"/>
                    <a:pt x="2" y="4"/>
                    <a:pt x="0" y="2"/>
                  </a:cubicBezTo>
                  <a:cubicBezTo>
                    <a:pt x="0" y="2"/>
                    <a:pt x="0" y="1"/>
                    <a:pt x="0" y="1"/>
                  </a:cubicBezTo>
                  <a:cubicBezTo>
                    <a:pt x="0" y="1"/>
                    <a:pt x="0" y="1"/>
                    <a:pt x="0" y="1"/>
                  </a:cubicBezTo>
                  <a:cubicBezTo>
                    <a:pt x="1" y="1"/>
                    <a:pt x="2" y="1"/>
                    <a:pt x="3"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2" name="Freeform 1074">
              <a:extLst>
                <a:ext uri="{FF2B5EF4-FFF2-40B4-BE49-F238E27FC236}">
                  <a16:creationId xmlns="" xmlns:a16="http://schemas.microsoft.com/office/drawing/2014/main" id="{AD486295-7AA7-4799-93A9-73D4D985A6E2}"/>
                </a:ext>
              </a:extLst>
            </p:cNvPr>
            <p:cNvSpPr>
              <a:spLocks noEditPoints="1"/>
            </p:cNvSpPr>
            <p:nvPr/>
          </p:nvSpPr>
          <p:spPr bwMode="auto">
            <a:xfrm>
              <a:off x="10946993" y="719259"/>
              <a:ext cx="11278" cy="10204"/>
            </a:xfrm>
            <a:custGeom>
              <a:avLst/>
              <a:gdLst>
                <a:gd name="T0" fmla="*/ 15 w 18"/>
                <a:gd name="T1" fmla="*/ 16 h 16"/>
                <a:gd name="T2" fmla="*/ 13 w 18"/>
                <a:gd name="T3" fmla="*/ 16 h 16"/>
                <a:gd name="T4" fmla="*/ 12 w 18"/>
                <a:gd name="T5" fmla="*/ 15 h 16"/>
                <a:gd name="T6" fmla="*/ 10 w 18"/>
                <a:gd name="T7" fmla="*/ 13 h 16"/>
                <a:gd name="T8" fmla="*/ 7 w 18"/>
                <a:gd name="T9" fmla="*/ 13 h 16"/>
                <a:gd name="T10" fmla="*/ 6 w 18"/>
                <a:gd name="T11" fmla="*/ 14 h 16"/>
                <a:gd name="T12" fmla="*/ 3 w 18"/>
                <a:gd name="T13" fmla="*/ 16 h 16"/>
                <a:gd name="T14" fmla="*/ 1 w 18"/>
                <a:gd name="T15" fmla="*/ 16 h 16"/>
                <a:gd name="T16" fmla="*/ 0 w 18"/>
                <a:gd name="T17" fmla="*/ 14 h 16"/>
                <a:gd name="T18" fmla="*/ 5 w 18"/>
                <a:gd name="T19" fmla="*/ 3 h 16"/>
                <a:gd name="T20" fmla="*/ 6 w 18"/>
                <a:gd name="T21" fmla="*/ 1 h 16"/>
                <a:gd name="T22" fmla="*/ 7 w 18"/>
                <a:gd name="T23" fmla="*/ 0 h 16"/>
                <a:gd name="T24" fmla="*/ 11 w 18"/>
                <a:gd name="T25" fmla="*/ 0 h 16"/>
                <a:gd name="T26" fmla="*/ 12 w 18"/>
                <a:gd name="T27" fmla="*/ 1 h 16"/>
                <a:gd name="T28" fmla="*/ 16 w 18"/>
                <a:gd name="T29" fmla="*/ 11 h 16"/>
                <a:gd name="T30" fmla="*/ 18 w 18"/>
                <a:gd name="T31" fmla="*/ 14 h 16"/>
                <a:gd name="T32" fmla="*/ 17 w 18"/>
                <a:gd name="T33" fmla="*/ 16 h 16"/>
                <a:gd name="T34" fmla="*/ 15 w 18"/>
                <a:gd name="T35" fmla="*/ 16 h 16"/>
                <a:gd name="T36" fmla="*/ 9 w 18"/>
                <a:gd name="T37" fmla="*/ 7 h 16"/>
                <a:gd name="T38" fmla="*/ 9 w 18"/>
                <a:gd name="T39" fmla="*/ 7 h 16"/>
                <a:gd name="T40" fmla="*/ 8 w 18"/>
                <a:gd name="T41" fmla="*/ 9 h 16"/>
                <a:gd name="T42" fmla="*/ 8 w 18"/>
                <a:gd name="T43" fmla="*/ 9 h 16"/>
                <a:gd name="T44" fmla="*/ 10 w 18"/>
                <a:gd name="T45" fmla="*/ 9 h 16"/>
                <a:gd name="T46" fmla="*/ 10 w 18"/>
                <a:gd name="T47" fmla="*/ 9 h 16"/>
                <a:gd name="T48" fmla="*/ 9 w 18"/>
                <a:gd name="T49" fmla="*/ 7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16">
                  <a:moveTo>
                    <a:pt x="15" y="16"/>
                  </a:moveTo>
                  <a:cubicBezTo>
                    <a:pt x="14" y="16"/>
                    <a:pt x="14" y="15"/>
                    <a:pt x="13" y="16"/>
                  </a:cubicBezTo>
                  <a:cubicBezTo>
                    <a:pt x="12" y="16"/>
                    <a:pt x="12" y="15"/>
                    <a:pt x="12" y="15"/>
                  </a:cubicBezTo>
                  <a:cubicBezTo>
                    <a:pt x="11" y="13"/>
                    <a:pt x="12" y="13"/>
                    <a:pt x="10" y="13"/>
                  </a:cubicBezTo>
                  <a:cubicBezTo>
                    <a:pt x="9" y="13"/>
                    <a:pt x="8" y="13"/>
                    <a:pt x="7" y="13"/>
                  </a:cubicBezTo>
                  <a:cubicBezTo>
                    <a:pt x="6" y="13"/>
                    <a:pt x="6" y="13"/>
                    <a:pt x="6" y="14"/>
                  </a:cubicBezTo>
                  <a:cubicBezTo>
                    <a:pt x="5" y="16"/>
                    <a:pt x="6" y="15"/>
                    <a:pt x="3" y="16"/>
                  </a:cubicBezTo>
                  <a:cubicBezTo>
                    <a:pt x="3" y="16"/>
                    <a:pt x="2" y="16"/>
                    <a:pt x="1" y="16"/>
                  </a:cubicBezTo>
                  <a:cubicBezTo>
                    <a:pt x="0" y="16"/>
                    <a:pt x="0" y="15"/>
                    <a:pt x="0" y="14"/>
                  </a:cubicBezTo>
                  <a:cubicBezTo>
                    <a:pt x="2" y="10"/>
                    <a:pt x="3" y="6"/>
                    <a:pt x="5" y="3"/>
                  </a:cubicBezTo>
                  <a:cubicBezTo>
                    <a:pt x="5" y="2"/>
                    <a:pt x="5" y="1"/>
                    <a:pt x="6" y="1"/>
                  </a:cubicBezTo>
                  <a:cubicBezTo>
                    <a:pt x="6" y="0"/>
                    <a:pt x="6" y="0"/>
                    <a:pt x="7" y="0"/>
                  </a:cubicBezTo>
                  <a:cubicBezTo>
                    <a:pt x="8" y="0"/>
                    <a:pt x="9" y="0"/>
                    <a:pt x="11" y="0"/>
                  </a:cubicBezTo>
                  <a:cubicBezTo>
                    <a:pt x="12" y="0"/>
                    <a:pt x="12" y="0"/>
                    <a:pt x="12" y="1"/>
                  </a:cubicBezTo>
                  <a:cubicBezTo>
                    <a:pt x="13" y="4"/>
                    <a:pt x="15" y="7"/>
                    <a:pt x="16" y="11"/>
                  </a:cubicBezTo>
                  <a:cubicBezTo>
                    <a:pt x="17" y="12"/>
                    <a:pt x="17" y="13"/>
                    <a:pt x="18" y="14"/>
                  </a:cubicBezTo>
                  <a:cubicBezTo>
                    <a:pt x="18" y="15"/>
                    <a:pt x="18" y="15"/>
                    <a:pt x="17" y="16"/>
                  </a:cubicBezTo>
                  <a:cubicBezTo>
                    <a:pt x="16" y="16"/>
                    <a:pt x="16" y="16"/>
                    <a:pt x="15" y="16"/>
                  </a:cubicBezTo>
                  <a:close/>
                  <a:moveTo>
                    <a:pt x="9" y="7"/>
                  </a:moveTo>
                  <a:cubicBezTo>
                    <a:pt x="9" y="7"/>
                    <a:pt x="9" y="7"/>
                    <a:pt x="9" y="7"/>
                  </a:cubicBezTo>
                  <a:cubicBezTo>
                    <a:pt x="8" y="7"/>
                    <a:pt x="8" y="8"/>
                    <a:pt x="8" y="9"/>
                  </a:cubicBezTo>
                  <a:cubicBezTo>
                    <a:pt x="8" y="9"/>
                    <a:pt x="8" y="9"/>
                    <a:pt x="8" y="9"/>
                  </a:cubicBezTo>
                  <a:cubicBezTo>
                    <a:pt x="9" y="9"/>
                    <a:pt x="9" y="9"/>
                    <a:pt x="10" y="9"/>
                  </a:cubicBezTo>
                  <a:cubicBezTo>
                    <a:pt x="10" y="9"/>
                    <a:pt x="10" y="9"/>
                    <a:pt x="10" y="9"/>
                  </a:cubicBezTo>
                  <a:cubicBezTo>
                    <a:pt x="10" y="8"/>
                    <a:pt x="9" y="7"/>
                    <a:pt x="9"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3" name="Freeform 1075">
              <a:extLst>
                <a:ext uri="{FF2B5EF4-FFF2-40B4-BE49-F238E27FC236}">
                  <a16:creationId xmlns="" xmlns:a16="http://schemas.microsoft.com/office/drawing/2014/main" id="{5FDBC040-55AC-42BD-B025-2C8040F67E99}"/>
                </a:ext>
              </a:extLst>
            </p:cNvPr>
            <p:cNvSpPr>
              <a:spLocks/>
            </p:cNvSpPr>
            <p:nvPr/>
          </p:nvSpPr>
          <p:spPr bwMode="auto">
            <a:xfrm>
              <a:off x="10937326" y="719259"/>
              <a:ext cx="10741" cy="10204"/>
            </a:xfrm>
            <a:custGeom>
              <a:avLst/>
              <a:gdLst>
                <a:gd name="T0" fmla="*/ 9 w 17"/>
                <a:gd name="T1" fmla="*/ 0 h 16"/>
                <a:gd name="T2" fmla="*/ 16 w 17"/>
                <a:gd name="T3" fmla="*/ 0 h 16"/>
                <a:gd name="T4" fmla="*/ 17 w 17"/>
                <a:gd name="T5" fmla="*/ 1 h 16"/>
                <a:gd name="T6" fmla="*/ 17 w 17"/>
                <a:gd name="T7" fmla="*/ 4 h 16"/>
                <a:gd name="T8" fmla="*/ 16 w 17"/>
                <a:gd name="T9" fmla="*/ 5 h 16"/>
                <a:gd name="T10" fmla="*/ 13 w 17"/>
                <a:gd name="T11" fmla="*/ 5 h 16"/>
                <a:gd name="T12" fmla="*/ 11 w 17"/>
                <a:gd name="T13" fmla="*/ 6 h 16"/>
                <a:gd name="T14" fmla="*/ 11 w 17"/>
                <a:gd name="T15" fmla="*/ 14 h 16"/>
                <a:gd name="T16" fmla="*/ 10 w 17"/>
                <a:gd name="T17" fmla="*/ 16 h 16"/>
                <a:gd name="T18" fmla="*/ 7 w 17"/>
                <a:gd name="T19" fmla="*/ 16 h 16"/>
                <a:gd name="T20" fmla="*/ 6 w 17"/>
                <a:gd name="T21" fmla="*/ 14 h 16"/>
                <a:gd name="T22" fmla="*/ 6 w 17"/>
                <a:gd name="T23" fmla="*/ 6 h 16"/>
                <a:gd name="T24" fmla="*/ 5 w 17"/>
                <a:gd name="T25" fmla="*/ 5 h 16"/>
                <a:gd name="T26" fmla="*/ 1 w 17"/>
                <a:gd name="T27" fmla="*/ 5 h 16"/>
                <a:gd name="T28" fmla="*/ 0 w 17"/>
                <a:gd name="T29" fmla="*/ 4 h 16"/>
                <a:gd name="T30" fmla="*/ 0 w 17"/>
                <a:gd name="T31" fmla="*/ 1 h 16"/>
                <a:gd name="T32" fmla="*/ 1 w 17"/>
                <a:gd name="T33" fmla="*/ 0 h 16"/>
                <a:gd name="T34" fmla="*/ 9 w 17"/>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6">
                  <a:moveTo>
                    <a:pt x="9" y="0"/>
                  </a:moveTo>
                  <a:cubicBezTo>
                    <a:pt x="11" y="0"/>
                    <a:pt x="14" y="0"/>
                    <a:pt x="16" y="0"/>
                  </a:cubicBezTo>
                  <a:cubicBezTo>
                    <a:pt x="17" y="0"/>
                    <a:pt x="17" y="0"/>
                    <a:pt x="17" y="1"/>
                  </a:cubicBezTo>
                  <a:cubicBezTo>
                    <a:pt x="17" y="2"/>
                    <a:pt x="17" y="3"/>
                    <a:pt x="17" y="4"/>
                  </a:cubicBezTo>
                  <a:cubicBezTo>
                    <a:pt x="17" y="5"/>
                    <a:pt x="17" y="5"/>
                    <a:pt x="16" y="5"/>
                  </a:cubicBezTo>
                  <a:cubicBezTo>
                    <a:pt x="15" y="5"/>
                    <a:pt x="14" y="5"/>
                    <a:pt x="13" y="5"/>
                  </a:cubicBezTo>
                  <a:cubicBezTo>
                    <a:pt x="12" y="5"/>
                    <a:pt x="12" y="5"/>
                    <a:pt x="11" y="6"/>
                  </a:cubicBezTo>
                  <a:cubicBezTo>
                    <a:pt x="11" y="9"/>
                    <a:pt x="11" y="11"/>
                    <a:pt x="11" y="14"/>
                  </a:cubicBezTo>
                  <a:cubicBezTo>
                    <a:pt x="11" y="15"/>
                    <a:pt x="11" y="16"/>
                    <a:pt x="10" y="16"/>
                  </a:cubicBezTo>
                  <a:cubicBezTo>
                    <a:pt x="9" y="16"/>
                    <a:pt x="8" y="16"/>
                    <a:pt x="7" y="16"/>
                  </a:cubicBezTo>
                  <a:cubicBezTo>
                    <a:pt x="6" y="15"/>
                    <a:pt x="6" y="15"/>
                    <a:pt x="6" y="14"/>
                  </a:cubicBezTo>
                  <a:cubicBezTo>
                    <a:pt x="6" y="12"/>
                    <a:pt x="6" y="9"/>
                    <a:pt x="6" y="6"/>
                  </a:cubicBezTo>
                  <a:cubicBezTo>
                    <a:pt x="6" y="5"/>
                    <a:pt x="6" y="5"/>
                    <a:pt x="5" y="5"/>
                  </a:cubicBezTo>
                  <a:cubicBezTo>
                    <a:pt x="3" y="5"/>
                    <a:pt x="2" y="5"/>
                    <a:pt x="1" y="5"/>
                  </a:cubicBezTo>
                  <a:cubicBezTo>
                    <a:pt x="0" y="5"/>
                    <a:pt x="0" y="4"/>
                    <a:pt x="0" y="4"/>
                  </a:cubicBezTo>
                  <a:cubicBezTo>
                    <a:pt x="0" y="3"/>
                    <a:pt x="0" y="2"/>
                    <a:pt x="0" y="1"/>
                  </a:cubicBezTo>
                  <a:cubicBezTo>
                    <a:pt x="0" y="0"/>
                    <a:pt x="0" y="0"/>
                    <a:pt x="1" y="0"/>
                  </a:cubicBezTo>
                  <a:cubicBezTo>
                    <a:pt x="4" y="0"/>
                    <a:pt x="6" y="0"/>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4" name="Freeform 1076">
              <a:extLst>
                <a:ext uri="{FF2B5EF4-FFF2-40B4-BE49-F238E27FC236}">
                  <a16:creationId xmlns="" xmlns:a16="http://schemas.microsoft.com/office/drawing/2014/main" id="{86BE9A25-68AB-4A91-8872-DD0424FB4B9A}"/>
                </a:ext>
              </a:extLst>
            </p:cNvPr>
            <p:cNvSpPr>
              <a:spLocks/>
            </p:cNvSpPr>
            <p:nvPr/>
          </p:nvSpPr>
          <p:spPr bwMode="auto">
            <a:xfrm>
              <a:off x="10959077" y="706100"/>
              <a:ext cx="12621" cy="6982"/>
            </a:xfrm>
            <a:custGeom>
              <a:avLst/>
              <a:gdLst>
                <a:gd name="T0" fmla="*/ 10 w 20"/>
                <a:gd name="T1" fmla="*/ 11 h 11"/>
                <a:gd name="T2" fmla="*/ 1 w 20"/>
                <a:gd name="T3" fmla="*/ 11 h 11"/>
                <a:gd name="T4" fmla="*/ 0 w 20"/>
                <a:gd name="T5" fmla="*/ 10 h 11"/>
                <a:gd name="T6" fmla="*/ 0 w 20"/>
                <a:gd name="T7" fmla="*/ 2 h 11"/>
                <a:gd name="T8" fmla="*/ 1 w 20"/>
                <a:gd name="T9" fmla="*/ 1 h 11"/>
                <a:gd name="T10" fmla="*/ 19 w 20"/>
                <a:gd name="T11" fmla="*/ 7 h 11"/>
                <a:gd name="T12" fmla="*/ 20 w 20"/>
                <a:gd name="T13" fmla="*/ 9 h 11"/>
                <a:gd name="T14" fmla="*/ 17 w 20"/>
                <a:gd name="T15" fmla="*/ 11 h 11"/>
                <a:gd name="T16" fmla="*/ 10 w 20"/>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1">
                  <a:moveTo>
                    <a:pt x="10" y="11"/>
                  </a:moveTo>
                  <a:cubicBezTo>
                    <a:pt x="7" y="11"/>
                    <a:pt x="4" y="11"/>
                    <a:pt x="1" y="11"/>
                  </a:cubicBezTo>
                  <a:cubicBezTo>
                    <a:pt x="0" y="11"/>
                    <a:pt x="0" y="11"/>
                    <a:pt x="0" y="10"/>
                  </a:cubicBezTo>
                  <a:cubicBezTo>
                    <a:pt x="0" y="7"/>
                    <a:pt x="0" y="4"/>
                    <a:pt x="0" y="2"/>
                  </a:cubicBezTo>
                  <a:cubicBezTo>
                    <a:pt x="0" y="1"/>
                    <a:pt x="0" y="0"/>
                    <a:pt x="1" y="1"/>
                  </a:cubicBezTo>
                  <a:cubicBezTo>
                    <a:pt x="7" y="3"/>
                    <a:pt x="13" y="5"/>
                    <a:pt x="19" y="7"/>
                  </a:cubicBezTo>
                  <a:cubicBezTo>
                    <a:pt x="20" y="8"/>
                    <a:pt x="20" y="8"/>
                    <a:pt x="20" y="9"/>
                  </a:cubicBezTo>
                  <a:cubicBezTo>
                    <a:pt x="19" y="11"/>
                    <a:pt x="20" y="11"/>
                    <a:pt x="17" y="11"/>
                  </a:cubicBezTo>
                  <a:cubicBezTo>
                    <a:pt x="14" y="11"/>
                    <a:pt x="12" y="11"/>
                    <a:pt x="10"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5" name="Freeform 1077">
              <a:extLst>
                <a:ext uri="{FF2B5EF4-FFF2-40B4-BE49-F238E27FC236}">
                  <a16:creationId xmlns="" xmlns:a16="http://schemas.microsoft.com/office/drawing/2014/main" id="{631071B5-AC58-4691-82BC-A02B94BCC14F}"/>
                </a:ext>
              </a:extLst>
            </p:cNvPr>
            <p:cNvSpPr>
              <a:spLocks/>
            </p:cNvSpPr>
            <p:nvPr/>
          </p:nvSpPr>
          <p:spPr bwMode="auto">
            <a:xfrm>
              <a:off x="10941086" y="707175"/>
              <a:ext cx="13427" cy="5908"/>
            </a:xfrm>
            <a:custGeom>
              <a:avLst/>
              <a:gdLst>
                <a:gd name="T0" fmla="*/ 10 w 21"/>
                <a:gd name="T1" fmla="*/ 9 h 9"/>
                <a:gd name="T2" fmla="*/ 1 w 21"/>
                <a:gd name="T3" fmla="*/ 9 h 9"/>
                <a:gd name="T4" fmla="*/ 0 w 21"/>
                <a:gd name="T5" fmla="*/ 8 h 9"/>
                <a:gd name="T6" fmla="*/ 1 w 21"/>
                <a:gd name="T7" fmla="*/ 6 h 9"/>
                <a:gd name="T8" fmla="*/ 6 w 21"/>
                <a:gd name="T9" fmla="*/ 1 h 9"/>
                <a:gd name="T10" fmla="*/ 7 w 21"/>
                <a:gd name="T11" fmla="*/ 0 h 9"/>
                <a:gd name="T12" fmla="*/ 14 w 21"/>
                <a:gd name="T13" fmla="*/ 0 h 9"/>
                <a:gd name="T14" fmla="*/ 15 w 21"/>
                <a:gd name="T15" fmla="*/ 1 h 9"/>
                <a:gd name="T16" fmla="*/ 20 w 21"/>
                <a:gd name="T17" fmla="*/ 6 h 9"/>
                <a:gd name="T18" fmla="*/ 21 w 21"/>
                <a:gd name="T19" fmla="*/ 8 h 9"/>
                <a:gd name="T20" fmla="*/ 20 w 21"/>
                <a:gd name="T21" fmla="*/ 9 h 9"/>
                <a:gd name="T22" fmla="*/ 10 w 21"/>
                <a:gd name="T2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9">
                  <a:moveTo>
                    <a:pt x="10" y="9"/>
                  </a:moveTo>
                  <a:cubicBezTo>
                    <a:pt x="7" y="9"/>
                    <a:pt x="4" y="9"/>
                    <a:pt x="1" y="9"/>
                  </a:cubicBezTo>
                  <a:cubicBezTo>
                    <a:pt x="1" y="9"/>
                    <a:pt x="0" y="9"/>
                    <a:pt x="0" y="8"/>
                  </a:cubicBezTo>
                  <a:cubicBezTo>
                    <a:pt x="0" y="7"/>
                    <a:pt x="0" y="7"/>
                    <a:pt x="1" y="6"/>
                  </a:cubicBezTo>
                  <a:cubicBezTo>
                    <a:pt x="3" y="5"/>
                    <a:pt x="5" y="3"/>
                    <a:pt x="6" y="1"/>
                  </a:cubicBezTo>
                  <a:cubicBezTo>
                    <a:pt x="6" y="0"/>
                    <a:pt x="7" y="0"/>
                    <a:pt x="7" y="0"/>
                  </a:cubicBezTo>
                  <a:cubicBezTo>
                    <a:pt x="9" y="0"/>
                    <a:pt x="11" y="0"/>
                    <a:pt x="14" y="0"/>
                  </a:cubicBezTo>
                  <a:cubicBezTo>
                    <a:pt x="14" y="0"/>
                    <a:pt x="14" y="0"/>
                    <a:pt x="15" y="1"/>
                  </a:cubicBezTo>
                  <a:cubicBezTo>
                    <a:pt x="16" y="3"/>
                    <a:pt x="18" y="5"/>
                    <a:pt x="20" y="6"/>
                  </a:cubicBezTo>
                  <a:cubicBezTo>
                    <a:pt x="21" y="7"/>
                    <a:pt x="21" y="7"/>
                    <a:pt x="21" y="8"/>
                  </a:cubicBezTo>
                  <a:cubicBezTo>
                    <a:pt x="21" y="9"/>
                    <a:pt x="20" y="9"/>
                    <a:pt x="20" y="9"/>
                  </a:cubicBezTo>
                  <a:cubicBezTo>
                    <a:pt x="17" y="9"/>
                    <a:pt x="13" y="9"/>
                    <a:pt x="10"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6" name="Freeform 1078">
              <a:extLst>
                <a:ext uri="{FF2B5EF4-FFF2-40B4-BE49-F238E27FC236}">
                  <a16:creationId xmlns="" xmlns:a16="http://schemas.microsoft.com/office/drawing/2014/main" id="{1F0EC265-6E89-4DCA-8F3F-DA5546388E30}"/>
                </a:ext>
              </a:extLst>
            </p:cNvPr>
            <p:cNvSpPr>
              <a:spLocks/>
            </p:cNvSpPr>
            <p:nvPr/>
          </p:nvSpPr>
          <p:spPr bwMode="auto">
            <a:xfrm>
              <a:off x="10943771" y="734565"/>
              <a:ext cx="8325" cy="3222"/>
            </a:xfrm>
            <a:custGeom>
              <a:avLst/>
              <a:gdLst>
                <a:gd name="T0" fmla="*/ 13 w 13"/>
                <a:gd name="T1" fmla="*/ 0 h 5"/>
                <a:gd name="T2" fmla="*/ 12 w 13"/>
                <a:gd name="T3" fmla="*/ 2 h 5"/>
                <a:gd name="T4" fmla="*/ 11 w 13"/>
                <a:gd name="T5" fmla="*/ 4 h 5"/>
                <a:gd name="T6" fmla="*/ 10 w 13"/>
                <a:gd name="T7" fmla="*/ 5 h 5"/>
                <a:gd name="T8" fmla="*/ 3 w 13"/>
                <a:gd name="T9" fmla="*/ 4 h 5"/>
                <a:gd name="T10" fmla="*/ 2 w 13"/>
                <a:gd name="T11" fmla="*/ 4 h 5"/>
                <a:gd name="T12" fmla="*/ 0 w 13"/>
                <a:gd name="T13" fmla="*/ 0 h 5"/>
                <a:gd name="T14" fmla="*/ 0 w 13"/>
                <a:gd name="T15" fmla="*/ 0 h 5"/>
                <a:gd name="T16" fmla="*/ 13 w 13"/>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5">
                  <a:moveTo>
                    <a:pt x="13" y="0"/>
                  </a:moveTo>
                  <a:cubicBezTo>
                    <a:pt x="13" y="1"/>
                    <a:pt x="12" y="1"/>
                    <a:pt x="12" y="2"/>
                  </a:cubicBezTo>
                  <a:cubicBezTo>
                    <a:pt x="11" y="2"/>
                    <a:pt x="11" y="3"/>
                    <a:pt x="11" y="4"/>
                  </a:cubicBezTo>
                  <a:cubicBezTo>
                    <a:pt x="10" y="4"/>
                    <a:pt x="10" y="5"/>
                    <a:pt x="10" y="5"/>
                  </a:cubicBezTo>
                  <a:cubicBezTo>
                    <a:pt x="7" y="5"/>
                    <a:pt x="5" y="5"/>
                    <a:pt x="3" y="4"/>
                  </a:cubicBezTo>
                  <a:cubicBezTo>
                    <a:pt x="3" y="4"/>
                    <a:pt x="2" y="4"/>
                    <a:pt x="2" y="4"/>
                  </a:cubicBezTo>
                  <a:cubicBezTo>
                    <a:pt x="1" y="3"/>
                    <a:pt x="1" y="2"/>
                    <a:pt x="0" y="0"/>
                  </a:cubicBezTo>
                  <a:cubicBezTo>
                    <a:pt x="0" y="0"/>
                    <a:pt x="0" y="0"/>
                    <a:pt x="0" y="0"/>
                  </a:cubicBezTo>
                  <a:cubicBezTo>
                    <a:pt x="4" y="0"/>
                    <a:pt x="9" y="0"/>
                    <a:pt x="13"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7" name="Freeform 1091">
              <a:extLst>
                <a:ext uri="{FF2B5EF4-FFF2-40B4-BE49-F238E27FC236}">
                  <a16:creationId xmlns="" xmlns:a16="http://schemas.microsoft.com/office/drawing/2014/main" id="{32C12BA3-A6FA-43EB-8F6A-991D9CD387DE}"/>
                </a:ext>
              </a:extLst>
            </p:cNvPr>
            <p:cNvSpPr>
              <a:spLocks/>
            </p:cNvSpPr>
            <p:nvPr/>
          </p:nvSpPr>
          <p:spPr bwMode="auto">
            <a:xfrm>
              <a:off x="11331531" y="438371"/>
              <a:ext cx="109293" cy="55855"/>
            </a:xfrm>
            <a:custGeom>
              <a:avLst/>
              <a:gdLst>
                <a:gd name="T0" fmla="*/ 130 w 172"/>
                <a:gd name="T1" fmla="*/ 0 h 88"/>
                <a:gd name="T2" fmla="*/ 171 w 172"/>
                <a:gd name="T3" fmla="*/ 0 h 88"/>
                <a:gd name="T4" fmla="*/ 172 w 172"/>
                <a:gd name="T5" fmla="*/ 5 h 88"/>
                <a:gd name="T6" fmla="*/ 167 w 172"/>
                <a:gd name="T7" fmla="*/ 10 h 88"/>
                <a:gd name="T8" fmla="*/ 164 w 172"/>
                <a:gd name="T9" fmla="*/ 10 h 88"/>
                <a:gd name="T10" fmla="*/ 151 w 172"/>
                <a:gd name="T11" fmla="*/ 22 h 88"/>
                <a:gd name="T12" fmla="*/ 152 w 172"/>
                <a:gd name="T13" fmla="*/ 28 h 88"/>
                <a:gd name="T14" fmla="*/ 157 w 172"/>
                <a:gd name="T15" fmla="*/ 31 h 88"/>
                <a:gd name="T16" fmla="*/ 163 w 172"/>
                <a:gd name="T17" fmla="*/ 37 h 88"/>
                <a:gd name="T18" fmla="*/ 157 w 172"/>
                <a:gd name="T19" fmla="*/ 49 h 88"/>
                <a:gd name="T20" fmla="*/ 153 w 172"/>
                <a:gd name="T21" fmla="*/ 50 h 88"/>
                <a:gd name="T22" fmla="*/ 150 w 172"/>
                <a:gd name="T23" fmla="*/ 48 h 88"/>
                <a:gd name="T24" fmla="*/ 131 w 172"/>
                <a:gd name="T25" fmla="*/ 52 h 88"/>
                <a:gd name="T26" fmla="*/ 130 w 172"/>
                <a:gd name="T27" fmla="*/ 57 h 88"/>
                <a:gd name="T28" fmla="*/ 132 w 172"/>
                <a:gd name="T29" fmla="*/ 60 h 88"/>
                <a:gd name="T30" fmla="*/ 125 w 172"/>
                <a:gd name="T31" fmla="*/ 78 h 88"/>
                <a:gd name="T32" fmla="*/ 120 w 172"/>
                <a:gd name="T33" fmla="*/ 76 h 88"/>
                <a:gd name="T34" fmla="*/ 118 w 172"/>
                <a:gd name="T35" fmla="*/ 74 h 88"/>
                <a:gd name="T36" fmla="*/ 101 w 172"/>
                <a:gd name="T37" fmla="*/ 67 h 88"/>
                <a:gd name="T38" fmla="*/ 96 w 172"/>
                <a:gd name="T39" fmla="*/ 73 h 88"/>
                <a:gd name="T40" fmla="*/ 95 w 172"/>
                <a:gd name="T41" fmla="*/ 82 h 88"/>
                <a:gd name="T42" fmla="*/ 90 w 172"/>
                <a:gd name="T43" fmla="*/ 87 h 88"/>
                <a:gd name="T44" fmla="*/ 77 w 172"/>
                <a:gd name="T45" fmla="*/ 75 h 88"/>
                <a:gd name="T46" fmla="*/ 75 w 172"/>
                <a:gd name="T47" fmla="*/ 68 h 88"/>
                <a:gd name="T48" fmla="*/ 63 w 172"/>
                <a:gd name="T49" fmla="*/ 65 h 88"/>
                <a:gd name="T50" fmla="*/ 60 w 172"/>
                <a:gd name="T51" fmla="*/ 67 h 88"/>
                <a:gd name="T52" fmla="*/ 58 w 172"/>
                <a:gd name="T53" fmla="*/ 70 h 88"/>
                <a:gd name="T54" fmla="*/ 40 w 172"/>
                <a:gd name="T55" fmla="*/ 73 h 88"/>
                <a:gd name="T56" fmla="*/ 38 w 172"/>
                <a:gd name="T57" fmla="*/ 68 h 88"/>
                <a:gd name="T58" fmla="*/ 42 w 172"/>
                <a:gd name="T59" fmla="*/ 60 h 88"/>
                <a:gd name="T60" fmla="*/ 40 w 172"/>
                <a:gd name="T61" fmla="*/ 50 h 88"/>
                <a:gd name="T62" fmla="*/ 25 w 172"/>
                <a:gd name="T63" fmla="*/ 47 h 88"/>
                <a:gd name="T64" fmla="*/ 20 w 172"/>
                <a:gd name="T65" fmla="*/ 50 h 88"/>
                <a:gd name="T66" fmla="*/ 16 w 172"/>
                <a:gd name="T67" fmla="*/ 49 h 88"/>
                <a:gd name="T68" fmla="*/ 9 w 172"/>
                <a:gd name="T69" fmla="*/ 38 h 88"/>
                <a:gd name="T70" fmla="*/ 11 w 172"/>
                <a:gd name="T71" fmla="*/ 35 h 88"/>
                <a:gd name="T72" fmla="*/ 14 w 172"/>
                <a:gd name="T73" fmla="*/ 32 h 88"/>
                <a:gd name="T74" fmla="*/ 21 w 172"/>
                <a:gd name="T75" fmla="*/ 16 h 88"/>
                <a:gd name="T76" fmla="*/ 15 w 172"/>
                <a:gd name="T77" fmla="*/ 11 h 88"/>
                <a:gd name="T78" fmla="*/ 9 w 172"/>
                <a:gd name="T79" fmla="*/ 10 h 88"/>
                <a:gd name="T80" fmla="*/ 1 w 172"/>
                <a:gd name="T81" fmla="*/ 0 h 88"/>
                <a:gd name="T82" fmla="*/ 43 w 172"/>
                <a:gd name="T83" fmla="*/ 0 h 88"/>
                <a:gd name="T84" fmla="*/ 85 w 172"/>
                <a:gd name="T85" fmla="*/ 44 h 88"/>
                <a:gd name="T86" fmla="*/ 117 w 172"/>
                <a:gd name="T87" fmla="*/ 32 h 88"/>
                <a:gd name="T88" fmla="*/ 130 w 172"/>
                <a:gd name="T89"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2" h="88">
                  <a:moveTo>
                    <a:pt x="130" y="0"/>
                  </a:moveTo>
                  <a:cubicBezTo>
                    <a:pt x="144" y="0"/>
                    <a:pt x="158" y="0"/>
                    <a:pt x="171" y="0"/>
                  </a:cubicBezTo>
                  <a:cubicBezTo>
                    <a:pt x="172" y="2"/>
                    <a:pt x="172" y="3"/>
                    <a:pt x="172" y="5"/>
                  </a:cubicBezTo>
                  <a:cubicBezTo>
                    <a:pt x="172" y="9"/>
                    <a:pt x="170" y="10"/>
                    <a:pt x="167" y="10"/>
                  </a:cubicBezTo>
                  <a:cubicBezTo>
                    <a:pt x="166" y="10"/>
                    <a:pt x="165" y="10"/>
                    <a:pt x="164" y="10"/>
                  </a:cubicBezTo>
                  <a:cubicBezTo>
                    <a:pt x="153" y="11"/>
                    <a:pt x="153" y="11"/>
                    <a:pt x="151" y="22"/>
                  </a:cubicBezTo>
                  <a:cubicBezTo>
                    <a:pt x="150" y="24"/>
                    <a:pt x="151" y="26"/>
                    <a:pt x="152" y="28"/>
                  </a:cubicBezTo>
                  <a:cubicBezTo>
                    <a:pt x="153" y="29"/>
                    <a:pt x="155" y="30"/>
                    <a:pt x="157" y="31"/>
                  </a:cubicBezTo>
                  <a:cubicBezTo>
                    <a:pt x="159" y="33"/>
                    <a:pt x="163" y="36"/>
                    <a:pt x="163" y="37"/>
                  </a:cubicBezTo>
                  <a:cubicBezTo>
                    <a:pt x="162" y="42"/>
                    <a:pt x="159" y="45"/>
                    <a:pt x="157" y="49"/>
                  </a:cubicBezTo>
                  <a:cubicBezTo>
                    <a:pt x="156" y="50"/>
                    <a:pt x="154" y="50"/>
                    <a:pt x="153" y="50"/>
                  </a:cubicBezTo>
                  <a:cubicBezTo>
                    <a:pt x="152" y="50"/>
                    <a:pt x="151" y="49"/>
                    <a:pt x="150" y="48"/>
                  </a:cubicBezTo>
                  <a:cubicBezTo>
                    <a:pt x="139" y="43"/>
                    <a:pt x="139" y="43"/>
                    <a:pt x="131" y="52"/>
                  </a:cubicBezTo>
                  <a:cubicBezTo>
                    <a:pt x="130" y="53"/>
                    <a:pt x="130" y="55"/>
                    <a:pt x="130" y="57"/>
                  </a:cubicBezTo>
                  <a:cubicBezTo>
                    <a:pt x="130" y="58"/>
                    <a:pt x="131" y="59"/>
                    <a:pt x="132" y="60"/>
                  </a:cubicBezTo>
                  <a:cubicBezTo>
                    <a:pt x="138" y="73"/>
                    <a:pt x="138" y="70"/>
                    <a:pt x="125" y="78"/>
                  </a:cubicBezTo>
                  <a:cubicBezTo>
                    <a:pt x="124" y="78"/>
                    <a:pt x="121" y="77"/>
                    <a:pt x="120" y="76"/>
                  </a:cubicBezTo>
                  <a:cubicBezTo>
                    <a:pt x="119" y="76"/>
                    <a:pt x="118" y="75"/>
                    <a:pt x="118" y="74"/>
                  </a:cubicBezTo>
                  <a:cubicBezTo>
                    <a:pt x="111" y="64"/>
                    <a:pt x="111" y="64"/>
                    <a:pt x="101" y="67"/>
                  </a:cubicBezTo>
                  <a:cubicBezTo>
                    <a:pt x="97" y="68"/>
                    <a:pt x="96" y="70"/>
                    <a:pt x="96" y="73"/>
                  </a:cubicBezTo>
                  <a:cubicBezTo>
                    <a:pt x="96" y="76"/>
                    <a:pt x="95" y="79"/>
                    <a:pt x="95" y="82"/>
                  </a:cubicBezTo>
                  <a:cubicBezTo>
                    <a:pt x="95" y="86"/>
                    <a:pt x="93" y="87"/>
                    <a:pt x="90" y="87"/>
                  </a:cubicBezTo>
                  <a:cubicBezTo>
                    <a:pt x="78" y="86"/>
                    <a:pt x="77" y="88"/>
                    <a:pt x="77" y="75"/>
                  </a:cubicBezTo>
                  <a:cubicBezTo>
                    <a:pt x="77" y="73"/>
                    <a:pt x="76" y="69"/>
                    <a:pt x="75" y="68"/>
                  </a:cubicBezTo>
                  <a:cubicBezTo>
                    <a:pt x="71" y="66"/>
                    <a:pt x="67" y="66"/>
                    <a:pt x="63" y="65"/>
                  </a:cubicBezTo>
                  <a:cubicBezTo>
                    <a:pt x="62" y="65"/>
                    <a:pt x="61" y="66"/>
                    <a:pt x="60" y="67"/>
                  </a:cubicBezTo>
                  <a:cubicBezTo>
                    <a:pt x="59" y="67"/>
                    <a:pt x="59" y="69"/>
                    <a:pt x="58" y="70"/>
                  </a:cubicBezTo>
                  <a:cubicBezTo>
                    <a:pt x="51" y="80"/>
                    <a:pt x="50" y="80"/>
                    <a:pt x="40" y="73"/>
                  </a:cubicBezTo>
                  <a:cubicBezTo>
                    <a:pt x="38" y="72"/>
                    <a:pt x="38" y="69"/>
                    <a:pt x="38" y="68"/>
                  </a:cubicBezTo>
                  <a:cubicBezTo>
                    <a:pt x="39" y="65"/>
                    <a:pt x="40" y="62"/>
                    <a:pt x="42" y="60"/>
                  </a:cubicBezTo>
                  <a:cubicBezTo>
                    <a:pt x="44" y="56"/>
                    <a:pt x="43" y="53"/>
                    <a:pt x="40" y="50"/>
                  </a:cubicBezTo>
                  <a:cubicBezTo>
                    <a:pt x="32" y="43"/>
                    <a:pt x="35" y="43"/>
                    <a:pt x="25" y="47"/>
                  </a:cubicBezTo>
                  <a:cubicBezTo>
                    <a:pt x="23" y="48"/>
                    <a:pt x="21" y="49"/>
                    <a:pt x="20" y="50"/>
                  </a:cubicBezTo>
                  <a:cubicBezTo>
                    <a:pt x="18" y="50"/>
                    <a:pt x="16" y="50"/>
                    <a:pt x="16" y="49"/>
                  </a:cubicBezTo>
                  <a:cubicBezTo>
                    <a:pt x="13" y="46"/>
                    <a:pt x="11" y="42"/>
                    <a:pt x="9" y="38"/>
                  </a:cubicBezTo>
                  <a:cubicBezTo>
                    <a:pt x="9" y="37"/>
                    <a:pt x="10" y="36"/>
                    <a:pt x="11" y="35"/>
                  </a:cubicBezTo>
                  <a:cubicBezTo>
                    <a:pt x="12" y="34"/>
                    <a:pt x="13" y="33"/>
                    <a:pt x="14" y="32"/>
                  </a:cubicBezTo>
                  <a:cubicBezTo>
                    <a:pt x="25" y="25"/>
                    <a:pt x="23" y="27"/>
                    <a:pt x="21" y="16"/>
                  </a:cubicBezTo>
                  <a:cubicBezTo>
                    <a:pt x="20" y="12"/>
                    <a:pt x="18" y="11"/>
                    <a:pt x="15" y="11"/>
                  </a:cubicBezTo>
                  <a:cubicBezTo>
                    <a:pt x="13" y="11"/>
                    <a:pt x="11" y="10"/>
                    <a:pt x="9" y="10"/>
                  </a:cubicBezTo>
                  <a:cubicBezTo>
                    <a:pt x="0" y="9"/>
                    <a:pt x="0" y="9"/>
                    <a:pt x="1" y="0"/>
                  </a:cubicBezTo>
                  <a:cubicBezTo>
                    <a:pt x="15" y="0"/>
                    <a:pt x="29" y="0"/>
                    <a:pt x="43" y="0"/>
                  </a:cubicBezTo>
                  <a:cubicBezTo>
                    <a:pt x="48" y="29"/>
                    <a:pt x="62" y="44"/>
                    <a:pt x="85" y="44"/>
                  </a:cubicBezTo>
                  <a:cubicBezTo>
                    <a:pt x="97" y="45"/>
                    <a:pt x="108" y="40"/>
                    <a:pt x="117" y="32"/>
                  </a:cubicBezTo>
                  <a:cubicBezTo>
                    <a:pt x="126" y="23"/>
                    <a:pt x="130" y="12"/>
                    <a:pt x="13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8" name="Freeform 1092">
              <a:extLst>
                <a:ext uri="{FF2B5EF4-FFF2-40B4-BE49-F238E27FC236}">
                  <a16:creationId xmlns="" xmlns:a16="http://schemas.microsoft.com/office/drawing/2014/main" id="{741F8CE8-F997-40D9-9DAE-3EC53C088EC1}"/>
                </a:ext>
              </a:extLst>
            </p:cNvPr>
            <p:cNvSpPr>
              <a:spLocks/>
            </p:cNvSpPr>
            <p:nvPr/>
          </p:nvSpPr>
          <p:spPr bwMode="auto">
            <a:xfrm>
              <a:off x="11331531" y="369088"/>
              <a:ext cx="80828" cy="62300"/>
            </a:xfrm>
            <a:custGeom>
              <a:avLst/>
              <a:gdLst>
                <a:gd name="T0" fmla="*/ 127 w 127"/>
                <a:gd name="T1" fmla="*/ 13 h 98"/>
                <a:gd name="T2" fmla="*/ 123 w 127"/>
                <a:gd name="T3" fmla="*/ 18 h 98"/>
                <a:gd name="T4" fmla="*/ 115 w 127"/>
                <a:gd name="T5" fmla="*/ 20 h 98"/>
                <a:gd name="T6" fmla="*/ 35 w 127"/>
                <a:gd name="T7" fmla="*/ 37 h 98"/>
                <a:gd name="T8" fmla="*/ 11 w 127"/>
                <a:gd name="T9" fmla="*/ 90 h 98"/>
                <a:gd name="T10" fmla="*/ 8 w 127"/>
                <a:gd name="T11" fmla="*/ 97 h 98"/>
                <a:gd name="T12" fmla="*/ 2 w 127"/>
                <a:gd name="T13" fmla="*/ 97 h 98"/>
                <a:gd name="T14" fmla="*/ 0 w 127"/>
                <a:gd name="T15" fmla="*/ 90 h 98"/>
                <a:gd name="T16" fmla="*/ 50 w 127"/>
                <a:gd name="T17" fmla="*/ 13 h 98"/>
                <a:gd name="T18" fmla="*/ 127 w 127"/>
                <a:gd name="T19" fmla="*/ 1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98">
                  <a:moveTo>
                    <a:pt x="127" y="13"/>
                  </a:moveTo>
                  <a:cubicBezTo>
                    <a:pt x="126" y="15"/>
                    <a:pt x="124" y="16"/>
                    <a:pt x="123" y="18"/>
                  </a:cubicBezTo>
                  <a:cubicBezTo>
                    <a:pt x="121" y="21"/>
                    <a:pt x="119" y="22"/>
                    <a:pt x="115" y="20"/>
                  </a:cubicBezTo>
                  <a:cubicBezTo>
                    <a:pt x="85" y="10"/>
                    <a:pt x="58" y="15"/>
                    <a:pt x="35" y="37"/>
                  </a:cubicBezTo>
                  <a:cubicBezTo>
                    <a:pt x="20" y="51"/>
                    <a:pt x="12" y="69"/>
                    <a:pt x="11" y="90"/>
                  </a:cubicBezTo>
                  <a:cubicBezTo>
                    <a:pt x="11" y="93"/>
                    <a:pt x="9" y="95"/>
                    <a:pt x="8" y="97"/>
                  </a:cubicBezTo>
                  <a:cubicBezTo>
                    <a:pt x="7" y="98"/>
                    <a:pt x="3" y="98"/>
                    <a:pt x="2" y="97"/>
                  </a:cubicBezTo>
                  <a:cubicBezTo>
                    <a:pt x="1" y="95"/>
                    <a:pt x="0" y="92"/>
                    <a:pt x="0" y="90"/>
                  </a:cubicBezTo>
                  <a:cubicBezTo>
                    <a:pt x="2" y="55"/>
                    <a:pt x="18" y="28"/>
                    <a:pt x="50" y="13"/>
                  </a:cubicBezTo>
                  <a:cubicBezTo>
                    <a:pt x="75" y="0"/>
                    <a:pt x="101" y="1"/>
                    <a:pt x="127"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29" name="Freeform 1093">
              <a:extLst>
                <a:ext uri="{FF2B5EF4-FFF2-40B4-BE49-F238E27FC236}">
                  <a16:creationId xmlns="" xmlns:a16="http://schemas.microsoft.com/office/drawing/2014/main" id="{269D971A-7941-46B1-8275-06A329260EC2}"/>
                </a:ext>
              </a:extLst>
            </p:cNvPr>
            <p:cNvSpPr>
              <a:spLocks/>
            </p:cNvSpPr>
            <p:nvPr/>
          </p:nvSpPr>
          <p:spPr bwMode="auto">
            <a:xfrm>
              <a:off x="11378524" y="375533"/>
              <a:ext cx="45113" cy="59078"/>
            </a:xfrm>
            <a:custGeom>
              <a:avLst/>
              <a:gdLst>
                <a:gd name="T0" fmla="*/ 12 w 71"/>
                <a:gd name="T1" fmla="*/ 93 h 93"/>
                <a:gd name="T2" fmla="*/ 3 w 71"/>
                <a:gd name="T3" fmla="*/ 86 h 93"/>
                <a:gd name="T4" fmla="*/ 4 w 71"/>
                <a:gd name="T5" fmla="*/ 75 h 93"/>
                <a:gd name="T6" fmla="*/ 25 w 71"/>
                <a:gd name="T7" fmla="*/ 48 h 93"/>
                <a:gd name="T8" fmla="*/ 59 w 71"/>
                <a:gd name="T9" fmla="*/ 5 h 93"/>
                <a:gd name="T10" fmla="*/ 68 w 71"/>
                <a:gd name="T11" fmla="*/ 3 h 93"/>
                <a:gd name="T12" fmla="*/ 68 w 71"/>
                <a:gd name="T13" fmla="*/ 11 h 93"/>
                <a:gd name="T14" fmla="*/ 21 w 71"/>
                <a:gd name="T15" fmla="*/ 85 h 93"/>
                <a:gd name="T16" fmla="*/ 12 w 71"/>
                <a:gd name="T17"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93">
                  <a:moveTo>
                    <a:pt x="12" y="93"/>
                  </a:moveTo>
                  <a:cubicBezTo>
                    <a:pt x="8" y="90"/>
                    <a:pt x="5" y="89"/>
                    <a:pt x="3" y="86"/>
                  </a:cubicBezTo>
                  <a:cubicBezTo>
                    <a:pt x="0" y="83"/>
                    <a:pt x="1" y="79"/>
                    <a:pt x="4" y="75"/>
                  </a:cubicBezTo>
                  <a:cubicBezTo>
                    <a:pt x="11" y="66"/>
                    <a:pt x="18" y="57"/>
                    <a:pt x="25" y="48"/>
                  </a:cubicBezTo>
                  <a:cubicBezTo>
                    <a:pt x="36" y="34"/>
                    <a:pt x="48" y="20"/>
                    <a:pt x="59" y="5"/>
                  </a:cubicBezTo>
                  <a:cubicBezTo>
                    <a:pt x="61" y="2"/>
                    <a:pt x="64" y="0"/>
                    <a:pt x="68" y="3"/>
                  </a:cubicBezTo>
                  <a:cubicBezTo>
                    <a:pt x="71" y="5"/>
                    <a:pt x="70" y="8"/>
                    <a:pt x="68" y="11"/>
                  </a:cubicBezTo>
                  <a:cubicBezTo>
                    <a:pt x="52" y="36"/>
                    <a:pt x="37" y="61"/>
                    <a:pt x="21" y="85"/>
                  </a:cubicBezTo>
                  <a:cubicBezTo>
                    <a:pt x="19" y="88"/>
                    <a:pt x="15" y="90"/>
                    <a:pt x="12" y="9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0" name="Freeform 1094">
              <a:extLst>
                <a:ext uri="{FF2B5EF4-FFF2-40B4-BE49-F238E27FC236}">
                  <a16:creationId xmlns="" xmlns:a16="http://schemas.microsoft.com/office/drawing/2014/main" id="{FDDF3D99-89EC-4F91-9453-BFA91CB178D3}"/>
                </a:ext>
              </a:extLst>
            </p:cNvPr>
            <p:cNvSpPr>
              <a:spLocks/>
            </p:cNvSpPr>
            <p:nvPr/>
          </p:nvSpPr>
          <p:spPr bwMode="auto">
            <a:xfrm>
              <a:off x="11420684" y="385738"/>
              <a:ext cx="23362" cy="45651"/>
            </a:xfrm>
            <a:custGeom>
              <a:avLst/>
              <a:gdLst>
                <a:gd name="T0" fmla="*/ 0 w 37"/>
                <a:gd name="T1" fmla="*/ 9 h 72"/>
                <a:gd name="T2" fmla="*/ 6 w 37"/>
                <a:gd name="T3" fmla="*/ 0 h 72"/>
                <a:gd name="T4" fmla="*/ 25 w 37"/>
                <a:gd name="T5" fmla="*/ 23 h 72"/>
                <a:gd name="T6" fmla="*/ 37 w 37"/>
                <a:gd name="T7" fmla="*/ 65 h 72"/>
                <a:gd name="T8" fmla="*/ 31 w 37"/>
                <a:gd name="T9" fmla="*/ 72 h 72"/>
                <a:gd name="T10" fmla="*/ 25 w 37"/>
                <a:gd name="T11" fmla="*/ 66 h 72"/>
                <a:gd name="T12" fmla="*/ 0 w 37"/>
                <a:gd name="T13" fmla="*/ 9 h 72"/>
              </a:gdLst>
              <a:ahLst/>
              <a:cxnLst>
                <a:cxn ang="0">
                  <a:pos x="T0" y="T1"/>
                </a:cxn>
                <a:cxn ang="0">
                  <a:pos x="T2" y="T3"/>
                </a:cxn>
                <a:cxn ang="0">
                  <a:pos x="T4" y="T5"/>
                </a:cxn>
                <a:cxn ang="0">
                  <a:pos x="T6" y="T7"/>
                </a:cxn>
                <a:cxn ang="0">
                  <a:pos x="T8" y="T9"/>
                </a:cxn>
                <a:cxn ang="0">
                  <a:pos x="T10" y="T11"/>
                </a:cxn>
                <a:cxn ang="0">
                  <a:pos x="T12" y="T13"/>
                </a:cxn>
              </a:cxnLst>
              <a:rect l="0" t="0" r="r" b="b"/>
              <a:pathLst>
                <a:path w="37" h="72">
                  <a:moveTo>
                    <a:pt x="0" y="9"/>
                  </a:moveTo>
                  <a:cubicBezTo>
                    <a:pt x="2" y="6"/>
                    <a:pt x="4" y="3"/>
                    <a:pt x="6" y="0"/>
                  </a:cubicBezTo>
                  <a:cubicBezTo>
                    <a:pt x="14" y="6"/>
                    <a:pt x="20" y="14"/>
                    <a:pt x="25" y="23"/>
                  </a:cubicBezTo>
                  <a:cubicBezTo>
                    <a:pt x="33" y="36"/>
                    <a:pt x="36" y="50"/>
                    <a:pt x="37" y="65"/>
                  </a:cubicBezTo>
                  <a:cubicBezTo>
                    <a:pt x="37" y="69"/>
                    <a:pt x="35" y="72"/>
                    <a:pt x="31" y="72"/>
                  </a:cubicBezTo>
                  <a:cubicBezTo>
                    <a:pt x="28" y="72"/>
                    <a:pt x="26" y="70"/>
                    <a:pt x="25" y="66"/>
                  </a:cubicBezTo>
                  <a:cubicBezTo>
                    <a:pt x="25" y="44"/>
                    <a:pt x="17" y="25"/>
                    <a:pt x="0"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1" name="Freeform 1095">
              <a:extLst>
                <a:ext uri="{FF2B5EF4-FFF2-40B4-BE49-F238E27FC236}">
                  <a16:creationId xmlns="" xmlns:a16="http://schemas.microsoft.com/office/drawing/2014/main" id="{5318115F-F9F9-4307-8B74-AF1B43EC8068}"/>
                </a:ext>
              </a:extLst>
            </p:cNvPr>
            <p:cNvSpPr>
              <a:spLocks/>
            </p:cNvSpPr>
            <p:nvPr/>
          </p:nvSpPr>
          <p:spPr bwMode="auto">
            <a:xfrm>
              <a:off x="11364024" y="388154"/>
              <a:ext cx="13964" cy="17186"/>
            </a:xfrm>
            <a:custGeom>
              <a:avLst/>
              <a:gdLst>
                <a:gd name="T0" fmla="*/ 14 w 22"/>
                <a:gd name="T1" fmla="*/ 27 h 27"/>
                <a:gd name="T2" fmla="*/ 10 w 22"/>
                <a:gd name="T3" fmla="*/ 24 h 27"/>
                <a:gd name="T4" fmla="*/ 2 w 22"/>
                <a:gd name="T5" fmla="*/ 10 h 27"/>
                <a:gd name="T6" fmla="*/ 4 w 22"/>
                <a:gd name="T7" fmla="*/ 2 h 27"/>
                <a:gd name="T8" fmla="*/ 12 w 22"/>
                <a:gd name="T9" fmla="*/ 4 h 27"/>
                <a:gd name="T10" fmla="*/ 20 w 22"/>
                <a:gd name="T11" fmla="*/ 19 h 27"/>
                <a:gd name="T12" fmla="*/ 14 w 22"/>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22" h="27">
                  <a:moveTo>
                    <a:pt x="14" y="27"/>
                  </a:moveTo>
                  <a:cubicBezTo>
                    <a:pt x="13" y="26"/>
                    <a:pt x="11" y="26"/>
                    <a:pt x="10" y="24"/>
                  </a:cubicBezTo>
                  <a:cubicBezTo>
                    <a:pt x="7" y="20"/>
                    <a:pt x="5" y="15"/>
                    <a:pt x="2" y="10"/>
                  </a:cubicBezTo>
                  <a:cubicBezTo>
                    <a:pt x="0" y="7"/>
                    <a:pt x="1" y="3"/>
                    <a:pt x="4" y="2"/>
                  </a:cubicBezTo>
                  <a:cubicBezTo>
                    <a:pt x="8" y="0"/>
                    <a:pt x="10" y="1"/>
                    <a:pt x="12" y="4"/>
                  </a:cubicBezTo>
                  <a:cubicBezTo>
                    <a:pt x="15" y="9"/>
                    <a:pt x="18" y="14"/>
                    <a:pt x="20" y="19"/>
                  </a:cubicBezTo>
                  <a:cubicBezTo>
                    <a:pt x="22" y="23"/>
                    <a:pt x="19" y="27"/>
                    <a:pt x="14"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2" name="Freeform 1096">
              <a:extLst>
                <a:ext uri="{FF2B5EF4-FFF2-40B4-BE49-F238E27FC236}">
                  <a16:creationId xmlns="" xmlns:a16="http://schemas.microsoft.com/office/drawing/2014/main" id="{8DC03B93-4033-4AD5-A7ED-A923D2ED217E}"/>
                </a:ext>
              </a:extLst>
            </p:cNvPr>
            <p:cNvSpPr>
              <a:spLocks/>
            </p:cNvSpPr>
            <p:nvPr/>
          </p:nvSpPr>
          <p:spPr bwMode="auto">
            <a:xfrm>
              <a:off x="11350060" y="403461"/>
              <a:ext cx="16380" cy="13427"/>
            </a:xfrm>
            <a:custGeom>
              <a:avLst/>
              <a:gdLst>
                <a:gd name="T0" fmla="*/ 26 w 26"/>
                <a:gd name="T1" fmla="*/ 13 h 21"/>
                <a:gd name="T2" fmla="*/ 18 w 26"/>
                <a:gd name="T3" fmla="*/ 19 h 21"/>
                <a:gd name="T4" fmla="*/ 2 w 26"/>
                <a:gd name="T5" fmla="*/ 10 h 21"/>
                <a:gd name="T6" fmla="*/ 1 w 26"/>
                <a:gd name="T7" fmla="*/ 3 h 21"/>
                <a:gd name="T8" fmla="*/ 7 w 26"/>
                <a:gd name="T9" fmla="*/ 0 h 21"/>
                <a:gd name="T10" fmla="*/ 23 w 26"/>
                <a:gd name="T11" fmla="*/ 9 h 21"/>
                <a:gd name="T12" fmla="*/ 26 w 26"/>
                <a:gd name="T13" fmla="*/ 13 h 21"/>
              </a:gdLst>
              <a:ahLst/>
              <a:cxnLst>
                <a:cxn ang="0">
                  <a:pos x="T0" y="T1"/>
                </a:cxn>
                <a:cxn ang="0">
                  <a:pos x="T2" y="T3"/>
                </a:cxn>
                <a:cxn ang="0">
                  <a:pos x="T4" y="T5"/>
                </a:cxn>
                <a:cxn ang="0">
                  <a:pos x="T6" y="T7"/>
                </a:cxn>
                <a:cxn ang="0">
                  <a:pos x="T8" y="T9"/>
                </a:cxn>
                <a:cxn ang="0">
                  <a:pos x="T10" y="T11"/>
                </a:cxn>
                <a:cxn ang="0">
                  <a:pos x="T12" y="T13"/>
                </a:cxn>
              </a:cxnLst>
              <a:rect l="0" t="0" r="r" b="b"/>
              <a:pathLst>
                <a:path w="26" h="21">
                  <a:moveTo>
                    <a:pt x="26" y="13"/>
                  </a:moveTo>
                  <a:cubicBezTo>
                    <a:pt x="26" y="18"/>
                    <a:pt x="21" y="21"/>
                    <a:pt x="18" y="19"/>
                  </a:cubicBezTo>
                  <a:cubicBezTo>
                    <a:pt x="12" y="16"/>
                    <a:pt x="7" y="13"/>
                    <a:pt x="2" y="10"/>
                  </a:cubicBezTo>
                  <a:cubicBezTo>
                    <a:pt x="1" y="8"/>
                    <a:pt x="0" y="4"/>
                    <a:pt x="1" y="3"/>
                  </a:cubicBezTo>
                  <a:cubicBezTo>
                    <a:pt x="2" y="1"/>
                    <a:pt x="6" y="0"/>
                    <a:pt x="7" y="0"/>
                  </a:cubicBezTo>
                  <a:cubicBezTo>
                    <a:pt x="13" y="3"/>
                    <a:pt x="18" y="6"/>
                    <a:pt x="23" y="9"/>
                  </a:cubicBezTo>
                  <a:cubicBezTo>
                    <a:pt x="25" y="10"/>
                    <a:pt x="25" y="12"/>
                    <a:pt x="26"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3" name="Freeform 1097">
              <a:extLst>
                <a:ext uri="{FF2B5EF4-FFF2-40B4-BE49-F238E27FC236}">
                  <a16:creationId xmlns="" xmlns:a16="http://schemas.microsoft.com/office/drawing/2014/main" id="{87E2BA59-BA70-4748-BDC4-241F15B76B26}"/>
                </a:ext>
              </a:extLst>
            </p:cNvPr>
            <p:cNvSpPr>
              <a:spLocks/>
            </p:cNvSpPr>
            <p:nvPr/>
          </p:nvSpPr>
          <p:spPr bwMode="auto">
            <a:xfrm>
              <a:off x="11344421" y="422527"/>
              <a:ext cx="17723" cy="8325"/>
            </a:xfrm>
            <a:custGeom>
              <a:avLst/>
              <a:gdLst>
                <a:gd name="T0" fmla="*/ 14 w 28"/>
                <a:gd name="T1" fmla="*/ 12 h 13"/>
                <a:gd name="T2" fmla="*/ 5 w 28"/>
                <a:gd name="T3" fmla="*/ 12 h 13"/>
                <a:gd name="T4" fmla="*/ 0 w 28"/>
                <a:gd name="T5" fmla="*/ 7 h 13"/>
                <a:gd name="T6" fmla="*/ 5 w 28"/>
                <a:gd name="T7" fmla="*/ 1 h 13"/>
                <a:gd name="T8" fmla="*/ 23 w 28"/>
                <a:gd name="T9" fmla="*/ 1 h 13"/>
                <a:gd name="T10" fmla="*/ 28 w 28"/>
                <a:gd name="T11" fmla="*/ 7 h 13"/>
                <a:gd name="T12" fmla="*/ 22 w 28"/>
                <a:gd name="T13" fmla="*/ 12 h 13"/>
                <a:gd name="T14" fmla="*/ 14 w 28"/>
                <a:gd name="T15" fmla="*/ 12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3">
                  <a:moveTo>
                    <a:pt x="14" y="12"/>
                  </a:moveTo>
                  <a:cubicBezTo>
                    <a:pt x="11" y="12"/>
                    <a:pt x="8" y="13"/>
                    <a:pt x="5" y="12"/>
                  </a:cubicBezTo>
                  <a:cubicBezTo>
                    <a:pt x="3" y="11"/>
                    <a:pt x="0" y="9"/>
                    <a:pt x="0" y="7"/>
                  </a:cubicBezTo>
                  <a:cubicBezTo>
                    <a:pt x="0" y="5"/>
                    <a:pt x="3" y="1"/>
                    <a:pt x="5" y="1"/>
                  </a:cubicBezTo>
                  <a:cubicBezTo>
                    <a:pt x="11" y="0"/>
                    <a:pt x="17" y="0"/>
                    <a:pt x="23" y="1"/>
                  </a:cubicBezTo>
                  <a:cubicBezTo>
                    <a:pt x="25" y="1"/>
                    <a:pt x="27" y="5"/>
                    <a:pt x="28" y="7"/>
                  </a:cubicBezTo>
                  <a:cubicBezTo>
                    <a:pt x="28" y="10"/>
                    <a:pt x="26" y="12"/>
                    <a:pt x="22" y="12"/>
                  </a:cubicBezTo>
                  <a:cubicBezTo>
                    <a:pt x="19" y="12"/>
                    <a:pt x="17" y="12"/>
                    <a:pt x="14"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4" name="Freeform 1098">
              <a:extLst>
                <a:ext uri="{FF2B5EF4-FFF2-40B4-BE49-F238E27FC236}">
                  <a16:creationId xmlns="" xmlns:a16="http://schemas.microsoft.com/office/drawing/2014/main" id="{7974D641-E672-4AAA-BB4F-F406DAEAC357}"/>
                </a:ext>
              </a:extLst>
            </p:cNvPr>
            <p:cNvSpPr>
              <a:spLocks/>
            </p:cNvSpPr>
            <p:nvPr/>
          </p:nvSpPr>
          <p:spPr bwMode="auto">
            <a:xfrm>
              <a:off x="11409674" y="403461"/>
              <a:ext cx="16649" cy="13964"/>
            </a:xfrm>
            <a:custGeom>
              <a:avLst/>
              <a:gdLst>
                <a:gd name="T0" fmla="*/ 20 w 26"/>
                <a:gd name="T1" fmla="*/ 0 h 22"/>
                <a:gd name="T2" fmla="*/ 25 w 26"/>
                <a:gd name="T3" fmla="*/ 4 h 22"/>
                <a:gd name="T4" fmla="*/ 25 w 26"/>
                <a:gd name="T5" fmla="*/ 10 h 22"/>
                <a:gd name="T6" fmla="*/ 6 w 26"/>
                <a:gd name="T7" fmla="*/ 21 h 22"/>
                <a:gd name="T8" fmla="*/ 1 w 26"/>
                <a:gd name="T9" fmla="*/ 18 h 22"/>
                <a:gd name="T10" fmla="*/ 1 w 26"/>
                <a:gd name="T11" fmla="*/ 13 h 22"/>
                <a:gd name="T12" fmla="*/ 20 w 26"/>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26" h="22">
                  <a:moveTo>
                    <a:pt x="20" y="0"/>
                  </a:moveTo>
                  <a:cubicBezTo>
                    <a:pt x="22" y="2"/>
                    <a:pt x="24" y="3"/>
                    <a:pt x="25" y="4"/>
                  </a:cubicBezTo>
                  <a:cubicBezTo>
                    <a:pt x="26" y="6"/>
                    <a:pt x="26" y="10"/>
                    <a:pt x="25" y="10"/>
                  </a:cubicBezTo>
                  <a:cubicBezTo>
                    <a:pt x="19" y="14"/>
                    <a:pt x="13" y="18"/>
                    <a:pt x="6" y="21"/>
                  </a:cubicBezTo>
                  <a:cubicBezTo>
                    <a:pt x="5" y="22"/>
                    <a:pt x="2" y="20"/>
                    <a:pt x="1" y="18"/>
                  </a:cubicBezTo>
                  <a:cubicBezTo>
                    <a:pt x="0" y="17"/>
                    <a:pt x="0" y="14"/>
                    <a:pt x="1" y="13"/>
                  </a:cubicBezTo>
                  <a:cubicBezTo>
                    <a:pt x="7" y="9"/>
                    <a:pt x="13" y="5"/>
                    <a:pt x="2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5" name="Freeform 1099">
              <a:extLst>
                <a:ext uri="{FF2B5EF4-FFF2-40B4-BE49-F238E27FC236}">
                  <a16:creationId xmlns="" xmlns:a16="http://schemas.microsoft.com/office/drawing/2014/main" id="{DCBEFE0D-D76C-48C2-9C2E-82826128C7BA}"/>
                </a:ext>
              </a:extLst>
            </p:cNvPr>
            <p:cNvSpPr>
              <a:spLocks/>
            </p:cNvSpPr>
            <p:nvPr/>
          </p:nvSpPr>
          <p:spPr bwMode="auto">
            <a:xfrm>
              <a:off x="11413702" y="424407"/>
              <a:ext cx="17723" cy="7519"/>
            </a:xfrm>
            <a:custGeom>
              <a:avLst/>
              <a:gdLst>
                <a:gd name="T0" fmla="*/ 13 w 28"/>
                <a:gd name="T1" fmla="*/ 11 h 12"/>
                <a:gd name="T2" fmla="*/ 5 w 28"/>
                <a:gd name="T3" fmla="*/ 11 h 12"/>
                <a:gd name="T4" fmla="*/ 0 w 28"/>
                <a:gd name="T5" fmla="*/ 6 h 12"/>
                <a:gd name="T6" fmla="*/ 4 w 28"/>
                <a:gd name="T7" fmla="*/ 0 h 12"/>
                <a:gd name="T8" fmla="*/ 23 w 28"/>
                <a:gd name="T9" fmla="*/ 1 h 12"/>
                <a:gd name="T10" fmla="*/ 28 w 28"/>
                <a:gd name="T11" fmla="*/ 6 h 12"/>
                <a:gd name="T12" fmla="*/ 22 w 28"/>
                <a:gd name="T13" fmla="*/ 11 h 12"/>
                <a:gd name="T14" fmla="*/ 13 w 28"/>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2">
                  <a:moveTo>
                    <a:pt x="13" y="11"/>
                  </a:moveTo>
                  <a:cubicBezTo>
                    <a:pt x="10" y="11"/>
                    <a:pt x="7" y="12"/>
                    <a:pt x="5" y="11"/>
                  </a:cubicBezTo>
                  <a:cubicBezTo>
                    <a:pt x="3" y="10"/>
                    <a:pt x="0" y="8"/>
                    <a:pt x="0" y="6"/>
                  </a:cubicBezTo>
                  <a:cubicBezTo>
                    <a:pt x="0" y="4"/>
                    <a:pt x="2" y="1"/>
                    <a:pt x="4" y="0"/>
                  </a:cubicBezTo>
                  <a:cubicBezTo>
                    <a:pt x="10" y="0"/>
                    <a:pt x="17" y="0"/>
                    <a:pt x="23" y="1"/>
                  </a:cubicBezTo>
                  <a:cubicBezTo>
                    <a:pt x="25" y="1"/>
                    <a:pt x="28" y="4"/>
                    <a:pt x="28" y="6"/>
                  </a:cubicBezTo>
                  <a:cubicBezTo>
                    <a:pt x="27" y="8"/>
                    <a:pt x="25" y="10"/>
                    <a:pt x="22" y="11"/>
                  </a:cubicBezTo>
                  <a:cubicBezTo>
                    <a:pt x="20" y="12"/>
                    <a:pt x="16" y="11"/>
                    <a:pt x="13"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6" name="Freeform 1100">
              <a:extLst>
                <a:ext uri="{FF2B5EF4-FFF2-40B4-BE49-F238E27FC236}">
                  <a16:creationId xmlns="" xmlns:a16="http://schemas.microsoft.com/office/drawing/2014/main" id="{EF863660-F053-4363-9EE6-23A454C9402E}"/>
                </a:ext>
              </a:extLst>
            </p:cNvPr>
            <p:cNvSpPr>
              <a:spLocks/>
            </p:cNvSpPr>
            <p:nvPr/>
          </p:nvSpPr>
          <p:spPr bwMode="auto">
            <a:xfrm>
              <a:off x="11384432" y="383858"/>
              <a:ext cx="7519" cy="17723"/>
            </a:xfrm>
            <a:custGeom>
              <a:avLst/>
              <a:gdLst>
                <a:gd name="T0" fmla="*/ 12 w 12"/>
                <a:gd name="T1" fmla="*/ 15 h 28"/>
                <a:gd name="T2" fmla="*/ 12 w 12"/>
                <a:gd name="T3" fmla="*/ 23 h 28"/>
                <a:gd name="T4" fmla="*/ 6 w 12"/>
                <a:gd name="T5" fmla="*/ 28 h 28"/>
                <a:gd name="T6" fmla="*/ 1 w 12"/>
                <a:gd name="T7" fmla="*/ 23 h 28"/>
                <a:gd name="T8" fmla="*/ 1 w 12"/>
                <a:gd name="T9" fmla="*/ 5 h 28"/>
                <a:gd name="T10" fmla="*/ 6 w 12"/>
                <a:gd name="T11" fmla="*/ 0 h 28"/>
                <a:gd name="T12" fmla="*/ 12 w 12"/>
                <a:gd name="T13" fmla="*/ 6 h 28"/>
                <a:gd name="T14" fmla="*/ 12 w 12"/>
                <a:gd name="T15" fmla="*/ 15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28">
                  <a:moveTo>
                    <a:pt x="12" y="15"/>
                  </a:moveTo>
                  <a:cubicBezTo>
                    <a:pt x="12" y="17"/>
                    <a:pt x="12" y="20"/>
                    <a:pt x="12" y="23"/>
                  </a:cubicBezTo>
                  <a:cubicBezTo>
                    <a:pt x="12" y="26"/>
                    <a:pt x="10" y="28"/>
                    <a:pt x="6" y="28"/>
                  </a:cubicBezTo>
                  <a:cubicBezTo>
                    <a:pt x="3" y="28"/>
                    <a:pt x="1" y="26"/>
                    <a:pt x="1" y="23"/>
                  </a:cubicBezTo>
                  <a:cubicBezTo>
                    <a:pt x="0" y="17"/>
                    <a:pt x="1" y="11"/>
                    <a:pt x="1" y="5"/>
                  </a:cubicBezTo>
                  <a:cubicBezTo>
                    <a:pt x="1" y="2"/>
                    <a:pt x="3" y="0"/>
                    <a:pt x="6" y="0"/>
                  </a:cubicBezTo>
                  <a:cubicBezTo>
                    <a:pt x="10" y="0"/>
                    <a:pt x="12" y="2"/>
                    <a:pt x="12" y="6"/>
                  </a:cubicBezTo>
                  <a:cubicBezTo>
                    <a:pt x="12" y="9"/>
                    <a:pt x="12" y="12"/>
                    <a:pt x="12"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7" name="Freeform 1101">
              <a:extLst>
                <a:ext uri="{FF2B5EF4-FFF2-40B4-BE49-F238E27FC236}">
                  <a16:creationId xmlns="" xmlns:a16="http://schemas.microsoft.com/office/drawing/2014/main" id="{ED4D7C8C-F4DD-430E-9EF4-E8802DDEFC05}"/>
                </a:ext>
              </a:extLst>
            </p:cNvPr>
            <p:cNvSpPr>
              <a:spLocks/>
            </p:cNvSpPr>
            <p:nvPr/>
          </p:nvSpPr>
          <p:spPr bwMode="auto">
            <a:xfrm>
              <a:off x="11386849" y="641920"/>
              <a:ext cx="37595" cy="19603"/>
            </a:xfrm>
            <a:custGeom>
              <a:avLst/>
              <a:gdLst>
                <a:gd name="T0" fmla="*/ 45 w 59"/>
                <a:gd name="T1" fmla="*/ 0 h 31"/>
                <a:gd name="T2" fmla="*/ 59 w 59"/>
                <a:gd name="T3" fmla="*/ 0 h 31"/>
                <a:gd name="T4" fmla="*/ 59 w 59"/>
                <a:gd name="T5" fmla="*/ 2 h 31"/>
                <a:gd name="T6" fmla="*/ 58 w 59"/>
                <a:gd name="T7" fmla="*/ 4 h 31"/>
                <a:gd name="T8" fmla="*/ 57 w 59"/>
                <a:gd name="T9" fmla="*/ 4 h 31"/>
                <a:gd name="T10" fmla="*/ 52 w 59"/>
                <a:gd name="T11" fmla="*/ 8 h 31"/>
                <a:gd name="T12" fmla="*/ 53 w 59"/>
                <a:gd name="T13" fmla="*/ 10 h 31"/>
                <a:gd name="T14" fmla="*/ 54 w 59"/>
                <a:gd name="T15" fmla="*/ 11 h 31"/>
                <a:gd name="T16" fmla="*/ 56 w 59"/>
                <a:gd name="T17" fmla="*/ 13 h 31"/>
                <a:gd name="T18" fmla="*/ 54 w 59"/>
                <a:gd name="T19" fmla="*/ 17 h 31"/>
                <a:gd name="T20" fmla="*/ 53 w 59"/>
                <a:gd name="T21" fmla="*/ 17 h 31"/>
                <a:gd name="T22" fmla="*/ 52 w 59"/>
                <a:gd name="T23" fmla="*/ 17 h 31"/>
                <a:gd name="T24" fmla="*/ 45 w 59"/>
                <a:gd name="T25" fmla="*/ 18 h 31"/>
                <a:gd name="T26" fmla="*/ 45 w 59"/>
                <a:gd name="T27" fmla="*/ 20 h 31"/>
                <a:gd name="T28" fmla="*/ 45 w 59"/>
                <a:gd name="T29" fmla="*/ 21 h 31"/>
                <a:gd name="T30" fmla="*/ 43 w 59"/>
                <a:gd name="T31" fmla="*/ 27 h 31"/>
                <a:gd name="T32" fmla="*/ 41 w 59"/>
                <a:gd name="T33" fmla="*/ 26 h 31"/>
                <a:gd name="T34" fmla="*/ 41 w 59"/>
                <a:gd name="T35" fmla="*/ 25 h 31"/>
                <a:gd name="T36" fmla="*/ 35 w 59"/>
                <a:gd name="T37" fmla="*/ 23 h 31"/>
                <a:gd name="T38" fmla="*/ 33 w 59"/>
                <a:gd name="T39" fmla="*/ 25 h 31"/>
                <a:gd name="T40" fmla="*/ 33 w 59"/>
                <a:gd name="T41" fmla="*/ 28 h 31"/>
                <a:gd name="T42" fmla="*/ 31 w 59"/>
                <a:gd name="T43" fmla="*/ 30 h 31"/>
                <a:gd name="T44" fmla="*/ 27 w 59"/>
                <a:gd name="T45" fmla="*/ 26 h 31"/>
                <a:gd name="T46" fmla="*/ 26 w 59"/>
                <a:gd name="T47" fmla="*/ 24 h 31"/>
                <a:gd name="T48" fmla="*/ 22 w 59"/>
                <a:gd name="T49" fmla="*/ 22 h 31"/>
                <a:gd name="T50" fmla="*/ 21 w 59"/>
                <a:gd name="T51" fmla="*/ 23 h 31"/>
                <a:gd name="T52" fmla="*/ 20 w 59"/>
                <a:gd name="T53" fmla="*/ 24 h 31"/>
                <a:gd name="T54" fmla="*/ 14 w 59"/>
                <a:gd name="T55" fmla="*/ 25 h 31"/>
                <a:gd name="T56" fmla="*/ 13 w 59"/>
                <a:gd name="T57" fmla="*/ 23 h 31"/>
                <a:gd name="T58" fmla="*/ 15 w 59"/>
                <a:gd name="T59" fmla="*/ 21 h 31"/>
                <a:gd name="T60" fmla="*/ 14 w 59"/>
                <a:gd name="T61" fmla="*/ 17 h 31"/>
                <a:gd name="T62" fmla="*/ 9 w 59"/>
                <a:gd name="T63" fmla="*/ 16 h 31"/>
                <a:gd name="T64" fmla="*/ 7 w 59"/>
                <a:gd name="T65" fmla="*/ 17 h 31"/>
                <a:gd name="T66" fmla="*/ 6 w 59"/>
                <a:gd name="T67" fmla="*/ 17 h 31"/>
                <a:gd name="T68" fmla="*/ 3 w 59"/>
                <a:gd name="T69" fmla="*/ 13 h 31"/>
                <a:gd name="T70" fmla="*/ 4 w 59"/>
                <a:gd name="T71" fmla="*/ 12 h 31"/>
                <a:gd name="T72" fmla="*/ 5 w 59"/>
                <a:gd name="T73" fmla="*/ 11 h 31"/>
                <a:gd name="T74" fmla="*/ 7 w 59"/>
                <a:gd name="T75" fmla="*/ 6 h 31"/>
                <a:gd name="T76" fmla="*/ 5 w 59"/>
                <a:gd name="T77" fmla="*/ 4 h 31"/>
                <a:gd name="T78" fmla="*/ 3 w 59"/>
                <a:gd name="T79" fmla="*/ 4 h 31"/>
                <a:gd name="T80" fmla="*/ 1 w 59"/>
                <a:gd name="T81" fmla="*/ 0 h 31"/>
                <a:gd name="T82" fmla="*/ 15 w 59"/>
                <a:gd name="T83" fmla="*/ 0 h 31"/>
                <a:gd name="T84" fmla="*/ 29 w 59"/>
                <a:gd name="T85" fmla="*/ 15 h 31"/>
                <a:gd name="T86" fmla="*/ 40 w 59"/>
                <a:gd name="T87" fmla="*/ 11 h 31"/>
                <a:gd name="T88" fmla="*/ 45 w 59"/>
                <a:gd name="T89"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 h="31">
                  <a:moveTo>
                    <a:pt x="45" y="0"/>
                  </a:moveTo>
                  <a:cubicBezTo>
                    <a:pt x="50" y="0"/>
                    <a:pt x="54" y="0"/>
                    <a:pt x="59" y="0"/>
                  </a:cubicBezTo>
                  <a:cubicBezTo>
                    <a:pt x="59" y="1"/>
                    <a:pt x="59" y="1"/>
                    <a:pt x="59" y="2"/>
                  </a:cubicBezTo>
                  <a:cubicBezTo>
                    <a:pt x="59" y="3"/>
                    <a:pt x="59" y="4"/>
                    <a:pt x="58" y="4"/>
                  </a:cubicBezTo>
                  <a:cubicBezTo>
                    <a:pt x="57" y="4"/>
                    <a:pt x="57" y="4"/>
                    <a:pt x="57" y="4"/>
                  </a:cubicBezTo>
                  <a:cubicBezTo>
                    <a:pt x="53" y="4"/>
                    <a:pt x="53" y="4"/>
                    <a:pt x="52" y="8"/>
                  </a:cubicBezTo>
                  <a:cubicBezTo>
                    <a:pt x="52" y="8"/>
                    <a:pt x="52" y="9"/>
                    <a:pt x="53" y="10"/>
                  </a:cubicBezTo>
                  <a:cubicBezTo>
                    <a:pt x="53" y="10"/>
                    <a:pt x="54" y="10"/>
                    <a:pt x="54" y="11"/>
                  </a:cubicBezTo>
                  <a:cubicBezTo>
                    <a:pt x="55" y="11"/>
                    <a:pt x="56" y="12"/>
                    <a:pt x="56" y="13"/>
                  </a:cubicBezTo>
                  <a:cubicBezTo>
                    <a:pt x="56" y="14"/>
                    <a:pt x="55" y="16"/>
                    <a:pt x="54" y="17"/>
                  </a:cubicBezTo>
                  <a:cubicBezTo>
                    <a:pt x="54" y="17"/>
                    <a:pt x="53" y="17"/>
                    <a:pt x="53" y="17"/>
                  </a:cubicBezTo>
                  <a:cubicBezTo>
                    <a:pt x="52" y="17"/>
                    <a:pt x="52" y="17"/>
                    <a:pt x="52" y="17"/>
                  </a:cubicBezTo>
                  <a:cubicBezTo>
                    <a:pt x="48" y="15"/>
                    <a:pt x="48" y="15"/>
                    <a:pt x="45" y="18"/>
                  </a:cubicBezTo>
                  <a:cubicBezTo>
                    <a:pt x="45" y="18"/>
                    <a:pt x="45" y="19"/>
                    <a:pt x="45" y="20"/>
                  </a:cubicBezTo>
                  <a:cubicBezTo>
                    <a:pt x="45" y="20"/>
                    <a:pt x="45" y="21"/>
                    <a:pt x="45" y="21"/>
                  </a:cubicBezTo>
                  <a:cubicBezTo>
                    <a:pt x="48" y="25"/>
                    <a:pt x="48" y="24"/>
                    <a:pt x="43" y="27"/>
                  </a:cubicBezTo>
                  <a:cubicBezTo>
                    <a:pt x="43" y="27"/>
                    <a:pt x="42" y="27"/>
                    <a:pt x="41" y="26"/>
                  </a:cubicBezTo>
                  <a:cubicBezTo>
                    <a:pt x="41" y="26"/>
                    <a:pt x="41" y="26"/>
                    <a:pt x="41" y="25"/>
                  </a:cubicBezTo>
                  <a:cubicBezTo>
                    <a:pt x="38" y="22"/>
                    <a:pt x="38" y="22"/>
                    <a:pt x="35" y="23"/>
                  </a:cubicBezTo>
                  <a:cubicBezTo>
                    <a:pt x="34" y="23"/>
                    <a:pt x="33" y="24"/>
                    <a:pt x="33" y="25"/>
                  </a:cubicBezTo>
                  <a:cubicBezTo>
                    <a:pt x="33" y="26"/>
                    <a:pt x="33" y="27"/>
                    <a:pt x="33" y="28"/>
                  </a:cubicBezTo>
                  <a:cubicBezTo>
                    <a:pt x="33" y="30"/>
                    <a:pt x="32" y="30"/>
                    <a:pt x="31" y="30"/>
                  </a:cubicBezTo>
                  <a:cubicBezTo>
                    <a:pt x="27" y="30"/>
                    <a:pt x="27" y="31"/>
                    <a:pt x="27" y="26"/>
                  </a:cubicBezTo>
                  <a:cubicBezTo>
                    <a:pt x="27" y="25"/>
                    <a:pt x="26" y="24"/>
                    <a:pt x="26" y="24"/>
                  </a:cubicBezTo>
                  <a:cubicBezTo>
                    <a:pt x="25" y="23"/>
                    <a:pt x="23" y="23"/>
                    <a:pt x="22" y="22"/>
                  </a:cubicBezTo>
                  <a:cubicBezTo>
                    <a:pt x="21" y="22"/>
                    <a:pt x="21" y="23"/>
                    <a:pt x="21" y="23"/>
                  </a:cubicBezTo>
                  <a:cubicBezTo>
                    <a:pt x="21" y="23"/>
                    <a:pt x="20" y="24"/>
                    <a:pt x="20" y="24"/>
                  </a:cubicBezTo>
                  <a:cubicBezTo>
                    <a:pt x="18" y="28"/>
                    <a:pt x="17" y="28"/>
                    <a:pt x="14" y="25"/>
                  </a:cubicBezTo>
                  <a:cubicBezTo>
                    <a:pt x="13" y="25"/>
                    <a:pt x="13" y="24"/>
                    <a:pt x="13" y="23"/>
                  </a:cubicBezTo>
                  <a:cubicBezTo>
                    <a:pt x="14" y="22"/>
                    <a:pt x="14" y="22"/>
                    <a:pt x="15" y="21"/>
                  </a:cubicBezTo>
                  <a:cubicBezTo>
                    <a:pt x="15" y="19"/>
                    <a:pt x="15" y="18"/>
                    <a:pt x="14" y="17"/>
                  </a:cubicBezTo>
                  <a:cubicBezTo>
                    <a:pt x="11" y="15"/>
                    <a:pt x="12" y="15"/>
                    <a:pt x="9" y="16"/>
                  </a:cubicBezTo>
                  <a:cubicBezTo>
                    <a:pt x="8" y="17"/>
                    <a:pt x="8" y="17"/>
                    <a:pt x="7" y="17"/>
                  </a:cubicBezTo>
                  <a:cubicBezTo>
                    <a:pt x="7" y="17"/>
                    <a:pt x="6" y="17"/>
                    <a:pt x="6" y="17"/>
                  </a:cubicBezTo>
                  <a:cubicBezTo>
                    <a:pt x="5" y="16"/>
                    <a:pt x="4" y="15"/>
                    <a:pt x="3" y="13"/>
                  </a:cubicBezTo>
                  <a:cubicBezTo>
                    <a:pt x="3" y="13"/>
                    <a:pt x="4" y="12"/>
                    <a:pt x="4" y="12"/>
                  </a:cubicBezTo>
                  <a:cubicBezTo>
                    <a:pt x="4" y="12"/>
                    <a:pt x="5" y="12"/>
                    <a:pt x="5" y="11"/>
                  </a:cubicBezTo>
                  <a:cubicBezTo>
                    <a:pt x="9" y="9"/>
                    <a:pt x="8" y="10"/>
                    <a:pt x="7" y="6"/>
                  </a:cubicBezTo>
                  <a:cubicBezTo>
                    <a:pt x="7" y="4"/>
                    <a:pt x="6" y="4"/>
                    <a:pt x="5" y="4"/>
                  </a:cubicBezTo>
                  <a:cubicBezTo>
                    <a:pt x="5" y="4"/>
                    <a:pt x="4" y="4"/>
                    <a:pt x="3" y="4"/>
                  </a:cubicBezTo>
                  <a:cubicBezTo>
                    <a:pt x="0" y="3"/>
                    <a:pt x="0" y="3"/>
                    <a:pt x="1" y="0"/>
                  </a:cubicBezTo>
                  <a:cubicBezTo>
                    <a:pt x="5" y="0"/>
                    <a:pt x="10" y="0"/>
                    <a:pt x="15" y="0"/>
                  </a:cubicBezTo>
                  <a:cubicBezTo>
                    <a:pt x="17" y="10"/>
                    <a:pt x="22" y="15"/>
                    <a:pt x="29" y="15"/>
                  </a:cubicBezTo>
                  <a:cubicBezTo>
                    <a:pt x="34" y="16"/>
                    <a:pt x="37" y="14"/>
                    <a:pt x="40" y="11"/>
                  </a:cubicBezTo>
                  <a:cubicBezTo>
                    <a:pt x="43" y="8"/>
                    <a:pt x="45" y="4"/>
                    <a:pt x="45"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8" name="Freeform 1102">
              <a:extLst>
                <a:ext uri="{FF2B5EF4-FFF2-40B4-BE49-F238E27FC236}">
                  <a16:creationId xmlns="" xmlns:a16="http://schemas.microsoft.com/office/drawing/2014/main" id="{04930D33-F566-4893-87DC-DF51767AFBE4}"/>
                </a:ext>
              </a:extLst>
            </p:cNvPr>
            <p:cNvSpPr>
              <a:spLocks/>
            </p:cNvSpPr>
            <p:nvPr/>
          </p:nvSpPr>
          <p:spPr bwMode="auto">
            <a:xfrm>
              <a:off x="11386849" y="618289"/>
              <a:ext cx="27927" cy="20946"/>
            </a:xfrm>
            <a:custGeom>
              <a:avLst/>
              <a:gdLst>
                <a:gd name="T0" fmla="*/ 44 w 44"/>
                <a:gd name="T1" fmla="*/ 4 h 33"/>
                <a:gd name="T2" fmla="*/ 43 w 44"/>
                <a:gd name="T3" fmla="*/ 6 h 33"/>
                <a:gd name="T4" fmla="*/ 40 w 44"/>
                <a:gd name="T5" fmla="*/ 7 h 33"/>
                <a:gd name="T6" fmla="*/ 12 w 44"/>
                <a:gd name="T7" fmla="*/ 12 h 33"/>
                <a:gd name="T8" fmla="*/ 4 w 44"/>
                <a:gd name="T9" fmla="*/ 31 h 33"/>
                <a:gd name="T10" fmla="*/ 3 w 44"/>
                <a:gd name="T11" fmla="*/ 33 h 33"/>
                <a:gd name="T12" fmla="*/ 1 w 44"/>
                <a:gd name="T13" fmla="*/ 33 h 33"/>
                <a:gd name="T14" fmla="*/ 0 w 44"/>
                <a:gd name="T15" fmla="*/ 31 h 33"/>
                <a:gd name="T16" fmla="*/ 17 w 44"/>
                <a:gd name="T17" fmla="*/ 4 h 33"/>
                <a:gd name="T18" fmla="*/ 44 w 44"/>
                <a:gd name="T19"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33">
                  <a:moveTo>
                    <a:pt x="44" y="4"/>
                  </a:moveTo>
                  <a:cubicBezTo>
                    <a:pt x="43" y="5"/>
                    <a:pt x="43" y="5"/>
                    <a:pt x="43" y="6"/>
                  </a:cubicBezTo>
                  <a:cubicBezTo>
                    <a:pt x="42" y="7"/>
                    <a:pt x="41" y="7"/>
                    <a:pt x="40" y="7"/>
                  </a:cubicBezTo>
                  <a:cubicBezTo>
                    <a:pt x="30" y="3"/>
                    <a:pt x="20" y="5"/>
                    <a:pt x="12" y="12"/>
                  </a:cubicBezTo>
                  <a:cubicBezTo>
                    <a:pt x="7" y="17"/>
                    <a:pt x="4" y="24"/>
                    <a:pt x="4" y="31"/>
                  </a:cubicBezTo>
                  <a:cubicBezTo>
                    <a:pt x="4" y="32"/>
                    <a:pt x="4" y="33"/>
                    <a:pt x="3" y="33"/>
                  </a:cubicBezTo>
                  <a:cubicBezTo>
                    <a:pt x="3" y="33"/>
                    <a:pt x="1" y="33"/>
                    <a:pt x="1" y="33"/>
                  </a:cubicBezTo>
                  <a:cubicBezTo>
                    <a:pt x="1" y="32"/>
                    <a:pt x="0" y="31"/>
                    <a:pt x="0" y="31"/>
                  </a:cubicBezTo>
                  <a:cubicBezTo>
                    <a:pt x="1" y="19"/>
                    <a:pt x="7" y="10"/>
                    <a:pt x="17" y="4"/>
                  </a:cubicBezTo>
                  <a:cubicBezTo>
                    <a:pt x="26" y="0"/>
                    <a:pt x="35" y="0"/>
                    <a:pt x="44"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39" name="Freeform 1103">
              <a:extLst>
                <a:ext uri="{FF2B5EF4-FFF2-40B4-BE49-F238E27FC236}">
                  <a16:creationId xmlns="" xmlns:a16="http://schemas.microsoft.com/office/drawing/2014/main" id="{4593B0ED-DE59-4C3C-A74C-2C31C96663CC}"/>
                </a:ext>
              </a:extLst>
            </p:cNvPr>
            <p:cNvSpPr>
              <a:spLocks/>
            </p:cNvSpPr>
            <p:nvPr/>
          </p:nvSpPr>
          <p:spPr bwMode="auto">
            <a:xfrm>
              <a:off x="11403498" y="620169"/>
              <a:ext cx="15306" cy="20409"/>
            </a:xfrm>
            <a:custGeom>
              <a:avLst/>
              <a:gdLst>
                <a:gd name="T0" fmla="*/ 4 w 24"/>
                <a:gd name="T1" fmla="*/ 32 h 32"/>
                <a:gd name="T2" fmla="*/ 1 w 24"/>
                <a:gd name="T3" fmla="*/ 30 h 32"/>
                <a:gd name="T4" fmla="*/ 1 w 24"/>
                <a:gd name="T5" fmla="*/ 26 h 32"/>
                <a:gd name="T6" fmla="*/ 8 w 24"/>
                <a:gd name="T7" fmla="*/ 17 h 32"/>
                <a:gd name="T8" fmla="*/ 20 w 24"/>
                <a:gd name="T9" fmla="*/ 2 h 32"/>
                <a:gd name="T10" fmla="*/ 23 w 24"/>
                <a:gd name="T11" fmla="*/ 1 h 32"/>
                <a:gd name="T12" fmla="*/ 23 w 24"/>
                <a:gd name="T13" fmla="*/ 4 h 32"/>
                <a:gd name="T14" fmla="*/ 7 w 24"/>
                <a:gd name="T15" fmla="*/ 30 h 32"/>
                <a:gd name="T16" fmla="*/ 4 w 24"/>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2">
                  <a:moveTo>
                    <a:pt x="4" y="32"/>
                  </a:moveTo>
                  <a:cubicBezTo>
                    <a:pt x="2" y="31"/>
                    <a:pt x="1" y="31"/>
                    <a:pt x="1" y="30"/>
                  </a:cubicBezTo>
                  <a:cubicBezTo>
                    <a:pt x="0" y="29"/>
                    <a:pt x="0" y="27"/>
                    <a:pt x="1" y="26"/>
                  </a:cubicBezTo>
                  <a:cubicBezTo>
                    <a:pt x="3" y="23"/>
                    <a:pt x="6" y="20"/>
                    <a:pt x="8" y="17"/>
                  </a:cubicBezTo>
                  <a:cubicBezTo>
                    <a:pt x="12" y="12"/>
                    <a:pt x="16" y="7"/>
                    <a:pt x="20" y="2"/>
                  </a:cubicBezTo>
                  <a:cubicBezTo>
                    <a:pt x="21" y="1"/>
                    <a:pt x="22" y="0"/>
                    <a:pt x="23" y="1"/>
                  </a:cubicBezTo>
                  <a:cubicBezTo>
                    <a:pt x="24" y="2"/>
                    <a:pt x="24" y="3"/>
                    <a:pt x="23" y="4"/>
                  </a:cubicBezTo>
                  <a:cubicBezTo>
                    <a:pt x="18" y="13"/>
                    <a:pt x="12" y="21"/>
                    <a:pt x="7" y="30"/>
                  </a:cubicBezTo>
                  <a:cubicBezTo>
                    <a:pt x="6" y="31"/>
                    <a:pt x="5" y="31"/>
                    <a:pt x="4" y="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0" name="Freeform 1104">
              <a:extLst>
                <a:ext uri="{FF2B5EF4-FFF2-40B4-BE49-F238E27FC236}">
                  <a16:creationId xmlns="" xmlns:a16="http://schemas.microsoft.com/office/drawing/2014/main" id="{B6406BB7-44E3-4667-96AA-09B21FDDA9F8}"/>
                </a:ext>
              </a:extLst>
            </p:cNvPr>
            <p:cNvSpPr>
              <a:spLocks/>
            </p:cNvSpPr>
            <p:nvPr/>
          </p:nvSpPr>
          <p:spPr bwMode="auto">
            <a:xfrm>
              <a:off x="11417461" y="623929"/>
              <a:ext cx="8325" cy="15307"/>
            </a:xfrm>
            <a:custGeom>
              <a:avLst/>
              <a:gdLst>
                <a:gd name="T0" fmla="*/ 0 w 13"/>
                <a:gd name="T1" fmla="*/ 3 h 24"/>
                <a:gd name="T2" fmla="*/ 2 w 13"/>
                <a:gd name="T3" fmla="*/ 0 h 24"/>
                <a:gd name="T4" fmla="*/ 9 w 13"/>
                <a:gd name="T5" fmla="*/ 7 h 24"/>
                <a:gd name="T6" fmla="*/ 13 w 13"/>
                <a:gd name="T7" fmla="*/ 22 h 24"/>
                <a:gd name="T8" fmla="*/ 11 w 13"/>
                <a:gd name="T9" fmla="*/ 24 h 24"/>
                <a:gd name="T10" fmla="*/ 9 w 13"/>
                <a:gd name="T11" fmla="*/ 22 h 24"/>
                <a:gd name="T12" fmla="*/ 0 w 13"/>
                <a:gd name="T13" fmla="*/ 3 h 24"/>
              </a:gdLst>
              <a:ahLst/>
              <a:cxnLst>
                <a:cxn ang="0">
                  <a:pos x="T0" y="T1"/>
                </a:cxn>
                <a:cxn ang="0">
                  <a:pos x="T2" y="T3"/>
                </a:cxn>
                <a:cxn ang="0">
                  <a:pos x="T4" y="T5"/>
                </a:cxn>
                <a:cxn ang="0">
                  <a:pos x="T6" y="T7"/>
                </a:cxn>
                <a:cxn ang="0">
                  <a:pos x="T8" y="T9"/>
                </a:cxn>
                <a:cxn ang="0">
                  <a:pos x="T10" y="T11"/>
                </a:cxn>
                <a:cxn ang="0">
                  <a:pos x="T12" y="T13"/>
                </a:cxn>
              </a:cxnLst>
              <a:rect l="0" t="0" r="r" b="b"/>
              <a:pathLst>
                <a:path w="13" h="24">
                  <a:moveTo>
                    <a:pt x="0" y="3"/>
                  </a:moveTo>
                  <a:cubicBezTo>
                    <a:pt x="1" y="2"/>
                    <a:pt x="2" y="1"/>
                    <a:pt x="2" y="0"/>
                  </a:cubicBezTo>
                  <a:cubicBezTo>
                    <a:pt x="5" y="2"/>
                    <a:pt x="7" y="4"/>
                    <a:pt x="9" y="7"/>
                  </a:cubicBezTo>
                  <a:cubicBezTo>
                    <a:pt x="12" y="12"/>
                    <a:pt x="13" y="17"/>
                    <a:pt x="13" y="22"/>
                  </a:cubicBezTo>
                  <a:cubicBezTo>
                    <a:pt x="13" y="23"/>
                    <a:pt x="12" y="24"/>
                    <a:pt x="11" y="24"/>
                  </a:cubicBezTo>
                  <a:cubicBezTo>
                    <a:pt x="10" y="24"/>
                    <a:pt x="9" y="24"/>
                    <a:pt x="9" y="22"/>
                  </a:cubicBezTo>
                  <a:cubicBezTo>
                    <a:pt x="9" y="15"/>
                    <a:pt x="6" y="8"/>
                    <a:pt x="0" y="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1" name="Freeform 1105">
              <a:extLst>
                <a:ext uri="{FF2B5EF4-FFF2-40B4-BE49-F238E27FC236}">
                  <a16:creationId xmlns="" xmlns:a16="http://schemas.microsoft.com/office/drawing/2014/main" id="{BDF15200-7A6A-4759-8F85-218C44190762}"/>
                </a:ext>
              </a:extLst>
            </p:cNvPr>
            <p:cNvSpPr>
              <a:spLocks/>
            </p:cNvSpPr>
            <p:nvPr/>
          </p:nvSpPr>
          <p:spPr bwMode="auto">
            <a:xfrm>
              <a:off x="11398396" y="624734"/>
              <a:ext cx="4296" cy="5639"/>
            </a:xfrm>
            <a:custGeom>
              <a:avLst/>
              <a:gdLst>
                <a:gd name="T0" fmla="*/ 4 w 7"/>
                <a:gd name="T1" fmla="*/ 9 h 9"/>
                <a:gd name="T2" fmla="*/ 3 w 7"/>
                <a:gd name="T3" fmla="*/ 8 h 9"/>
                <a:gd name="T4" fmla="*/ 0 w 7"/>
                <a:gd name="T5" fmla="*/ 3 h 9"/>
                <a:gd name="T6" fmla="*/ 1 w 7"/>
                <a:gd name="T7" fmla="*/ 1 h 9"/>
                <a:gd name="T8" fmla="*/ 4 w 7"/>
                <a:gd name="T9" fmla="*/ 2 h 9"/>
                <a:gd name="T10" fmla="*/ 7 w 7"/>
                <a:gd name="T11" fmla="*/ 7 h 9"/>
                <a:gd name="T12" fmla="*/ 4 w 7"/>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4" y="9"/>
                  </a:moveTo>
                  <a:cubicBezTo>
                    <a:pt x="4" y="9"/>
                    <a:pt x="4" y="9"/>
                    <a:pt x="3" y="8"/>
                  </a:cubicBezTo>
                  <a:cubicBezTo>
                    <a:pt x="2" y="7"/>
                    <a:pt x="1" y="5"/>
                    <a:pt x="0" y="3"/>
                  </a:cubicBezTo>
                  <a:cubicBezTo>
                    <a:pt x="0" y="2"/>
                    <a:pt x="0" y="1"/>
                    <a:pt x="1" y="1"/>
                  </a:cubicBezTo>
                  <a:cubicBezTo>
                    <a:pt x="2" y="0"/>
                    <a:pt x="3" y="1"/>
                    <a:pt x="4" y="2"/>
                  </a:cubicBezTo>
                  <a:cubicBezTo>
                    <a:pt x="5" y="3"/>
                    <a:pt x="6" y="5"/>
                    <a:pt x="7" y="7"/>
                  </a:cubicBezTo>
                  <a:cubicBezTo>
                    <a:pt x="7" y="8"/>
                    <a:pt x="6" y="9"/>
                    <a:pt x="4"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2" name="Freeform 1106">
              <a:extLst>
                <a:ext uri="{FF2B5EF4-FFF2-40B4-BE49-F238E27FC236}">
                  <a16:creationId xmlns="" xmlns:a16="http://schemas.microsoft.com/office/drawing/2014/main" id="{7D898411-ACD4-4FE2-A711-5E465806787E}"/>
                </a:ext>
              </a:extLst>
            </p:cNvPr>
            <p:cNvSpPr>
              <a:spLocks/>
            </p:cNvSpPr>
            <p:nvPr/>
          </p:nvSpPr>
          <p:spPr bwMode="auto">
            <a:xfrm>
              <a:off x="11393294" y="629836"/>
              <a:ext cx="5639" cy="4296"/>
            </a:xfrm>
            <a:custGeom>
              <a:avLst/>
              <a:gdLst>
                <a:gd name="T0" fmla="*/ 9 w 9"/>
                <a:gd name="T1" fmla="*/ 5 h 7"/>
                <a:gd name="T2" fmla="*/ 6 w 9"/>
                <a:gd name="T3" fmla="*/ 7 h 7"/>
                <a:gd name="T4" fmla="*/ 1 w 9"/>
                <a:gd name="T5" fmla="*/ 4 h 7"/>
                <a:gd name="T6" fmla="*/ 0 w 9"/>
                <a:gd name="T7" fmla="*/ 1 h 7"/>
                <a:gd name="T8" fmla="*/ 3 w 9"/>
                <a:gd name="T9" fmla="*/ 0 h 7"/>
                <a:gd name="T10" fmla="*/ 8 w 9"/>
                <a:gd name="T11" fmla="*/ 4 h 7"/>
                <a:gd name="T12" fmla="*/ 9 w 9"/>
                <a:gd name="T13" fmla="*/ 5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9" y="5"/>
                  </a:moveTo>
                  <a:cubicBezTo>
                    <a:pt x="9" y="6"/>
                    <a:pt x="8" y="7"/>
                    <a:pt x="6" y="7"/>
                  </a:cubicBezTo>
                  <a:cubicBezTo>
                    <a:pt x="4" y="6"/>
                    <a:pt x="3" y="5"/>
                    <a:pt x="1" y="4"/>
                  </a:cubicBezTo>
                  <a:cubicBezTo>
                    <a:pt x="0" y="3"/>
                    <a:pt x="0" y="2"/>
                    <a:pt x="0" y="1"/>
                  </a:cubicBezTo>
                  <a:cubicBezTo>
                    <a:pt x="1" y="1"/>
                    <a:pt x="2" y="0"/>
                    <a:pt x="3" y="0"/>
                  </a:cubicBezTo>
                  <a:cubicBezTo>
                    <a:pt x="5" y="1"/>
                    <a:pt x="6" y="2"/>
                    <a:pt x="8" y="4"/>
                  </a:cubicBezTo>
                  <a:cubicBezTo>
                    <a:pt x="9" y="4"/>
                    <a:pt x="9" y="4"/>
                    <a:pt x="9"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3" name="Freeform 1107">
              <a:extLst>
                <a:ext uri="{FF2B5EF4-FFF2-40B4-BE49-F238E27FC236}">
                  <a16:creationId xmlns="" xmlns:a16="http://schemas.microsoft.com/office/drawing/2014/main" id="{DC82F7E6-1D20-4CBF-8627-D8269F973FE1}"/>
                </a:ext>
              </a:extLst>
            </p:cNvPr>
            <p:cNvSpPr>
              <a:spLocks/>
            </p:cNvSpPr>
            <p:nvPr/>
          </p:nvSpPr>
          <p:spPr bwMode="auto">
            <a:xfrm>
              <a:off x="11391414" y="636818"/>
              <a:ext cx="6176" cy="2417"/>
            </a:xfrm>
            <a:custGeom>
              <a:avLst/>
              <a:gdLst>
                <a:gd name="T0" fmla="*/ 5 w 10"/>
                <a:gd name="T1" fmla="*/ 4 h 4"/>
                <a:gd name="T2" fmla="*/ 2 w 10"/>
                <a:gd name="T3" fmla="*/ 4 h 4"/>
                <a:gd name="T4" fmla="*/ 0 w 10"/>
                <a:gd name="T5" fmla="*/ 2 h 4"/>
                <a:gd name="T6" fmla="*/ 2 w 10"/>
                <a:gd name="T7" fmla="*/ 0 h 4"/>
                <a:gd name="T8" fmla="*/ 8 w 10"/>
                <a:gd name="T9" fmla="*/ 0 h 4"/>
                <a:gd name="T10" fmla="*/ 10 w 10"/>
                <a:gd name="T11" fmla="*/ 2 h 4"/>
                <a:gd name="T12" fmla="*/ 8 w 10"/>
                <a:gd name="T13" fmla="*/ 4 h 4"/>
                <a:gd name="T14" fmla="*/ 5 w 10"/>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4">
                  <a:moveTo>
                    <a:pt x="5" y="4"/>
                  </a:moveTo>
                  <a:cubicBezTo>
                    <a:pt x="4" y="4"/>
                    <a:pt x="3" y="4"/>
                    <a:pt x="2" y="4"/>
                  </a:cubicBezTo>
                  <a:cubicBezTo>
                    <a:pt x="1" y="3"/>
                    <a:pt x="0" y="3"/>
                    <a:pt x="0" y="2"/>
                  </a:cubicBezTo>
                  <a:cubicBezTo>
                    <a:pt x="0" y="1"/>
                    <a:pt x="1" y="0"/>
                    <a:pt x="2" y="0"/>
                  </a:cubicBezTo>
                  <a:cubicBezTo>
                    <a:pt x="4" y="0"/>
                    <a:pt x="6" y="0"/>
                    <a:pt x="8" y="0"/>
                  </a:cubicBezTo>
                  <a:cubicBezTo>
                    <a:pt x="9" y="0"/>
                    <a:pt x="10" y="1"/>
                    <a:pt x="10" y="2"/>
                  </a:cubicBezTo>
                  <a:cubicBezTo>
                    <a:pt x="10" y="3"/>
                    <a:pt x="9" y="4"/>
                    <a:pt x="8" y="4"/>
                  </a:cubicBezTo>
                  <a:cubicBezTo>
                    <a:pt x="7" y="4"/>
                    <a:pt x="6" y="4"/>
                    <a:pt x="5"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4" name="Freeform 1108">
              <a:extLst>
                <a:ext uri="{FF2B5EF4-FFF2-40B4-BE49-F238E27FC236}">
                  <a16:creationId xmlns="" xmlns:a16="http://schemas.microsoft.com/office/drawing/2014/main" id="{6697940D-579F-4CEE-96B1-BB33E1487306}"/>
                </a:ext>
              </a:extLst>
            </p:cNvPr>
            <p:cNvSpPr>
              <a:spLocks/>
            </p:cNvSpPr>
            <p:nvPr/>
          </p:nvSpPr>
          <p:spPr bwMode="auto">
            <a:xfrm>
              <a:off x="11413702" y="629836"/>
              <a:ext cx="5639" cy="4834"/>
            </a:xfrm>
            <a:custGeom>
              <a:avLst/>
              <a:gdLst>
                <a:gd name="T0" fmla="*/ 7 w 9"/>
                <a:gd name="T1" fmla="*/ 0 h 8"/>
                <a:gd name="T2" fmla="*/ 9 w 9"/>
                <a:gd name="T3" fmla="*/ 2 h 8"/>
                <a:gd name="T4" fmla="*/ 9 w 9"/>
                <a:gd name="T5" fmla="*/ 4 h 8"/>
                <a:gd name="T6" fmla="*/ 3 w 9"/>
                <a:gd name="T7" fmla="*/ 8 h 8"/>
                <a:gd name="T8" fmla="*/ 1 w 9"/>
                <a:gd name="T9" fmla="*/ 7 h 8"/>
                <a:gd name="T10" fmla="*/ 1 w 9"/>
                <a:gd name="T11" fmla="*/ 5 h 8"/>
                <a:gd name="T12" fmla="*/ 7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7" y="0"/>
                  </a:moveTo>
                  <a:cubicBezTo>
                    <a:pt x="8" y="1"/>
                    <a:pt x="9" y="1"/>
                    <a:pt x="9" y="2"/>
                  </a:cubicBezTo>
                  <a:cubicBezTo>
                    <a:pt x="9" y="2"/>
                    <a:pt x="9" y="4"/>
                    <a:pt x="9" y="4"/>
                  </a:cubicBezTo>
                  <a:cubicBezTo>
                    <a:pt x="7" y="5"/>
                    <a:pt x="5" y="6"/>
                    <a:pt x="3" y="8"/>
                  </a:cubicBezTo>
                  <a:cubicBezTo>
                    <a:pt x="2" y="8"/>
                    <a:pt x="1" y="7"/>
                    <a:pt x="1" y="7"/>
                  </a:cubicBezTo>
                  <a:cubicBezTo>
                    <a:pt x="0" y="6"/>
                    <a:pt x="0" y="5"/>
                    <a:pt x="1" y="5"/>
                  </a:cubicBezTo>
                  <a:cubicBezTo>
                    <a:pt x="3" y="3"/>
                    <a:pt x="5" y="2"/>
                    <a:pt x="7"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5" name="Freeform 1109">
              <a:extLst>
                <a:ext uri="{FF2B5EF4-FFF2-40B4-BE49-F238E27FC236}">
                  <a16:creationId xmlns="" xmlns:a16="http://schemas.microsoft.com/office/drawing/2014/main" id="{7A570201-6C11-4DEF-B2CA-977846E09FCD}"/>
                </a:ext>
              </a:extLst>
            </p:cNvPr>
            <p:cNvSpPr>
              <a:spLocks/>
            </p:cNvSpPr>
            <p:nvPr/>
          </p:nvSpPr>
          <p:spPr bwMode="auto">
            <a:xfrm>
              <a:off x="11414776" y="637355"/>
              <a:ext cx="6445" cy="2417"/>
            </a:xfrm>
            <a:custGeom>
              <a:avLst/>
              <a:gdLst>
                <a:gd name="T0" fmla="*/ 5 w 10"/>
                <a:gd name="T1" fmla="*/ 4 h 4"/>
                <a:gd name="T2" fmla="*/ 2 w 10"/>
                <a:gd name="T3" fmla="*/ 3 h 4"/>
                <a:gd name="T4" fmla="*/ 0 w 10"/>
                <a:gd name="T5" fmla="*/ 2 h 4"/>
                <a:gd name="T6" fmla="*/ 2 w 10"/>
                <a:gd name="T7" fmla="*/ 0 h 4"/>
                <a:gd name="T8" fmla="*/ 8 w 10"/>
                <a:gd name="T9" fmla="*/ 0 h 4"/>
                <a:gd name="T10" fmla="*/ 10 w 10"/>
                <a:gd name="T11" fmla="*/ 2 h 4"/>
                <a:gd name="T12" fmla="*/ 8 w 10"/>
                <a:gd name="T13" fmla="*/ 3 h 4"/>
                <a:gd name="T14" fmla="*/ 5 w 10"/>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4">
                  <a:moveTo>
                    <a:pt x="5" y="4"/>
                  </a:moveTo>
                  <a:cubicBezTo>
                    <a:pt x="4" y="4"/>
                    <a:pt x="3" y="4"/>
                    <a:pt x="2" y="3"/>
                  </a:cubicBezTo>
                  <a:cubicBezTo>
                    <a:pt x="2" y="3"/>
                    <a:pt x="1" y="2"/>
                    <a:pt x="0" y="2"/>
                  </a:cubicBezTo>
                  <a:cubicBezTo>
                    <a:pt x="0" y="1"/>
                    <a:pt x="1" y="0"/>
                    <a:pt x="2" y="0"/>
                  </a:cubicBezTo>
                  <a:cubicBezTo>
                    <a:pt x="4" y="0"/>
                    <a:pt x="6" y="0"/>
                    <a:pt x="8" y="0"/>
                  </a:cubicBezTo>
                  <a:cubicBezTo>
                    <a:pt x="9" y="0"/>
                    <a:pt x="10" y="1"/>
                    <a:pt x="10" y="2"/>
                  </a:cubicBezTo>
                  <a:cubicBezTo>
                    <a:pt x="10" y="2"/>
                    <a:pt x="9" y="3"/>
                    <a:pt x="8" y="3"/>
                  </a:cubicBezTo>
                  <a:cubicBezTo>
                    <a:pt x="7" y="4"/>
                    <a:pt x="6" y="4"/>
                    <a:pt x="5"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6" name="Freeform 1110">
              <a:extLst>
                <a:ext uri="{FF2B5EF4-FFF2-40B4-BE49-F238E27FC236}">
                  <a16:creationId xmlns="" xmlns:a16="http://schemas.microsoft.com/office/drawing/2014/main" id="{C9E3C120-76A9-4902-B75C-C4EFE2DA994F}"/>
                </a:ext>
              </a:extLst>
            </p:cNvPr>
            <p:cNvSpPr>
              <a:spLocks/>
            </p:cNvSpPr>
            <p:nvPr/>
          </p:nvSpPr>
          <p:spPr bwMode="auto">
            <a:xfrm>
              <a:off x="11405378" y="623392"/>
              <a:ext cx="2417" cy="5639"/>
            </a:xfrm>
            <a:custGeom>
              <a:avLst/>
              <a:gdLst>
                <a:gd name="T0" fmla="*/ 4 w 4"/>
                <a:gd name="T1" fmla="*/ 5 h 9"/>
                <a:gd name="T2" fmla="*/ 4 w 4"/>
                <a:gd name="T3" fmla="*/ 8 h 9"/>
                <a:gd name="T4" fmla="*/ 2 w 4"/>
                <a:gd name="T5" fmla="*/ 9 h 9"/>
                <a:gd name="T6" fmla="*/ 0 w 4"/>
                <a:gd name="T7" fmla="*/ 8 h 9"/>
                <a:gd name="T8" fmla="*/ 0 w 4"/>
                <a:gd name="T9" fmla="*/ 2 h 9"/>
                <a:gd name="T10" fmla="*/ 2 w 4"/>
                <a:gd name="T11" fmla="*/ 0 h 9"/>
                <a:gd name="T12" fmla="*/ 4 w 4"/>
                <a:gd name="T13" fmla="*/ 2 h 9"/>
                <a:gd name="T14" fmla="*/ 4 w 4"/>
                <a:gd name="T15" fmla="*/ 5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9">
                  <a:moveTo>
                    <a:pt x="4" y="5"/>
                  </a:moveTo>
                  <a:cubicBezTo>
                    <a:pt x="4" y="6"/>
                    <a:pt x="4" y="7"/>
                    <a:pt x="4" y="8"/>
                  </a:cubicBezTo>
                  <a:cubicBezTo>
                    <a:pt x="4" y="9"/>
                    <a:pt x="3" y="9"/>
                    <a:pt x="2" y="9"/>
                  </a:cubicBezTo>
                  <a:cubicBezTo>
                    <a:pt x="1" y="9"/>
                    <a:pt x="0" y="9"/>
                    <a:pt x="0" y="8"/>
                  </a:cubicBezTo>
                  <a:cubicBezTo>
                    <a:pt x="0" y="6"/>
                    <a:pt x="0" y="4"/>
                    <a:pt x="0" y="2"/>
                  </a:cubicBezTo>
                  <a:cubicBezTo>
                    <a:pt x="0" y="0"/>
                    <a:pt x="1" y="0"/>
                    <a:pt x="2" y="0"/>
                  </a:cubicBezTo>
                  <a:cubicBezTo>
                    <a:pt x="3" y="0"/>
                    <a:pt x="4" y="0"/>
                    <a:pt x="4" y="2"/>
                  </a:cubicBezTo>
                  <a:cubicBezTo>
                    <a:pt x="4" y="3"/>
                    <a:pt x="4" y="4"/>
                    <a:pt x="4"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7" name="Freeform 1111">
              <a:extLst>
                <a:ext uri="{FF2B5EF4-FFF2-40B4-BE49-F238E27FC236}">
                  <a16:creationId xmlns="" xmlns:a16="http://schemas.microsoft.com/office/drawing/2014/main" id="{1DEAF052-9400-4B37-8A5B-3D67883D833B}"/>
                </a:ext>
              </a:extLst>
            </p:cNvPr>
            <p:cNvSpPr>
              <a:spLocks/>
            </p:cNvSpPr>
            <p:nvPr/>
          </p:nvSpPr>
          <p:spPr bwMode="auto">
            <a:xfrm>
              <a:off x="11473316" y="584722"/>
              <a:ext cx="40817" cy="20946"/>
            </a:xfrm>
            <a:custGeom>
              <a:avLst/>
              <a:gdLst>
                <a:gd name="T0" fmla="*/ 49 w 64"/>
                <a:gd name="T1" fmla="*/ 0 h 33"/>
                <a:gd name="T2" fmla="*/ 64 w 64"/>
                <a:gd name="T3" fmla="*/ 0 h 33"/>
                <a:gd name="T4" fmla="*/ 64 w 64"/>
                <a:gd name="T5" fmla="*/ 2 h 33"/>
                <a:gd name="T6" fmla="*/ 62 w 64"/>
                <a:gd name="T7" fmla="*/ 4 h 33"/>
                <a:gd name="T8" fmla="*/ 61 w 64"/>
                <a:gd name="T9" fmla="*/ 4 h 33"/>
                <a:gd name="T10" fmla="*/ 56 w 64"/>
                <a:gd name="T11" fmla="*/ 9 h 33"/>
                <a:gd name="T12" fmla="*/ 57 w 64"/>
                <a:gd name="T13" fmla="*/ 11 h 33"/>
                <a:gd name="T14" fmla="*/ 58 w 64"/>
                <a:gd name="T15" fmla="*/ 12 h 33"/>
                <a:gd name="T16" fmla="*/ 61 w 64"/>
                <a:gd name="T17" fmla="*/ 14 h 33"/>
                <a:gd name="T18" fmla="*/ 59 w 64"/>
                <a:gd name="T19" fmla="*/ 19 h 33"/>
                <a:gd name="T20" fmla="*/ 57 w 64"/>
                <a:gd name="T21" fmla="*/ 19 h 33"/>
                <a:gd name="T22" fmla="*/ 56 w 64"/>
                <a:gd name="T23" fmla="*/ 18 h 33"/>
                <a:gd name="T24" fmla="*/ 49 w 64"/>
                <a:gd name="T25" fmla="*/ 20 h 33"/>
                <a:gd name="T26" fmla="*/ 49 w 64"/>
                <a:gd name="T27" fmla="*/ 22 h 33"/>
                <a:gd name="T28" fmla="*/ 49 w 64"/>
                <a:gd name="T29" fmla="*/ 23 h 33"/>
                <a:gd name="T30" fmla="*/ 47 w 64"/>
                <a:gd name="T31" fmla="*/ 29 h 33"/>
                <a:gd name="T32" fmla="*/ 45 w 64"/>
                <a:gd name="T33" fmla="*/ 29 h 33"/>
                <a:gd name="T34" fmla="*/ 44 w 64"/>
                <a:gd name="T35" fmla="*/ 28 h 33"/>
                <a:gd name="T36" fmla="*/ 38 w 64"/>
                <a:gd name="T37" fmla="*/ 25 h 33"/>
                <a:gd name="T38" fmla="*/ 36 w 64"/>
                <a:gd name="T39" fmla="*/ 27 h 33"/>
                <a:gd name="T40" fmla="*/ 36 w 64"/>
                <a:gd name="T41" fmla="*/ 31 h 33"/>
                <a:gd name="T42" fmla="*/ 34 w 64"/>
                <a:gd name="T43" fmla="*/ 32 h 33"/>
                <a:gd name="T44" fmla="*/ 29 w 64"/>
                <a:gd name="T45" fmla="*/ 28 h 33"/>
                <a:gd name="T46" fmla="*/ 28 w 64"/>
                <a:gd name="T47" fmla="*/ 26 h 33"/>
                <a:gd name="T48" fmla="*/ 23 w 64"/>
                <a:gd name="T49" fmla="*/ 24 h 33"/>
                <a:gd name="T50" fmla="*/ 23 w 64"/>
                <a:gd name="T51" fmla="*/ 25 h 33"/>
                <a:gd name="T52" fmla="*/ 22 w 64"/>
                <a:gd name="T53" fmla="*/ 26 h 33"/>
                <a:gd name="T54" fmla="*/ 15 w 64"/>
                <a:gd name="T55" fmla="*/ 27 h 33"/>
                <a:gd name="T56" fmla="*/ 14 w 64"/>
                <a:gd name="T57" fmla="*/ 25 h 33"/>
                <a:gd name="T58" fmla="*/ 16 w 64"/>
                <a:gd name="T59" fmla="*/ 22 h 33"/>
                <a:gd name="T60" fmla="*/ 15 w 64"/>
                <a:gd name="T61" fmla="*/ 19 h 33"/>
                <a:gd name="T62" fmla="*/ 9 w 64"/>
                <a:gd name="T63" fmla="*/ 18 h 33"/>
                <a:gd name="T64" fmla="*/ 8 w 64"/>
                <a:gd name="T65" fmla="*/ 19 h 33"/>
                <a:gd name="T66" fmla="*/ 6 w 64"/>
                <a:gd name="T67" fmla="*/ 18 h 33"/>
                <a:gd name="T68" fmla="*/ 4 w 64"/>
                <a:gd name="T69" fmla="*/ 14 h 33"/>
                <a:gd name="T70" fmla="*/ 4 w 64"/>
                <a:gd name="T71" fmla="*/ 13 h 33"/>
                <a:gd name="T72" fmla="*/ 5 w 64"/>
                <a:gd name="T73" fmla="*/ 12 h 33"/>
                <a:gd name="T74" fmla="*/ 8 w 64"/>
                <a:gd name="T75" fmla="*/ 6 h 33"/>
                <a:gd name="T76" fmla="*/ 6 w 64"/>
                <a:gd name="T77" fmla="*/ 4 h 33"/>
                <a:gd name="T78" fmla="*/ 4 w 64"/>
                <a:gd name="T79" fmla="*/ 4 h 33"/>
                <a:gd name="T80" fmla="*/ 1 w 64"/>
                <a:gd name="T81" fmla="*/ 0 h 33"/>
                <a:gd name="T82" fmla="*/ 16 w 64"/>
                <a:gd name="T83" fmla="*/ 0 h 33"/>
                <a:gd name="T84" fmla="*/ 32 w 64"/>
                <a:gd name="T85" fmla="*/ 17 h 33"/>
                <a:gd name="T86" fmla="*/ 44 w 64"/>
                <a:gd name="T87" fmla="*/ 12 h 33"/>
                <a:gd name="T88" fmla="*/ 49 w 64"/>
                <a:gd name="T8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4" h="33">
                  <a:moveTo>
                    <a:pt x="49" y="0"/>
                  </a:moveTo>
                  <a:cubicBezTo>
                    <a:pt x="54" y="0"/>
                    <a:pt x="59" y="0"/>
                    <a:pt x="64" y="0"/>
                  </a:cubicBezTo>
                  <a:cubicBezTo>
                    <a:pt x="64" y="1"/>
                    <a:pt x="64" y="2"/>
                    <a:pt x="64" y="2"/>
                  </a:cubicBezTo>
                  <a:cubicBezTo>
                    <a:pt x="64" y="3"/>
                    <a:pt x="64" y="4"/>
                    <a:pt x="62" y="4"/>
                  </a:cubicBezTo>
                  <a:cubicBezTo>
                    <a:pt x="62" y="4"/>
                    <a:pt x="62" y="4"/>
                    <a:pt x="61" y="4"/>
                  </a:cubicBezTo>
                  <a:cubicBezTo>
                    <a:pt x="57" y="5"/>
                    <a:pt x="57" y="4"/>
                    <a:pt x="56" y="9"/>
                  </a:cubicBezTo>
                  <a:cubicBezTo>
                    <a:pt x="56" y="9"/>
                    <a:pt x="57" y="10"/>
                    <a:pt x="57" y="11"/>
                  </a:cubicBezTo>
                  <a:cubicBezTo>
                    <a:pt x="57" y="11"/>
                    <a:pt x="58" y="11"/>
                    <a:pt x="58" y="12"/>
                  </a:cubicBezTo>
                  <a:cubicBezTo>
                    <a:pt x="59" y="12"/>
                    <a:pt x="61" y="13"/>
                    <a:pt x="61" y="14"/>
                  </a:cubicBezTo>
                  <a:cubicBezTo>
                    <a:pt x="61" y="16"/>
                    <a:pt x="59" y="17"/>
                    <a:pt x="59" y="19"/>
                  </a:cubicBezTo>
                  <a:cubicBezTo>
                    <a:pt x="58" y="19"/>
                    <a:pt x="58" y="19"/>
                    <a:pt x="57" y="19"/>
                  </a:cubicBezTo>
                  <a:cubicBezTo>
                    <a:pt x="57" y="19"/>
                    <a:pt x="56" y="18"/>
                    <a:pt x="56" y="18"/>
                  </a:cubicBezTo>
                  <a:cubicBezTo>
                    <a:pt x="52" y="16"/>
                    <a:pt x="52" y="16"/>
                    <a:pt x="49" y="20"/>
                  </a:cubicBezTo>
                  <a:cubicBezTo>
                    <a:pt x="49" y="20"/>
                    <a:pt x="49" y="21"/>
                    <a:pt x="49" y="22"/>
                  </a:cubicBezTo>
                  <a:cubicBezTo>
                    <a:pt x="49" y="22"/>
                    <a:pt x="49" y="22"/>
                    <a:pt x="49" y="23"/>
                  </a:cubicBezTo>
                  <a:cubicBezTo>
                    <a:pt x="51" y="27"/>
                    <a:pt x="51" y="26"/>
                    <a:pt x="47" y="29"/>
                  </a:cubicBezTo>
                  <a:cubicBezTo>
                    <a:pt x="46" y="29"/>
                    <a:pt x="45" y="29"/>
                    <a:pt x="45" y="29"/>
                  </a:cubicBezTo>
                  <a:cubicBezTo>
                    <a:pt x="44" y="29"/>
                    <a:pt x="44" y="28"/>
                    <a:pt x="44" y="28"/>
                  </a:cubicBezTo>
                  <a:cubicBezTo>
                    <a:pt x="42" y="24"/>
                    <a:pt x="42" y="24"/>
                    <a:pt x="38" y="25"/>
                  </a:cubicBezTo>
                  <a:cubicBezTo>
                    <a:pt x="36" y="25"/>
                    <a:pt x="36" y="26"/>
                    <a:pt x="36" y="27"/>
                  </a:cubicBezTo>
                  <a:cubicBezTo>
                    <a:pt x="36" y="28"/>
                    <a:pt x="36" y="30"/>
                    <a:pt x="36" y="31"/>
                  </a:cubicBezTo>
                  <a:cubicBezTo>
                    <a:pt x="36" y="32"/>
                    <a:pt x="35" y="32"/>
                    <a:pt x="34" y="32"/>
                  </a:cubicBezTo>
                  <a:cubicBezTo>
                    <a:pt x="29" y="32"/>
                    <a:pt x="29" y="33"/>
                    <a:pt x="29" y="28"/>
                  </a:cubicBezTo>
                  <a:cubicBezTo>
                    <a:pt x="29" y="27"/>
                    <a:pt x="29" y="26"/>
                    <a:pt x="28" y="26"/>
                  </a:cubicBezTo>
                  <a:cubicBezTo>
                    <a:pt x="27" y="25"/>
                    <a:pt x="25" y="25"/>
                    <a:pt x="23" y="24"/>
                  </a:cubicBezTo>
                  <a:cubicBezTo>
                    <a:pt x="23" y="24"/>
                    <a:pt x="23" y="25"/>
                    <a:pt x="23" y="25"/>
                  </a:cubicBezTo>
                  <a:cubicBezTo>
                    <a:pt x="22" y="25"/>
                    <a:pt x="22" y="26"/>
                    <a:pt x="22" y="26"/>
                  </a:cubicBezTo>
                  <a:cubicBezTo>
                    <a:pt x="19" y="30"/>
                    <a:pt x="19" y="30"/>
                    <a:pt x="15" y="27"/>
                  </a:cubicBezTo>
                  <a:cubicBezTo>
                    <a:pt x="15" y="27"/>
                    <a:pt x="14" y="26"/>
                    <a:pt x="14" y="25"/>
                  </a:cubicBezTo>
                  <a:cubicBezTo>
                    <a:pt x="15" y="24"/>
                    <a:pt x="15" y="23"/>
                    <a:pt x="16" y="22"/>
                  </a:cubicBezTo>
                  <a:cubicBezTo>
                    <a:pt x="17" y="21"/>
                    <a:pt x="16" y="20"/>
                    <a:pt x="15" y="19"/>
                  </a:cubicBezTo>
                  <a:cubicBezTo>
                    <a:pt x="12" y="16"/>
                    <a:pt x="13" y="16"/>
                    <a:pt x="9" y="18"/>
                  </a:cubicBezTo>
                  <a:cubicBezTo>
                    <a:pt x="9" y="18"/>
                    <a:pt x="8" y="19"/>
                    <a:pt x="8" y="19"/>
                  </a:cubicBezTo>
                  <a:cubicBezTo>
                    <a:pt x="7" y="19"/>
                    <a:pt x="6" y="19"/>
                    <a:pt x="6" y="18"/>
                  </a:cubicBezTo>
                  <a:cubicBezTo>
                    <a:pt x="5" y="17"/>
                    <a:pt x="4" y="16"/>
                    <a:pt x="4" y="14"/>
                  </a:cubicBezTo>
                  <a:cubicBezTo>
                    <a:pt x="4" y="14"/>
                    <a:pt x="4" y="13"/>
                    <a:pt x="4" y="13"/>
                  </a:cubicBezTo>
                  <a:cubicBezTo>
                    <a:pt x="5" y="13"/>
                    <a:pt x="5" y="13"/>
                    <a:pt x="5" y="12"/>
                  </a:cubicBezTo>
                  <a:cubicBezTo>
                    <a:pt x="10" y="9"/>
                    <a:pt x="9" y="10"/>
                    <a:pt x="8" y="6"/>
                  </a:cubicBezTo>
                  <a:cubicBezTo>
                    <a:pt x="8" y="5"/>
                    <a:pt x="7" y="4"/>
                    <a:pt x="6" y="4"/>
                  </a:cubicBezTo>
                  <a:cubicBezTo>
                    <a:pt x="5" y="4"/>
                    <a:pt x="4" y="4"/>
                    <a:pt x="4" y="4"/>
                  </a:cubicBezTo>
                  <a:cubicBezTo>
                    <a:pt x="0" y="4"/>
                    <a:pt x="0" y="4"/>
                    <a:pt x="1" y="0"/>
                  </a:cubicBezTo>
                  <a:cubicBezTo>
                    <a:pt x="6" y="0"/>
                    <a:pt x="11" y="0"/>
                    <a:pt x="16" y="0"/>
                  </a:cubicBezTo>
                  <a:cubicBezTo>
                    <a:pt x="18" y="11"/>
                    <a:pt x="23" y="16"/>
                    <a:pt x="32" y="17"/>
                  </a:cubicBezTo>
                  <a:cubicBezTo>
                    <a:pt x="36" y="17"/>
                    <a:pt x="40" y="15"/>
                    <a:pt x="44" y="12"/>
                  </a:cubicBezTo>
                  <a:cubicBezTo>
                    <a:pt x="47" y="9"/>
                    <a:pt x="48" y="5"/>
                    <a:pt x="4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8" name="Freeform 1112">
              <a:extLst>
                <a:ext uri="{FF2B5EF4-FFF2-40B4-BE49-F238E27FC236}">
                  <a16:creationId xmlns="" xmlns:a16="http://schemas.microsoft.com/office/drawing/2014/main" id="{551E6881-B912-4644-8CF8-648EB0FF603D}"/>
                </a:ext>
              </a:extLst>
            </p:cNvPr>
            <p:cNvSpPr>
              <a:spLocks/>
            </p:cNvSpPr>
            <p:nvPr/>
          </p:nvSpPr>
          <p:spPr bwMode="auto">
            <a:xfrm>
              <a:off x="11473316" y="559212"/>
              <a:ext cx="30613" cy="22826"/>
            </a:xfrm>
            <a:custGeom>
              <a:avLst/>
              <a:gdLst>
                <a:gd name="T0" fmla="*/ 48 w 48"/>
                <a:gd name="T1" fmla="*/ 4 h 36"/>
                <a:gd name="T2" fmla="*/ 46 w 48"/>
                <a:gd name="T3" fmla="*/ 6 h 36"/>
                <a:gd name="T4" fmla="*/ 43 w 48"/>
                <a:gd name="T5" fmla="*/ 7 h 36"/>
                <a:gd name="T6" fmla="*/ 13 w 48"/>
                <a:gd name="T7" fmla="*/ 13 h 36"/>
                <a:gd name="T8" fmla="*/ 4 w 48"/>
                <a:gd name="T9" fmla="*/ 33 h 36"/>
                <a:gd name="T10" fmla="*/ 3 w 48"/>
                <a:gd name="T11" fmla="*/ 36 h 36"/>
                <a:gd name="T12" fmla="*/ 1 w 48"/>
                <a:gd name="T13" fmla="*/ 36 h 36"/>
                <a:gd name="T14" fmla="*/ 0 w 48"/>
                <a:gd name="T15" fmla="*/ 33 h 36"/>
                <a:gd name="T16" fmla="*/ 19 w 48"/>
                <a:gd name="T17" fmla="*/ 4 h 36"/>
                <a:gd name="T18" fmla="*/ 48 w 48"/>
                <a:gd name="T19"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36">
                  <a:moveTo>
                    <a:pt x="48" y="4"/>
                  </a:moveTo>
                  <a:cubicBezTo>
                    <a:pt x="47" y="5"/>
                    <a:pt x="46" y="6"/>
                    <a:pt x="46" y="6"/>
                  </a:cubicBezTo>
                  <a:cubicBezTo>
                    <a:pt x="45" y="8"/>
                    <a:pt x="45" y="8"/>
                    <a:pt x="43" y="7"/>
                  </a:cubicBezTo>
                  <a:cubicBezTo>
                    <a:pt x="32" y="3"/>
                    <a:pt x="22" y="5"/>
                    <a:pt x="13" y="13"/>
                  </a:cubicBezTo>
                  <a:cubicBezTo>
                    <a:pt x="8" y="19"/>
                    <a:pt x="5" y="25"/>
                    <a:pt x="4" y="33"/>
                  </a:cubicBezTo>
                  <a:cubicBezTo>
                    <a:pt x="4" y="34"/>
                    <a:pt x="4" y="35"/>
                    <a:pt x="3" y="36"/>
                  </a:cubicBezTo>
                  <a:cubicBezTo>
                    <a:pt x="3" y="36"/>
                    <a:pt x="1" y="36"/>
                    <a:pt x="1" y="36"/>
                  </a:cubicBezTo>
                  <a:cubicBezTo>
                    <a:pt x="1" y="35"/>
                    <a:pt x="0" y="34"/>
                    <a:pt x="0" y="33"/>
                  </a:cubicBezTo>
                  <a:cubicBezTo>
                    <a:pt x="1" y="20"/>
                    <a:pt x="7" y="10"/>
                    <a:pt x="19" y="4"/>
                  </a:cubicBezTo>
                  <a:cubicBezTo>
                    <a:pt x="28" y="0"/>
                    <a:pt x="38" y="0"/>
                    <a:pt x="48"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49" name="Freeform 1113">
              <a:extLst>
                <a:ext uri="{FF2B5EF4-FFF2-40B4-BE49-F238E27FC236}">
                  <a16:creationId xmlns="" xmlns:a16="http://schemas.microsoft.com/office/drawing/2014/main" id="{BE2115E0-85B4-48C6-81B5-E45D3CA6C9C0}"/>
                </a:ext>
              </a:extLst>
            </p:cNvPr>
            <p:cNvSpPr>
              <a:spLocks/>
            </p:cNvSpPr>
            <p:nvPr/>
          </p:nvSpPr>
          <p:spPr bwMode="auto">
            <a:xfrm>
              <a:off x="11491039" y="561091"/>
              <a:ext cx="16649" cy="22288"/>
            </a:xfrm>
            <a:custGeom>
              <a:avLst/>
              <a:gdLst>
                <a:gd name="T0" fmla="*/ 4 w 26"/>
                <a:gd name="T1" fmla="*/ 35 h 35"/>
                <a:gd name="T2" fmla="*/ 1 w 26"/>
                <a:gd name="T3" fmla="*/ 32 h 35"/>
                <a:gd name="T4" fmla="*/ 1 w 26"/>
                <a:gd name="T5" fmla="*/ 28 h 35"/>
                <a:gd name="T6" fmla="*/ 9 w 26"/>
                <a:gd name="T7" fmla="*/ 18 h 35"/>
                <a:gd name="T8" fmla="*/ 22 w 26"/>
                <a:gd name="T9" fmla="*/ 2 h 35"/>
                <a:gd name="T10" fmla="*/ 25 w 26"/>
                <a:gd name="T11" fmla="*/ 1 h 35"/>
                <a:gd name="T12" fmla="*/ 25 w 26"/>
                <a:gd name="T13" fmla="*/ 5 h 35"/>
                <a:gd name="T14" fmla="*/ 7 w 26"/>
                <a:gd name="T15" fmla="*/ 32 h 35"/>
                <a:gd name="T16" fmla="*/ 4 w 26"/>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5">
                  <a:moveTo>
                    <a:pt x="4" y="35"/>
                  </a:moveTo>
                  <a:cubicBezTo>
                    <a:pt x="3" y="34"/>
                    <a:pt x="2" y="33"/>
                    <a:pt x="1" y="32"/>
                  </a:cubicBezTo>
                  <a:cubicBezTo>
                    <a:pt x="0" y="31"/>
                    <a:pt x="0" y="30"/>
                    <a:pt x="1" y="28"/>
                  </a:cubicBezTo>
                  <a:cubicBezTo>
                    <a:pt x="4" y="25"/>
                    <a:pt x="6" y="22"/>
                    <a:pt x="9" y="18"/>
                  </a:cubicBezTo>
                  <a:cubicBezTo>
                    <a:pt x="13" y="13"/>
                    <a:pt x="17" y="8"/>
                    <a:pt x="22" y="2"/>
                  </a:cubicBezTo>
                  <a:cubicBezTo>
                    <a:pt x="23" y="1"/>
                    <a:pt x="24" y="0"/>
                    <a:pt x="25" y="1"/>
                  </a:cubicBezTo>
                  <a:cubicBezTo>
                    <a:pt x="26" y="2"/>
                    <a:pt x="26" y="3"/>
                    <a:pt x="25" y="5"/>
                  </a:cubicBezTo>
                  <a:cubicBezTo>
                    <a:pt x="19" y="14"/>
                    <a:pt x="13" y="23"/>
                    <a:pt x="7" y="32"/>
                  </a:cubicBezTo>
                  <a:cubicBezTo>
                    <a:pt x="7" y="33"/>
                    <a:pt x="5" y="34"/>
                    <a:pt x="4" y="3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0" name="Freeform 1114">
              <a:extLst>
                <a:ext uri="{FF2B5EF4-FFF2-40B4-BE49-F238E27FC236}">
                  <a16:creationId xmlns="" xmlns:a16="http://schemas.microsoft.com/office/drawing/2014/main" id="{1A1050FF-25AE-4D57-B2B8-6AABB1DC2CA8}"/>
                </a:ext>
              </a:extLst>
            </p:cNvPr>
            <p:cNvSpPr>
              <a:spLocks/>
            </p:cNvSpPr>
            <p:nvPr/>
          </p:nvSpPr>
          <p:spPr bwMode="auto">
            <a:xfrm>
              <a:off x="11506345" y="564851"/>
              <a:ext cx="8862" cy="17186"/>
            </a:xfrm>
            <a:custGeom>
              <a:avLst/>
              <a:gdLst>
                <a:gd name="T0" fmla="*/ 0 w 14"/>
                <a:gd name="T1" fmla="*/ 4 h 27"/>
                <a:gd name="T2" fmla="*/ 3 w 14"/>
                <a:gd name="T3" fmla="*/ 0 h 27"/>
                <a:gd name="T4" fmla="*/ 10 w 14"/>
                <a:gd name="T5" fmla="*/ 9 h 27"/>
                <a:gd name="T6" fmla="*/ 14 w 14"/>
                <a:gd name="T7" fmla="*/ 24 h 27"/>
                <a:gd name="T8" fmla="*/ 12 w 14"/>
                <a:gd name="T9" fmla="*/ 27 h 27"/>
                <a:gd name="T10" fmla="*/ 10 w 14"/>
                <a:gd name="T11" fmla="*/ 25 h 27"/>
                <a:gd name="T12" fmla="*/ 0 w 14"/>
                <a:gd name="T13" fmla="*/ 4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0" y="4"/>
                  </a:moveTo>
                  <a:cubicBezTo>
                    <a:pt x="1" y="3"/>
                    <a:pt x="2" y="1"/>
                    <a:pt x="3" y="0"/>
                  </a:cubicBezTo>
                  <a:cubicBezTo>
                    <a:pt x="6" y="3"/>
                    <a:pt x="8" y="6"/>
                    <a:pt x="10" y="9"/>
                  </a:cubicBezTo>
                  <a:cubicBezTo>
                    <a:pt x="12" y="14"/>
                    <a:pt x="14" y="19"/>
                    <a:pt x="14" y="24"/>
                  </a:cubicBezTo>
                  <a:cubicBezTo>
                    <a:pt x="14" y="26"/>
                    <a:pt x="13" y="27"/>
                    <a:pt x="12" y="27"/>
                  </a:cubicBezTo>
                  <a:cubicBezTo>
                    <a:pt x="11" y="27"/>
                    <a:pt x="10" y="26"/>
                    <a:pt x="10" y="25"/>
                  </a:cubicBezTo>
                  <a:cubicBezTo>
                    <a:pt x="10" y="17"/>
                    <a:pt x="6" y="10"/>
                    <a:pt x="0"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1" name="Freeform 1115">
              <a:extLst>
                <a:ext uri="{FF2B5EF4-FFF2-40B4-BE49-F238E27FC236}">
                  <a16:creationId xmlns="" xmlns:a16="http://schemas.microsoft.com/office/drawing/2014/main" id="{B63B15F6-1163-4596-813F-D64D03CAF54A}"/>
                </a:ext>
              </a:extLst>
            </p:cNvPr>
            <p:cNvSpPr>
              <a:spLocks/>
            </p:cNvSpPr>
            <p:nvPr/>
          </p:nvSpPr>
          <p:spPr bwMode="auto">
            <a:xfrm>
              <a:off x="11485400" y="566193"/>
              <a:ext cx="5102" cy="6445"/>
            </a:xfrm>
            <a:custGeom>
              <a:avLst/>
              <a:gdLst>
                <a:gd name="T0" fmla="*/ 5 w 8"/>
                <a:gd name="T1" fmla="*/ 10 h 10"/>
                <a:gd name="T2" fmla="*/ 4 w 8"/>
                <a:gd name="T3" fmla="*/ 9 h 10"/>
                <a:gd name="T4" fmla="*/ 1 w 8"/>
                <a:gd name="T5" fmla="*/ 4 h 10"/>
                <a:gd name="T6" fmla="*/ 2 w 8"/>
                <a:gd name="T7" fmla="*/ 0 h 10"/>
                <a:gd name="T8" fmla="*/ 5 w 8"/>
                <a:gd name="T9" fmla="*/ 1 h 10"/>
                <a:gd name="T10" fmla="*/ 8 w 8"/>
                <a:gd name="T11" fmla="*/ 7 h 10"/>
                <a:gd name="T12" fmla="*/ 5 w 8"/>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5" y="10"/>
                  </a:moveTo>
                  <a:cubicBezTo>
                    <a:pt x="5" y="10"/>
                    <a:pt x="4" y="9"/>
                    <a:pt x="4" y="9"/>
                  </a:cubicBezTo>
                  <a:cubicBezTo>
                    <a:pt x="3" y="7"/>
                    <a:pt x="2" y="5"/>
                    <a:pt x="1" y="4"/>
                  </a:cubicBezTo>
                  <a:cubicBezTo>
                    <a:pt x="0" y="2"/>
                    <a:pt x="0" y="1"/>
                    <a:pt x="2" y="0"/>
                  </a:cubicBezTo>
                  <a:cubicBezTo>
                    <a:pt x="3" y="0"/>
                    <a:pt x="4" y="0"/>
                    <a:pt x="5" y="1"/>
                  </a:cubicBezTo>
                  <a:cubicBezTo>
                    <a:pt x="6" y="3"/>
                    <a:pt x="7" y="5"/>
                    <a:pt x="8" y="7"/>
                  </a:cubicBezTo>
                  <a:cubicBezTo>
                    <a:pt x="8" y="8"/>
                    <a:pt x="7" y="10"/>
                    <a:pt x="5"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2" name="Freeform 1116">
              <a:extLst>
                <a:ext uri="{FF2B5EF4-FFF2-40B4-BE49-F238E27FC236}">
                  <a16:creationId xmlns="" xmlns:a16="http://schemas.microsoft.com/office/drawing/2014/main" id="{3A69E2A0-36C8-40D9-BE48-183B8DF530DB}"/>
                </a:ext>
              </a:extLst>
            </p:cNvPr>
            <p:cNvSpPr>
              <a:spLocks/>
            </p:cNvSpPr>
            <p:nvPr/>
          </p:nvSpPr>
          <p:spPr bwMode="auto">
            <a:xfrm>
              <a:off x="11480298" y="571833"/>
              <a:ext cx="6445" cy="5102"/>
            </a:xfrm>
            <a:custGeom>
              <a:avLst/>
              <a:gdLst>
                <a:gd name="T0" fmla="*/ 10 w 10"/>
                <a:gd name="T1" fmla="*/ 5 h 8"/>
                <a:gd name="T2" fmla="*/ 7 w 10"/>
                <a:gd name="T3" fmla="*/ 7 h 8"/>
                <a:gd name="T4" fmla="*/ 1 w 10"/>
                <a:gd name="T5" fmla="*/ 3 h 8"/>
                <a:gd name="T6" fmla="*/ 0 w 10"/>
                <a:gd name="T7" fmla="*/ 1 h 8"/>
                <a:gd name="T8" fmla="*/ 3 w 10"/>
                <a:gd name="T9" fmla="*/ 0 h 8"/>
                <a:gd name="T10" fmla="*/ 9 w 10"/>
                <a:gd name="T11" fmla="*/ 3 h 8"/>
                <a:gd name="T12" fmla="*/ 10 w 10"/>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0" h="8">
                  <a:moveTo>
                    <a:pt x="10" y="5"/>
                  </a:moveTo>
                  <a:cubicBezTo>
                    <a:pt x="10" y="6"/>
                    <a:pt x="8" y="8"/>
                    <a:pt x="7" y="7"/>
                  </a:cubicBezTo>
                  <a:cubicBezTo>
                    <a:pt x="5" y="6"/>
                    <a:pt x="3" y="5"/>
                    <a:pt x="1" y="3"/>
                  </a:cubicBezTo>
                  <a:cubicBezTo>
                    <a:pt x="0" y="3"/>
                    <a:pt x="0" y="1"/>
                    <a:pt x="0" y="1"/>
                  </a:cubicBezTo>
                  <a:cubicBezTo>
                    <a:pt x="1" y="0"/>
                    <a:pt x="2" y="0"/>
                    <a:pt x="3" y="0"/>
                  </a:cubicBezTo>
                  <a:cubicBezTo>
                    <a:pt x="5" y="1"/>
                    <a:pt x="7" y="2"/>
                    <a:pt x="9" y="3"/>
                  </a:cubicBezTo>
                  <a:cubicBezTo>
                    <a:pt x="9" y="4"/>
                    <a:pt x="9" y="4"/>
                    <a:pt x="10"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3" name="Freeform 1117">
              <a:extLst>
                <a:ext uri="{FF2B5EF4-FFF2-40B4-BE49-F238E27FC236}">
                  <a16:creationId xmlns="" xmlns:a16="http://schemas.microsoft.com/office/drawing/2014/main" id="{B9FF3277-03BF-45AC-B095-4F6724A873B2}"/>
                </a:ext>
              </a:extLst>
            </p:cNvPr>
            <p:cNvSpPr>
              <a:spLocks/>
            </p:cNvSpPr>
            <p:nvPr/>
          </p:nvSpPr>
          <p:spPr bwMode="auto">
            <a:xfrm>
              <a:off x="11478418" y="578815"/>
              <a:ext cx="6445" cy="3222"/>
            </a:xfrm>
            <a:custGeom>
              <a:avLst/>
              <a:gdLst>
                <a:gd name="T0" fmla="*/ 5 w 10"/>
                <a:gd name="T1" fmla="*/ 4 h 5"/>
                <a:gd name="T2" fmla="*/ 2 w 10"/>
                <a:gd name="T3" fmla="*/ 4 h 5"/>
                <a:gd name="T4" fmla="*/ 0 w 10"/>
                <a:gd name="T5" fmla="*/ 3 h 5"/>
                <a:gd name="T6" fmla="*/ 1 w 10"/>
                <a:gd name="T7" fmla="*/ 0 h 5"/>
                <a:gd name="T8" fmla="*/ 8 w 10"/>
                <a:gd name="T9" fmla="*/ 0 h 5"/>
                <a:gd name="T10" fmla="*/ 10 w 10"/>
                <a:gd name="T11" fmla="*/ 2 h 5"/>
                <a:gd name="T12" fmla="*/ 8 w 10"/>
                <a:gd name="T13" fmla="*/ 4 h 5"/>
                <a:gd name="T14" fmla="*/ 5 w 10"/>
                <a:gd name="T15" fmla="*/ 4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5">
                  <a:moveTo>
                    <a:pt x="5" y="4"/>
                  </a:moveTo>
                  <a:cubicBezTo>
                    <a:pt x="4" y="4"/>
                    <a:pt x="3" y="5"/>
                    <a:pt x="2" y="4"/>
                  </a:cubicBezTo>
                  <a:cubicBezTo>
                    <a:pt x="1" y="4"/>
                    <a:pt x="0" y="3"/>
                    <a:pt x="0" y="3"/>
                  </a:cubicBezTo>
                  <a:cubicBezTo>
                    <a:pt x="0" y="2"/>
                    <a:pt x="1" y="0"/>
                    <a:pt x="1" y="0"/>
                  </a:cubicBezTo>
                  <a:cubicBezTo>
                    <a:pt x="4" y="0"/>
                    <a:pt x="6" y="0"/>
                    <a:pt x="8" y="0"/>
                  </a:cubicBezTo>
                  <a:cubicBezTo>
                    <a:pt x="9" y="0"/>
                    <a:pt x="10" y="2"/>
                    <a:pt x="10" y="2"/>
                  </a:cubicBezTo>
                  <a:cubicBezTo>
                    <a:pt x="10" y="4"/>
                    <a:pt x="9" y="4"/>
                    <a:pt x="8" y="4"/>
                  </a:cubicBezTo>
                  <a:cubicBezTo>
                    <a:pt x="7" y="4"/>
                    <a:pt x="6" y="4"/>
                    <a:pt x="5"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4" name="Freeform 1118">
              <a:extLst>
                <a:ext uri="{FF2B5EF4-FFF2-40B4-BE49-F238E27FC236}">
                  <a16:creationId xmlns="" xmlns:a16="http://schemas.microsoft.com/office/drawing/2014/main" id="{2CB8DDE0-9AD7-4888-8392-A0384A4683DB}"/>
                </a:ext>
              </a:extLst>
            </p:cNvPr>
            <p:cNvSpPr>
              <a:spLocks/>
            </p:cNvSpPr>
            <p:nvPr/>
          </p:nvSpPr>
          <p:spPr bwMode="auto">
            <a:xfrm>
              <a:off x="11502586" y="571833"/>
              <a:ext cx="6445" cy="5102"/>
            </a:xfrm>
            <a:custGeom>
              <a:avLst/>
              <a:gdLst>
                <a:gd name="T0" fmla="*/ 7 w 10"/>
                <a:gd name="T1" fmla="*/ 0 h 8"/>
                <a:gd name="T2" fmla="*/ 9 w 10"/>
                <a:gd name="T3" fmla="*/ 1 h 8"/>
                <a:gd name="T4" fmla="*/ 9 w 10"/>
                <a:gd name="T5" fmla="*/ 4 h 8"/>
                <a:gd name="T6" fmla="*/ 2 w 10"/>
                <a:gd name="T7" fmla="*/ 8 h 8"/>
                <a:gd name="T8" fmla="*/ 0 w 10"/>
                <a:gd name="T9" fmla="*/ 7 h 8"/>
                <a:gd name="T10" fmla="*/ 0 w 10"/>
                <a:gd name="T11" fmla="*/ 5 h 8"/>
                <a:gd name="T12" fmla="*/ 7 w 10"/>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0" h="8">
                  <a:moveTo>
                    <a:pt x="7" y="0"/>
                  </a:moveTo>
                  <a:cubicBezTo>
                    <a:pt x="8" y="1"/>
                    <a:pt x="9" y="1"/>
                    <a:pt x="9" y="1"/>
                  </a:cubicBezTo>
                  <a:cubicBezTo>
                    <a:pt x="10" y="2"/>
                    <a:pt x="10" y="3"/>
                    <a:pt x="9" y="4"/>
                  </a:cubicBezTo>
                  <a:cubicBezTo>
                    <a:pt x="7" y="5"/>
                    <a:pt x="5" y="6"/>
                    <a:pt x="2" y="8"/>
                  </a:cubicBezTo>
                  <a:cubicBezTo>
                    <a:pt x="2" y="8"/>
                    <a:pt x="1" y="7"/>
                    <a:pt x="0" y="7"/>
                  </a:cubicBezTo>
                  <a:cubicBezTo>
                    <a:pt x="0" y="6"/>
                    <a:pt x="0" y="5"/>
                    <a:pt x="0" y="5"/>
                  </a:cubicBezTo>
                  <a:cubicBezTo>
                    <a:pt x="3" y="3"/>
                    <a:pt x="5" y="2"/>
                    <a:pt x="7"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5" name="Freeform 1119">
              <a:extLst>
                <a:ext uri="{FF2B5EF4-FFF2-40B4-BE49-F238E27FC236}">
                  <a16:creationId xmlns="" xmlns:a16="http://schemas.microsoft.com/office/drawing/2014/main" id="{8D70CEC3-70E9-4712-A7F7-EEE1136A759A}"/>
                </a:ext>
              </a:extLst>
            </p:cNvPr>
            <p:cNvSpPr>
              <a:spLocks/>
            </p:cNvSpPr>
            <p:nvPr/>
          </p:nvSpPr>
          <p:spPr bwMode="auto">
            <a:xfrm>
              <a:off x="11503929" y="579620"/>
              <a:ext cx="6982" cy="2417"/>
            </a:xfrm>
            <a:custGeom>
              <a:avLst/>
              <a:gdLst>
                <a:gd name="T0" fmla="*/ 5 w 11"/>
                <a:gd name="T1" fmla="*/ 4 h 4"/>
                <a:gd name="T2" fmla="*/ 2 w 11"/>
                <a:gd name="T3" fmla="*/ 4 h 4"/>
                <a:gd name="T4" fmla="*/ 0 w 11"/>
                <a:gd name="T5" fmla="*/ 2 h 4"/>
                <a:gd name="T6" fmla="*/ 2 w 11"/>
                <a:gd name="T7" fmla="*/ 0 h 4"/>
                <a:gd name="T8" fmla="*/ 9 w 11"/>
                <a:gd name="T9" fmla="*/ 0 h 4"/>
                <a:gd name="T10" fmla="*/ 10 w 11"/>
                <a:gd name="T11" fmla="*/ 2 h 4"/>
                <a:gd name="T12" fmla="*/ 9 w 11"/>
                <a:gd name="T13" fmla="*/ 4 h 4"/>
                <a:gd name="T14" fmla="*/ 5 w 11"/>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4">
                  <a:moveTo>
                    <a:pt x="5" y="4"/>
                  </a:moveTo>
                  <a:cubicBezTo>
                    <a:pt x="4" y="4"/>
                    <a:pt x="3" y="4"/>
                    <a:pt x="2" y="4"/>
                  </a:cubicBezTo>
                  <a:cubicBezTo>
                    <a:pt x="1" y="4"/>
                    <a:pt x="0" y="3"/>
                    <a:pt x="0" y="2"/>
                  </a:cubicBezTo>
                  <a:cubicBezTo>
                    <a:pt x="0" y="2"/>
                    <a:pt x="1" y="0"/>
                    <a:pt x="2" y="0"/>
                  </a:cubicBezTo>
                  <a:cubicBezTo>
                    <a:pt x="4" y="0"/>
                    <a:pt x="6" y="0"/>
                    <a:pt x="9" y="0"/>
                  </a:cubicBezTo>
                  <a:cubicBezTo>
                    <a:pt x="9" y="0"/>
                    <a:pt x="11" y="2"/>
                    <a:pt x="10" y="2"/>
                  </a:cubicBezTo>
                  <a:cubicBezTo>
                    <a:pt x="10" y="3"/>
                    <a:pt x="9" y="4"/>
                    <a:pt x="9" y="4"/>
                  </a:cubicBezTo>
                  <a:cubicBezTo>
                    <a:pt x="8" y="4"/>
                    <a:pt x="6" y="4"/>
                    <a:pt x="5"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6" name="Freeform 1120">
              <a:extLst>
                <a:ext uri="{FF2B5EF4-FFF2-40B4-BE49-F238E27FC236}">
                  <a16:creationId xmlns="" xmlns:a16="http://schemas.microsoft.com/office/drawing/2014/main" id="{B38092ED-74C1-42FD-B662-4420F5A25B23}"/>
                </a:ext>
              </a:extLst>
            </p:cNvPr>
            <p:cNvSpPr>
              <a:spLocks/>
            </p:cNvSpPr>
            <p:nvPr/>
          </p:nvSpPr>
          <p:spPr bwMode="auto">
            <a:xfrm>
              <a:off x="11493188" y="564314"/>
              <a:ext cx="2954" cy="6982"/>
            </a:xfrm>
            <a:custGeom>
              <a:avLst/>
              <a:gdLst>
                <a:gd name="T0" fmla="*/ 5 w 5"/>
                <a:gd name="T1" fmla="*/ 6 h 11"/>
                <a:gd name="T2" fmla="*/ 5 w 5"/>
                <a:gd name="T3" fmla="*/ 9 h 11"/>
                <a:gd name="T4" fmla="*/ 2 w 5"/>
                <a:gd name="T5" fmla="*/ 11 h 11"/>
                <a:gd name="T6" fmla="*/ 0 w 5"/>
                <a:gd name="T7" fmla="*/ 9 h 11"/>
                <a:gd name="T8" fmla="*/ 0 w 5"/>
                <a:gd name="T9" fmla="*/ 2 h 11"/>
                <a:gd name="T10" fmla="*/ 3 w 5"/>
                <a:gd name="T11" fmla="*/ 0 h 11"/>
                <a:gd name="T12" fmla="*/ 5 w 5"/>
                <a:gd name="T13" fmla="*/ 2 h 11"/>
                <a:gd name="T14" fmla="*/ 5 w 5"/>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1">
                  <a:moveTo>
                    <a:pt x="5" y="6"/>
                  </a:moveTo>
                  <a:cubicBezTo>
                    <a:pt x="5" y="7"/>
                    <a:pt x="5" y="8"/>
                    <a:pt x="5" y="9"/>
                  </a:cubicBezTo>
                  <a:cubicBezTo>
                    <a:pt x="4" y="10"/>
                    <a:pt x="4" y="11"/>
                    <a:pt x="2" y="11"/>
                  </a:cubicBezTo>
                  <a:cubicBezTo>
                    <a:pt x="1" y="11"/>
                    <a:pt x="0" y="10"/>
                    <a:pt x="0" y="9"/>
                  </a:cubicBezTo>
                  <a:cubicBezTo>
                    <a:pt x="0" y="7"/>
                    <a:pt x="0" y="4"/>
                    <a:pt x="0" y="2"/>
                  </a:cubicBezTo>
                  <a:cubicBezTo>
                    <a:pt x="0" y="1"/>
                    <a:pt x="1" y="0"/>
                    <a:pt x="3" y="0"/>
                  </a:cubicBezTo>
                  <a:cubicBezTo>
                    <a:pt x="4" y="0"/>
                    <a:pt x="4" y="1"/>
                    <a:pt x="5" y="2"/>
                  </a:cubicBezTo>
                  <a:cubicBezTo>
                    <a:pt x="5" y="3"/>
                    <a:pt x="5" y="5"/>
                    <a:pt x="5"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7" name="Freeform 1121">
              <a:extLst>
                <a:ext uri="{FF2B5EF4-FFF2-40B4-BE49-F238E27FC236}">
                  <a16:creationId xmlns="" xmlns:a16="http://schemas.microsoft.com/office/drawing/2014/main" id="{7783D6BD-9814-45A0-87F5-380BBA66C786}"/>
                </a:ext>
              </a:extLst>
            </p:cNvPr>
            <p:cNvSpPr>
              <a:spLocks/>
            </p:cNvSpPr>
            <p:nvPr/>
          </p:nvSpPr>
          <p:spPr bwMode="auto">
            <a:xfrm>
              <a:off x="11226535" y="493689"/>
              <a:ext cx="46456" cy="24168"/>
            </a:xfrm>
            <a:custGeom>
              <a:avLst/>
              <a:gdLst>
                <a:gd name="T0" fmla="*/ 55 w 73"/>
                <a:gd name="T1" fmla="*/ 0 h 38"/>
                <a:gd name="T2" fmla="*/ 73 w 73"/>
                <a:gd name="T3" fmla="*/ 0 h 38"/>
                <a:gd name="T4" fmla="*/ 73 w 73"/>
                <a:gd name="T5" fmla="*/ 3 h 38"/>
                <a:gd name="T6" fmla="*/ 71 w 73"/>
                <a:gd name="T7" fmla="*/ 5 h 38"/>
                <a:gd name="T8" fmla="*/ 70 w 73"/>
                <a:gd name="T9" fmla="*/ 5 h 38"/>
                <a:gd name="T10" fmla="*/ 64 w 73"/>
                <a:gd name="T11" fmla="*/ 10 h 38"/>
                <a:gd name="T12" fmla="*/ 65 w 73"/>
                <a:gd name="T13" fmla="*/ 12 h 38"/>
                <a:gd name="T14" fmla="*/ 66 w 73"/>
                <a:gd name="T15" fmla="*/ 14 h 38"/>
                <a:gd name="T16" fmla="*/ 69 w 73"/>
                <a:gd name="T17" fmla="*/ 16 h 38"/>
                <a:gd name="T18" fmla="*/ 66 w 73"/>
                <a:gd name="T19" fmla="*/ 21 h 38"/>
                <a:gd name="T20" fmla="*/ 65 w 73"/>
                <a:gd name="T21" fmla="*/ 22 h 38"/>
                <a:gd name="T22" fmla="*/ 63 w 73"/>
                <a:gd name="T23" fmla="*/ 21 h 38"/>
                <a:gd name="T24" fmla="*/ 56 w 73"/>
                <a:gd name="T25" fmla="*/ 23 h 38"/>
                <a:gd name="T26" fmla="*/ 55 w 73"/>
                <a:gd name="T27" fmla="*/ 25 h 38"/>
                <a:gd name="T28" fmla="*/ 56 w 73"/>
                <a:gd name="T29" fmla="*/ 26 h 38"/>
                <a:gd name="T30" fmla="*/ 53 w 73"/>
                <a:gd name="T31" fmla="*/ 33 h 38"/>
                <a:gd name="T32" fmla="*/ 51 w 73"/>
                <a:gd name="T33" fmla="*/ 33 h 38"/>
                <a:gd name="T34" fmla="*/ 50 w 73"/>
                <a:gd name="T35" fmla="*/ 32 h 38"/>
                <a:gd name="T36" fmla="*/ 43 w 73"/>
                <a:gd name="T37" fmla="*/ 29 h 38"/>
                <a:gd name="T38" fmla="*/ 41 w 73"/>
                <a:gd name="T39" fmla="*/ 31 h 38"/>
                <a:gd name="T40" fmla="*/ 40 w 73"/>
                <a:gd name="T41" fmla="*/ 35 h 38"/>
                <a:gd name="T42" fmla="*/ 38 w 73"/>
                <a:gd name="T43" fmla="*/ 37 h 38"/>
                <a:gd name="T44" fmla="*/ 33 w 73"/>
                <a:gd name="T45" fmla="*/ 32 h 38"/>
                <a:gd name="T46" fmla="*/ 32 w 73"/>
                <a:gd name="T47" fmla="*/ 29 h 38"/>
                <a:gd name="T48" fmla="*/ 26 w 73"/>
                <a:gd name="T49" fmla="*/ 28 h 38"/>
                <a:gd name="T50" fmla="*/ 25 w 73"/>
                <a:gd name="T51" fmla="*/ 29 h 38"/>
                <a:gd name="T52" fmla="*/ 24 w 73"/>
                <a:gd name="T53" fmla="*/ 30 h 38"/>
                <a:gd name="T54" fmla="*/ 17 w 73"/>
                <a:gd name="T55" fmla="*/ 31 h 38"/>
                <a:gd name="T56" fmla="*/ 16 w 73"/>
                <a:gd name="T57" fmla="*/ 29 h 38"/>
                <a:gd name="T58" fmla="*/ 18 w 73"/>
                <a:gd name="T59" fmla="*/ 26 h 38"/>
                <a:gd name="T60" fmla="*/ 17 w 73"/>
                <a:gd name="T61" fmla="*/ 22 h 38"/>
                <a:gd name="T62" fmla="*/ 10 w 73"/>
                <a:gd name="T63" fmla="*/ 21 h 38"/>
                <a:gd name="T64" fmla="*/ 8 w 73"/>
                <a:gd name="T65" fmla="*/ 22 h 38"/>
                <a:gd name="T66" fmla="*/ 6 w 73"/>
                <a:gd name="T67" fmla="*/ 21 h 38"/>
                <a:gd name="T68" fmla="*/ 4 w 73"/>
                <a:gd name="T69" fmla="*/ 17 h 38"/>
                <a:gd name="T70" fmla="*/ 4 w 73"/>
                <a:gd name="T71" fmla="*/ 15 h 38"/>
                <a:gd name="T72" fmla="*/ 6 w 73"/>
                <a:gd name="T73" fmla="*/ 14 h 38"/>
                <a:gd name="T74" fmla="*/ 9 w 73"/>
                <a:gd name="T75" fmla="*/ 7 h 38"/>
                <a:gd name="T76" fmla="*/ 6 w 73"/>
                <a:gd name="T77" fmla="*/ 5 h 38"/>
                <a:gd name="T78" fmla="*/ 4 w 73"/>
                <a:gd name="T79" fmla="*/ 5 h 38"/>
                <a:gd name="T80" fmla="*/ 0 w 73"/>
                <a:gd name="T81" fmla="*/ 1 h 38"/>
                <a:gd name="T82" fmla="*/ 18 w 73"/>
                <a:gd name="T83" fmla="*/ 1 h 38"/>
                <a:gd name="T84" fmla="*/ 36 w 73"/>
                <a:gd name="T85" fmla="*/ 19 h 38"/>
                <a:gd name="T86" fmla="*/ 50 w 73"/>
                <a:gd name="T87" fmla="*/ 14 h 38"/>
                <a:gd name="T88" fmla="*/ 55 w 73"/>
                <a:gd name="T8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3" h="38">
                  <a:moveTo>
                    <a:pt x="55" y="0"/>
                  </a:moveTo>
                  <a:cubicBezTo>
                    <a:pt x="61" y="0"/>
                    <a:pt x="67" y="0"/>
                    <a:pt x="73" y="0"/>
                  </a:cubicBezTo>
                  <a:cubicBezTo>
                    <a:pt x="73" y="1"/>
                    <a:pt x="73" y="2"/>
                    <a:pt x="73" y="3"/>
                  </a:cubicBezTo>
                  <a:cubicBezTo>
                    <a:pt x="73" y="4"/>
                    <a:pt x="72" y="5"/>
                    <a:pt x="71" y="5"/>
                  </a:cubicBezTo>
                  <a:cubicBezTo>
                    <a:pt x="70" y="5"/>
                    <a:pt x="70" y="5"/>
                    <a:pt x="70" y="5"/>
                  </a:cubicBezTo>
                  <a:cubicBezTo>
                    <a:pt x="65" y="5"/>
                    <a:pt x="65" y="5"/>
                    <a:pt x="64" y="10"/>
                  </a:cubicBezTo>
                  <a:cubicBezTo>
                    <a:pt x="64" y="11"/>
                    <a:pt x="64" y="12"/>
                    <a:pt x="65" y="12"/>
                  </a:cubicBezTo>
                  <a:cubicBezTo>
                    <a:pt x="65" y="13"/>
                    <a:pt x="66" y="13"/>
                    <a:pt x="66" y="14"/>
                  </a:cubicBezTo>
                  <a:cubicBezTo>
                    <a:pt x="67" y="14"/>
                    <a:pt x="69" y="16"/>
                    <a:pt x="69" y="16"/>
                  </a:cubicBezTo>
                  <a:cubicBezTo>
                    <a:pt x="69" y="18"/>
                    <a:pt x="67" y="20"/>
                    <a:pt x="66" y="21"/>
                  </a:cubicBezTo>
                  <a:cubicBezTo>
                    <a:pt x="66" y="22"/>
                    <a:pt x="65" y="22"/>
                    <a:pt x="65" y="22"/>
                  </a:cubicBezTo>
                  <a:cubicBezTo>
                    <a:pt x="64" y="22"/>
                    <a:pt x="64" y="21"/>
                    <a:pt x="63" y="21"/>
                  </a:cubicBezTo>
                  <a:cubicBezTo>
                    <a:pt x="59" y="19"/>
                    <a:pt x="59" y="19"/>
                    <a:pt x="56" y="23"/>
                  </a:cubicBezTo>
                  <a:cubicBezTo>
                    <a:pt x="55" y="23"/>
                    <a:pt x="55" y="24"/>
                    <a:pt x="55" y="25"/>
                  </a:cubicBezTo>
                  <a:cubicBezTo>
                    <a:pt x="55" y="25"/>
                    <a:pt x="55" y="26"/>
                    <a:pt x="56" y="26"/>
                  </a:cubicBezTo>
                  <a:cubicBezTo>
                    <a:pt x="58" y="31"/>
                    <a:pt x="58" y="30"/>
                    <a:pt x="53" y="33"/>
                  </a:cubicBezTo>
                  <a:cubicBezTo>
                    <a:pt x="52" y="34"/>
                    <a:pt x="51" y="33"/>
                    <a:pt x="51" y="33"/>
                  </a:cubicBezTo>
                  <a:cubicBezTo>
                    <a:pt x="50" y="33"/>
                    <a:pt x="50" y="32"/>
                    <a:pt x="50" y="32"/>
                  </a:cubicBezTo>
                  <a:cubicBezTo>
                    <a:pt x="47" y="28"/>
                    <a:pt x="47" y="28"/>
                    <a:pt x="43" y="29"/>
                  </a:cubicBezTo>
                  <a:cubicBezTo>
                    <a:pt x="41" y="29"/>
                    <a:pt x="41" y="30"/>
                    <a:pt x="41" y="31"/>
                  </a:cubicBezTo>
                  <a:cubicBezTo>
                    <a:pt x="41" y="33"/>
                    <a:pt x="40" y="34"/>
                    <a:pt x="40" y="35"/>
                  </a:cubicBezTo>
                  <a:cubicBezTo>
                    <a:pt x="40" y="37"/>
                    <a:pt x="39" y="37"/>
                    <a:pt x="38" y="37"/>
                  </a:cubicBezTo>
                  <a:cubicBezTo>
                    <a:pt x="33" y="37"/>
                    <a:pt x="33" y="38"/>
                    <a:pt x="33" y="32"/>
                  </a:cubicBezTo>
                  <a:cubicBezTo>
                    <a:pt x="33" y="31"/>
                    <a:pt x="32" y="30"/>
                    <a:pt x="32" y="29"/>
                  </a:cubicBezTo>
                  <a:cubicBezTo>
                    <a:pt x="30" y="29"/>
                    <a:pt x="28" y="28"/>
                    <a:pt x="26" y="28"/>
                  </a:cubicBezTo>
                  <a:cubicBezTo>
                    <a:pt x="26" y="28"/>
                    <a:pt x="26" y="28"/>
                    <a:pt x="25" y="29"/>
                  </a:cubicBezTo>
                  <a:cubicBezTo>
                    <a:pt x="25" y="29"/>
                    <a:pt x="25" y="30"/>
                    <a:pt x="24" y="30"/>
                  </a:cubicBezTo>
                  <a:cubicBezTo>
                    <a:pt x="21" y="35"/>
                    <a:pt x="21" y="35"/>
                    <a:pt x="17" y="31"/>
                  </a:cubicBezTo>
                  <a:cubicBezTo>
                    <a:pt x="16" y="31"/>
                    <a:pt x="16" y="30"/>
                    <a:pt x="16" y="29"/>
                  </a:cubicBezTo>
                  <a:cubicBezTo>
                    <a:pt x="16" y="28"/>
                    <a:pt x="17" y="27"/>
                    <a:pt x="18" y="26"/>
                  </a:cubicBezTo>
                  <a:cubicBezTo>
                    <a:pt x="19" y="24"/>
                    <a:pt x="18" y="23"/>
                    <a:pt x="17" y="22"/>
                  </a:cubicBezTo>
                  <a:cubicBezTo>
                    <a:pt x="14" y="19"/>
                    <a:pt x="15" y="19"/>
                    <a:pt x="10" y="21"/>
                  </a:cubicBezTo>
                  <a:cubicBezTo>
                    <a:pt x="10" y="21"/>
                    <a:pt x="9" y="21"/>
                    <a:pt x="8" y="22"/>
                  </a:cubicBezTo>
                  <a:cubicBezTo>
                    <a:pt x="8" y="22"/>
                    <a:pt x="7" y="22"/>
                    <a:pt x="6" y="21"/>
                  </a:cubicBezTo>
                  <a:cubicBezTo>
                    <a:pt x="5" y="20"/>
                    <a:pt x="5" y="18"/>
                    <a:pt x="4" y="17"/>
                  </a:cubicBezTo>
                  <a:cubicBezTo>
                    <a:pt x="4" y="16"/>
                    <a:pt x="4" y="16"/>
                    <a:pt x="4" y="15"/>
                  </a:cubicBezTo>
                  <a:cubicBezTo>
                    <a:pt x="5" y="15"/>
                    <a:pt x="5" y="15"/>
                    <a:pt x="6" y="14"/>
                  </a:cubicBezTo>
                  <a:cubicBezTo>
                    <a:pt x="11" y="11"/>
                    <a:pt x="10" y="12"/>
                    <a:pt x="9" y="7"/>
                  </a:cubicBezTo>
                  <a:cubicBezTo>
                    <a:pt x="8" y="6"/>
                    <a:pt x="8" y="5"/>
                    <a:pt x="6" y="5"/>
                  </a:cubicBezTo>
                  <a:cubicBezTo>
                    <a:pt x="5" y="5"/>
                    <a:pt x="4" y="5"/>
                    <a:pt x="4" y="5"/>
                  </a:cubicBezTo>
                  <a:cubicBezTo>
                    <a:pt x="0" y="4"/>
                    <a:pt x="0" y="4"/>
                    <a:pt x="0" y="1"/>
                  </a:cubicBezTo>
                  <a:cubicBezTo>
                    <a:pt x="6" y="1"/>
                    <a:pt x="12" y="1"/>
                    <a:pt x="18" y="1"/>
                  </a:cubicBezTo>
                  <a:cubicBezTo>
                    <a:pt x="20" y="13"/>
                    <a:pt x="26" y="19"/>
                    <a:pt x="36" y="19"/>
                  </a:cubicBezTo>
                  <a:cubicBezTo>
                    <a:pt x="41" y="19"/>
                    <a:pt x="46" y="18"/>
                    <a:pt x="50" y="14"/>
                  </a:cubicBezTo>
                  <a:cubicBezTo>
                    <a:pt x="53" y="10"/>
                    <a:pt x="55" y="6"/>
                    <a:pt x="55"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8" name="Freeform 1122">
              <a:extLst>
                <a:ext uri="{FF2B5EF4-FFF2-40B4-BE49-F238E27FC236}">
                  <a16:creationId xmlns="" xmlns:a16="http://schemas.microsoft.com/office/drawing/2014/main" id="{67686E02-71AB-4786-9FBB-B227E3A70FA3}"/>
                </a:ext>
              </a:extLst>
            </p:cNvPr>
            <p:cNvSpPr>
              <a:spLocks/>
            </p:cNvSpPr>
            <p:nvPr/>
          </p:nvSpPr>
          <p:spPr bwMode="auto">
            <a:xfrm>
              <a:off x="11226535" y="464418"/>
              <a:ext cx="34372" cy="26854"/>
            </a:xfrm>
            <a:custGeom>
              <a:avLst/>
              <a:gdLst>
                <a:gd name="T0" fmla="*/ 54 w 54"/>
                <a:gd name="T1" fmla="*/ 6 h 42"/>
                <a:gd name="T2" fmla="*/ 52 w 54"/>
                <a:gd name="T3" fmla="*/ 8 h 42"/>
                <a:gd name="T4" fmla="*/ 49 w 54"/>
                <a:gd name="T5" fmla="*/ 9 h 42"/>
                <a:gd name="T6" fmla="*/ 15 w 54"/>
                <a:gd name="T7" fmla="*/ 16 h 42"/>
                <a:gd name="T8" fmla="*/ 5 w 54"/>
                <a:gd name="T9" fmla="*/ 39 h 42"/>
                <a:gd name="T10" fmla="*/ 3 w 54"/>
                <a:gd name="T11" fmla="*/ 41 h 42"/>
                <a:gd name="T12" fmla="*/ 1 w 54"/>
                <a:gd name="T13" fmla="*/ 41 h 42"/>
                <a:gd name="T14" fmla="*/ 0 w 54"/>
                <a:gd name="T15" fmla="*/ 38 h 42"/>
                <a:gd name="T16" fmla="*/ 21 w 54"/>
                <a:gd name="T17" fmla="*/ 6 h 42"/>
                <a:gd name="T18" fmla="*/ 54 w 54"/>
                <a:gd name="T19"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42">
                  <a:moveTo>
                    <a:pt x="54" y="6"/>
                  </a:moveTo>
                  <a:cubicBezTo>
                    <a:pt x="53" y="6"/>
                    <a:pt x="53" y="7"/>
                    <a:pt x="52" y="8"/>
                  </a:cubicBezTo>
                  <a:cubicBezTo>
                    <a:pt x="51" y="9"/>
                    <a:pt x="50" y="9"/>
                    <a:pt x="49" y="9"/>
                  </a:cubicBezTo>
                  <a:cubicBezTo>
                    <a:pt x="36" y="4"/>
                    <a:pt x="25" y="7"/>
                    <a:pt x="15" y="16"/>
                  </a:cubicBezTo>
                  <a:cubicBezTo>
                    <a:pt x="8" y="22"/>
                    <a:pt x="5" y="30"/>
                    <a:pt x="5" y="39"/>
                  </a:cubicBezTo>
                  <a:cubicBezTo>
                    <a:pt x="4" y="40"/>
                    <a:pt x="4" y="41"/>
                    <a:pt x="3" y="41"/>
                  </a:cubicBezTo>
                  <a:cubicBezTo>
                    <a:pt x="3" y="42"/>
                    <a:pt x="1" y="42"/>
                    <a:pt x="1" y="41"/>
                  </a:cubicBezTo>
                  <a:cubicBezTo>
                    <a:pt x="0" y="40"/>
                    <a:pt x="0" y="39"/>
                    <a:pt x="0" y="38"/>
                  </a:cubicBezTo>
                  <a:cubicBezTo>
                    <a:pt x="1" y="23"/>
                    <a:pt x="8" y="12"/>
                    <a:pt x="21" y="6"/>
                  </a:cubicBezTo>
                  <a:cubicBezTo>
                    <a:pt x="32" y="0"/>
                    <a:pt x="43" y="1"/>
                    <a:pt x="54"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59" name="Freeform 1123">
              <a:extLst>
                <a:ext uri="{FF2B5EF4-FFF2-40B4-BE49-F238E27FC236}">
                  <a16:creationId xmlns="" xmlns:a16="http://schemas.microsoft.com/office/drawing/2014/main" id="{9B07917C-467A-4FBC-A4EB-3D8D2AF3C9B6}"/>
                </a:ext>
              </a:extLst>
            </p:cNvPr>
            <p:cNvSpPr>
              <a:spLocks/>
            </p:cNvSpPr>
            <p:nvPr/>
          </p:nvSpPr>
          <p:spPr bwMode="auto">
            <a:xfrm>
              <a:off x="11246407" y="467104"/>
              <a:ext cx="19066" cy="25242"/>
            </a:xfrm>
            <a:custGeom>
              <a:avLst/>
              <a:gdLst>
                <a:gd name="T0" fmla="*/ 5 w 30"/>
                <a:gd name="T1" fmla="*/ 40 h 40"/>
                <a:gd name="T2" fmla="*/ 2 w 30"/>
                <a:gd name="T3" fmla="*/ 37 h 40"/>
                <a:gd name="T4" fmla="*/ 2 w 30"/>
                <a:gd name="T5" fmla="*/ 32 h 40"/>
                <a:gd name="T6" fmla="*/ 11 w 30"/>
                <a:gd name="T7" fmla="*/ 21 h 40"/>
                <a:gd name="T8" fmla="*/ 25 w 30"/>
                <a:gd name="T9" fmla="*/ 3 h 40"/>
                <a:gd name="T10" fmla="*/ 29 w 30"/>
                <a:gd name="T11" fmla="*/ 2 h 40"/>
                <a:gd name="T12" fmla="*/ 29 w 30"/>
                <a:gd name="T13" fmla="*/ 5 h 40"/>
                <a:gd name="T14" fmla="*/ 9 w 30"/>
                <a:gd name="T15" fmla="*/ 37 h 40"/>
                <a:gd name="T16" fmla="*/ 5 w 30"/>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40">
                  <a:moveTo>
                    <a:pt x="5" y="40"/>
                  </a:moveTo>
                  <a:cubicBezTo>
                    <a:pt x="4" y="39"/>
                    <a:pt x="2" y="38"/>
                    <a:pt x="2" y="37"/>
                  </a:cubicBezTo>
                  <a:cubicBezTo>
                    <a:pt x="0" y="36"/>
                    <a:pt x="1" y="34"/>
                    <a:pt x="2" y="32"/>
                  </a:cubicBezTo>
                  <a:cubicBezTo>
                    <a:pt x="5" y="29"/>
                    <a:pt x="8" y="25"/>
                    <a:pt x="11" y="21"/>
                  </a:cubicBezTo>
                  <a:cubicBezTo>
                    <a:pt x="16" y="15"/>
                    <a:pt x="20" y="9"/>
                    <a:pt x="25" y="3"/>
                  </a:cubicBezTo>
                  <a:cubicBezTo>
                    <a:pt x="26" y="1"/>
                    <a:pt x="27" y="0"/>
                    <a:pt x="29" y="2"/>
                  </a:cubicBezTo>
                  <a:cubicBezTo>
                    <a:pt x="30" y="3"/>
                    <a:pt x="30" y="4"/>
                    <a:pt x="29" y="5"/>
                  </a:cubicBezTo>
                  <a:cubicBezTo>
                    <a:pt x="22" y="16"/>
                    <a:pt x="16" y="26"/>
                    <a:pt x="9" y="37"/>
                  </a:cubicBezTo>
                  <a:cubicBezTo>
                    <a:pt x="8" y="38"/>
                    <a:pt x="7" y="39"/>
                    <a:pt x="5" y="4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0" name="Freeform 1124">
              <a:extLst>
                <a:ext uri="{FF2B5EF4-FFF2-40B4-BE49-F238E27FC236}">
                  <a16:creationId xmlns="" xmlns:a16="http://schemas.microsoft.com/office/drawing/2014/main" id="{F0E52975-AE29-4EC8-90F3-3397B15FBADD}"/>
                </a:ext>
              </a:extLst>
            </p:cNvPr>
            <p:cNvSpPr>
              <a:spLocks/>
            </p:cNvSpPr>
            <p:nvPr/>
          </p:nvSpPr>
          <p:spPr bwMode="auto">
            <a:xfrm>
              <a:off x="11264130" y="471400"/>
              <a:ext cx="10204" cy="19872"/>
            </a:xfrm>
            <a:custGeom>
              <a:avLst/>
              <a:gdLst>
                <a:gd name="T0" fmla="*/ 0 w 16"/>
                <a:gd name="T1" fmla="*/ 4 h 31"/>
                <a:gd name="T2" fmla="*/ 3 w 16"/>
                <a:gd name="T3" fmla="*/ 0 h 31"/>
                <a:gd name="T4" fmla="*/ 11 w 16"/>
                <a:gd name="T5" fmla="*/ 10 h 31"/>
                <a:gd name="T6" fmla="*/ 16 w 16"/>
                <a:gd name="T7" fmla="*/ 28 h 31"/>
                <a:gd name="T8" fmla="*/ 14 w 16"/>
                <a:gd name="T9" fmla="*/ 31 h 31"/>
                <a:gd name="T10" fmla="*/ 11 w 16"/>
                <a:gd name="T11" fmla="*/ 28 h 31"/>
                <a:gd name="T12" fmla="*/ 0 w 16"/>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0" y="4"/>
                  </a:moveTo>
                  <a:cubicBezTo>
                    <a:pt x="1" y="3"/>
                    <a:pt x="2" y="2"/>
                    <a:pt x="3" y="0"/>
                  </a:cubicBezTo>
                  <a:cubicBezTo>
                    <a:pt x="6" y="3"/>
                    <a:pt x="9" y="6"/>
                    <a:pt x="11" y="10"/>
                  </a:cubicBezTo>
                  <a:cubicBezTo>
                    <a:pt x="14" y="15"/>
                    <a:pt x="16" y="21"/>
                    <a:pt x="16" y="28"/>
                  </a:cubicBezTo>
                  <a:cubicBezTo>
                    <a:pt x="16" y="29"/>
                    <a:pt x="15" y="31"/>
                    <a:pt x="14" y="31"/>
                  </a:cubicBezTo>
                  <a:cubicBezTo>
                    <a:pt x="12" y="31"/>
                    <a:pt x="11" y="30"/>
                    <a:pt x="11" y="28"/>
                  </a:cubicBezTo>
                  <a:cubicBezTo>
                    <a:pt x="11" y="19"/>
                    <a:pt x="7" y="11"/>
                    <a:pt x="0"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1" name="Freeform 1125">
              <a:extLst>
                <a:ext uri="{FF2B5EF4-FFF2-40B4-BE49-F238E27FC236}">
                  <a16:creationId xmlns="" xmlns:a16="http://schemas.microsoft.com/office/drawing/2014/main" id="{DC4099D0-1D80-4352-8249-1A93C90A2F65}"/>
                </a:ext>
              </a:extLst>
            </p:cNvPr>
            <p:cNvSpPr>
              <a:spLocks/>
            </p:cNvSpPr>
            <p:nvPr/>
          </p:nvSpPr>
          <p:spPr bwMode="auto">
            <a:xfrm>
              <a:off x="11240767" y="472743"/>
              <a:ext cx="5639" cy="6982"/>
            </a:xfrm>
            <a:custGeom>
              <a:avLst/>
              <a:gdLst>
                <a:gd name="T0" fmla="*/ 5 w 9"/>
                <a:gd name="T1" fmla="*/ 11 h 11"/>
                <a:gd name="T2" fmla="*/ 4 w 9"/>
                <a:gd name="T3" fmla="*/ 10 h 11"/>
                <a:gd name="T4" fmla="*/ 0 w 9"/>
                <a:gd name="T5" fmla="*/ 4 h 11"/>
                <a:gd name="T6" fmla="*/ 1 w 9"/>
                <a:gd name="T7" fmla="*/ 1 h 11"/>
                <a:gd name="T8" fmla="*/ 5 w 9"/>
                <a:gd name="T9" fmla="*/ 2 h 11"/>
                <a:gd name="T10" fmla="*/ 8 w 9"/>
                <a:gd name="T11" fmla="*/ 8 h 11"/>
                <a:gd name="T12" fmla="*/ 5 w 9"/>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5" y="11"/>
                  </a:moveTo>
                  <a:cubicBezTo>
                    <a:pt x="5" y="11"/>
                    <a:pt x="4" y="11"/>
                    <a:pt x="4" y="10"/>
                  </a:cubicBezTo>
                  <a:cubicBezTo>
                    <a:pt x="3" y="8"/>
                    <a:pt x="1" y="6"/>
                    <a:pt x="0" y="4"/>
                  </a:cubicBezTo>
                  <a:cubicBezTo>
                    <a:pt x="0" y="3"/>
                    <a:pt x="0" y="1"/>
                    <a:pt x="1" y="1"/>
                  </a:cubicBezTo>
                  <a:cubicBezTo>
                    <a:pt x="3" y="0"/>
                    <a:pt x="4" y="1"/>
                    <a:pt x="5" y="2"/>
                  </a:cubicBezTo>
                  <a:cubicBezTo>
                    <a:pt x="6" y="4"/>
                    <a:pt x="7" y="6"/>
                    <a:pt x="8" y="8"/>
                  </a:cubicBezTo>
                  <a:cubicBezTo>
                    <a:pt x="9" y="10"/>
                    <a:pt x="8" y="11"/>
                    <a:pt x="5"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2" name="Freeform 1126">
              <a:extLst>
                <a:ext uri="{FF2B5EF4-FFF2-40B4-BE49-F238E27FC236}">
                  <a16:creationId xmlns="" xmlns:a16="http://schemas.microsoft.com/office/drawing/2014/main" id="{8D68E803-019E-4275-84C4-EB5E03125782}"/>
                </a:ext>
              </a:extLst>
            </p:cNvPr>
            <p:cNvSpPr>
              <a:spLocks/>
            </p:cNvSpPr>
            <p:nvPr/>
          </p:nvSpPr>
          <p:spPr bwMode="auto">
            <a:xfrm>
              <a:off x="11234323" y="479188"/>
              <a:ext cx="6982" cy="5639"/>
            </a:xfrm>
            <a:custGeom>
              <a:avLst/>
              <a:gdLst>
                <a:gd name="T0" fmla="*/ 11 w 11"/>
                <a:gd name="T1" fmla="*/ 6 h 9"/>
                <a:gd name="T2" fmla="*/ 8 w 11"/>
                <a:gd name="T3" fmla="*/ 8 h 9"/>
                <a:gd name="T4" fmla="*/ 1 w 11"/>
                <a:gd name="T5" fmla="*/ 4 h 9"/>
                <a:gd name="T6" fmla="*/ 0 w 11"/>
                <a:gd name="T7" fmla="*/ 1 h 9"/>
                <a:gd name="T8" fmla="*/ 3 w 11"/>
                <a:gd name="T9" fmla="*/ 0 h 9"/>
                <a:gd name="T10" fmla="*/ 10 w 11"/>
                <a:gd name="T11" fmla="*/ 4 h 9"/>
                <a:gd name="T12" fmla="*/ 11 w 11"/>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11" y="6"/>
                  </a:moveTo>
                  <a:cubicBezTo>
                    <a:pt x="11" y="8"/>
                    <a:pt x="9" y="9"/>
                    <a:pt x="8" y="8"/>
                  </a:cubicBezTo>
                  <a:cubicBezTo>
                    <a:pt x="5" y="7"/>
                    <a:pt x="3" y="6"/>
                    <a:pt x="1" y="4"/>
                  </a:cubicBezTo>
                  <a:cubicBezTo>
                    <a:pt x="0" y="4"/>
                    <a:pt x="0" y="2"/>
                    <a:pt x="0" y="1"/>
                  </a:cubicBezTo>
                  <a:cubicBezTo>
                    <a:pt x="1" y="1"/>
                    <a:pt x="3" y="0"/>
                    <a:pt x="3" y="0"/>
                  </a:cubicBezTo>
                  <a:cubicBezTo>
                    <a:pt x="6" y="1"/>
                    <a:pt x="8" y="3"/>
                    <a:pt x="10" y="4"/>
                  </a:cubicBezTo>
                  <a:cubicBezTo>
                    <a:pt x="11" y="4"/>
                    <a:pt x="11" y="5"/>
                    <a:pt x="11"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3" name="Freeform 1127">
              <a:extLst>
                <a:ext uri="{FF2B5EF4-FFF2-40B4-BE49-F238E27FC236}">
                  <a16:creationId xmlns="" xmlns:a16="http://schemas.microsoft.com/office/drawing/2014/main" id="{DE76EBDD-4C55-4037-8ED6-34A3D1916C6B}"/>
                </a:ext>
              </a:extLst>
            </p:cNvPr>
            <p:cNvSpPr>
              <a:spLocks/>
            </p:cNvSpPr>
            <p:nvPr/>
          </p:nvSpPr>
          <p:spPr bwMode="auto">
            <a:xfrm>
              <a:off x="11231637" y="487244"/>
              <a:ext cx="7787" cy="3222"/>
            </a:xfrm>
            <a:custGeom>
              <a:avLst/>
              <a:gdLst>
                <a:gd name="T0" fmla="*/ 6 w 12"/>
                <a:gd name="T1" fmla="*/ 5 h 5"/>
                <a:gd name="T2" fmla="*/ 3 w 12"/>
                <a:gd name="T3" fmla="*/ 5 h 5"/>
                <a:gd name="T4" fmla="*/ 0 w 12"/>
                <a:gd name="T5" fmla="*/ 3 h 5"/>
                <a:gd name="T6" fmla="*/ 2 w 12"/>
                <a:gd name="T7" fmla="*/ 0 h 5"/>
                <a:gd name="T8" fmla="*/ 10 w 12"/>
                <a:gd name="T9" fmla="*/ 0 h 5"/>
                <a:gd name="T10" fmla="*/ 12 w 12"/>
                <a:gd name="T11" fmla="*/ 3 h 5"/>
                <a:gd name="T12" fmla="*/ 10 w 12"/>
                <a:gd name="T13" fmla="*/ 5 h 5"/>
                <a:gd name="T14" fmla="*/ 6 w 12"/>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5">
                  <a:moveTo>
                    <a:pt x="6" y="5"/>
                  </a:moveTo>
                  <a:cubicBezTo>
                    <a:pt x="5" y="5"/>
                    <a:pt x="4" y="5"/>
                    <a:pt x="3" y="5"/>
                  </a:cubicBezTo>
                  <a:cubicBezTo>
                    <a:pt x="2" y="5"/>
                    <a:pt x="0" y="4"/>
                    <a:pt x="0" y="3"/>
                  </a:cubicBezTo>
                  <a:cubicBezTo>
                    <a:pt x="0" y="2"/>
                    <a:pt x="1" y="0"/>
                    <a:pt x="2" y="0"/>
                  </a:cubicBezTo>
                  <a:cubicBezTo>
                    <a:pt x="5" y="0"/>
                    <a:pt x="8" y="0"/>
                    <a:pt x="10" y="0"/>
                  </a:cubicBezTo>
                  <a:cubicBezTo>
                    <a:pt x="11" y="0"/>
                    <a:pt x="12" y="2"/>
                    <a:pt x="12" y="3"/>
                  </a:cubicBezTo>
                  <a:cubicBezTo>
                    <a:pt x="12" y="4"/>
                    <a:pt x="11" y="5"/>
                    <a:pt x="10" y="5"/>
                  </a:cubicBezTo>
                  <a:cubicBezTo>
                    <a:pt x="9" y="5"/>
                    <a:pt x="7" y="5"/>
                    <a:pt x="6"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4" name="Freeform 1128">
              <a:extLst>
                <a:ext uri="{FF2B5EF4-FFF2-40B4-BE49-F238E27FC236}">
                  <a16:creationId xmlns="" xmlns:a16="http://schemas.microsoft.com/office/drawing/2014/main" id="{3AB04162-BA16-4621-95AC-E3BAED32C1BE}"/>
                </a:ext>
              </a:extLst>
            </p:cNvPr>
            <p:cNvSpPr>
              <a:spLocks/>
            </p:cNvSpPr>
            <p:nvPr/>
          </p:nvSpPr>
          <p:spPr bwMode="auto">
            <a:xfrm>
              <a:off x="11259833" y="479188"/>
              <a:ext cx="6982" cy="5639"/>
            </a:xfrm>
            <a:custGeom>
              <a:avLst/>
              <a:gdLst>
                <a:gd name="T0" fmla="*/ 9 w 11"/>
                <a:gd name="T1" fmla="*/ 0 h 9"/>
                <a:gd name="T2" fmla="*/ 11 w 11"/>
                <a:gd name="T3" fmla="*/ 2 h 9"/>
                <a:gd name="T4" fmla="*/ 10 w 11"/>
                <a:gd name="T5" fmla="*/ 5 h 9"/>
                <a:gd name="T6" fmla="*/ 3 w 11"/>
                <a:gd name="T7" fmla="*/ 9 h 9"/>
                <a:gd name="T8" fmla="*/ 0 w 11"/>
                <a:gd name="T9" fmla="*/ 8 h 9"/>
                <a:gd name="T10" fmla="*/ 0 w 11"/>
                <a:gd name="T11" fmla="*/ 6 h 9"/>
                <a:gd name="T12" fmla="*/ 9 w 11"/>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9" y="0"/>
                  </a:moveTo>
                  <a:cubicBezTo>
                    <a:pt x="9" y="1"/>
                    <a:pt x="10" y="1"/>
                    <a:pt x="11" y="2"/>
                  </a:cubicBezTo>
                  <a:cubicBezTo>
                    <a:pt x="11" y="3"/>
                    <a:pt x="11" y="4"/>
                    <a:pt x="10" y="5"/>
                  </a:cubicBezTo>
                  <a:cubicBezTo>
                    <a:pt x="8" y="6"/>
                    <a:pt x="5" y="8"/>
                    <a:pt x="3" y="9"/>
                  </a:cubicBezTo>
                  <a:cubicBezTo>
                    <a:pt x="2" y="9"/>
                    <a:pt x="1" y="9"/>
                    <a:pt x="0" y="8"/>
                  </a:cubicBezTo>
                  <a:cubicBezTo>
                    <a:pt x="0" y="7"/>
                    <a:pt x="0" y="6"/>
                    <a:pt x="0" y="6"/>
                  </a:cubicBezTo>
                  <a:cubicBezTo>
                    <a:pt x="3" y="4"/>
                    <a:pt x="6" y="2"/>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5" name="Freeform 1130">
              <a:extLst>
                <a:ext uri="{FF2B5EF4-FFF2-40B4-BE49-F238E27FC236}">
                  <a16:creationId xmlns="" xmlns:a16="http://schemas.microsoft.com/office/drawing/2014/main" id="{33EAE45B-D661-42A3-B189-C70B29465D75}"/>
                </a:ext>
              </a:extLst>
            </p:cNvPr>
            <p:cNvSpPr>
              <a:spLocks/>
            </p:cNvSpPr>
            <p:nvPr/>
          </p:nvSpPr>
          <p:spPr bwMode="auto">
            <a:xfrm>
              <a:off x="11260903" y="488039"/>
              <a:ext cx="7787" cy="3222"/>
            </a:xfrm>
            <a:custGeom>
              <a:avLst/>
              <a:gdLst>
                <a:gd name="T0" fmla="*/ 6 w 12"/>
                <a:gd name="T1" fmla="*/ 5 h 5"/>
                <a:gd name="T2" fmla="*/ 3 w 12"/>
                <a:gd name="T3" fmla="*/ 5 h 5"/>
                <a:gd name="T4" fmla="*/ 1 w 12"/>
                <a:gd name="T5" fmla="*/ 3 h 5"/>
                <a:gd name="T6" fmla="*/ 2 w 12"/>
                <a:gd name="T7" fmla="*/ 0 h 5"/>
                <a:gd name="T8" fmla="*/ 10 w 12"/>
                <a:gd name="T9" fmla="*/ 0 h 5"/>
                <a:gd name="T10" fmla="*/ 12 w 12"/>
                <a:gd name="T11" fmla="*/ 3 h 5"/>
                <a:gd name="T12" fmla="*/ 10 w 12"/>
                <a:gd name="T13" fmla="*/ 5 h 5"/>
                <a:gd name="T14" fmla="*/ 6 w 12"/>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5">
                  <a:moveTo>
                    <a:pt x="6" y="5"/>
                  </a:moveTo>
                  <a:cubicBezTo>
                    <a:pt x="5" y="5"/>
                    <a:pt x="4" y="5"/>
                    <a:pt x="3" y="5"/>
                  </a:cubicBezTo>
                  <a:cubicBezTo>
                    <a:pt x="2" y="5"/>
                    <a:pt x="1" y="4"/>
                    <a:pt x="1" y="3"/>
                  </a:cubicBezTo>
                  <a:cubicBezTo>
                    <a:pt x="0" y="2"/>
                    <a:pt x="2" y="0"/>
                    <a:pt x="2" y="0"/>
                  </a:cubicBezTo>
                  <a:cubicBezTo>
                    <a:pt x="5" y="0"/>
                    <a:pt x="8" y="0"/>
                    <a:pt x="10" y="0"/>
                  </a:cubicBezTo>
                  <a:cubicBezTo>
                    <a:pt x="11" y="0"/>
                    <a:pt x="12" y="2"/>
                    <a:pt x="12" y="3"/>
                  </a:cubicBezTo>
                  <a:cubicBezTo>
                    <a:pt x="12" y="4"/>
                    <a:pt x="11" y="5"/>
                    <a:pt x="10" y="5"/>
                  </a:cubicBezTo>
                  <a:cubicBezTo>
                    <a:pt x="9" y="5"/>
                    <a:pt x="8" y="5"/>
                    <a:pt x="6"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6" name="Freeform 1131">
              <a:extLst>
                <a:ext uri="{FF2B5EF4-FFF2-40B4-BE49-F238E27FC236}">
                  <a16:creationId xmlns="" xmlns:a16="http://schemas.microsoft.com/office/drawing/2014/main" id="{6046C60D-9477-4DD9-A013-224256CA500F}"/>
                </a:ext>
              </a:extLst>
            </p:cNvPr>
            <p:cNvSpPr>
              <a:spLocks/>
            </p:cNvSpPr>
            <p:nvPr/>
          </p:nvSpPr>
          <p:spPr bwMode="auto">
            <a:xfrm>
              <a:off x="11248819" y="470853"/>
              <a:ext cx="3222" cy="7519"/>
            </a:xfrm>
            <a:custGeom>
              <a:avLst/>
              <a:gdLst>
                <a:gd name="T0" fmla="*/ 5 w 5"/>
                <a:gd name="T1" fmla="*/ 6 h 12"/>
                <a:gd name="T2" fmla="*/ 5 w 5"/>
                <a:gd name="T3" fmla="*/ 10 h 12"/>
                <a:gd name="T4" fmla="*/ 3 w 5"/>
                <a:gd name="T5" fmla="*/ 12 h 12"/>
                <a:gd name="T6" fmla="*/ 0 w 5"/>
                <a:gd name="T7" fmla="*/ 10 h 12"/>
                <a:gd name="T8" fmla="*/ 0 w 5"/>
                <a:gd name="T9" fmla="*/ 2 h 12"/>
                <a:gd name="T10" fmla="*/ 3 w 5"/>
                <a:gd name="T11" fmla="*/ 0 h 12"/>
                <a:gd name="T12" fmla="*/ 5 w 5"/>
                <a:gd name="T13" fmla="*/ 2 h 12"/>
                <a:gd name="T14" fmla="*/ 5 w 5"/>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5" y="6"/>
                  </a:moveTo>
                  <a:cubicBezTo>
                    <a:pt x="5" y="7"/>
                    <a:pt x="5" y="8"/>
                    <a:pt x="5" y="10"/>
                  </a:cubicBezTo>
                  <a:cubicBezTo>
                    <a:pt x="5" y="11"/>
                    <a:pt x="4" y="12"/>
                    <a:pt x="3" y="12"/>
                  </a:cubicBezTo>
                  <a:cubicBezTo>
                    <a:pt x="1" y="12"/>
                    <a:pt x="0" y="11"/>
                    <a:pt x="0" y="10"/>
                  </a:cubicBezTo>
                  <a:cubicBezTo>
                    <a:pt x="0" y="7"/>
                    <a:pt x="0" y="5"/>
                    <a:pt x="0" y="2"/>
                  </a:cubicBezTo>
                  <a:cubicBezTo>
                    <a:pt x="0" y="1"/>
                    <a:pt x="1" y="0"/>
                    <a:pt x="3" y="0"/>
                  </a:cubicBezTo>
                  <a:cubicBezTo>
                    <a:pt x="4" y="0"/>
                    <a:pt x="5" y="1"/>
                    <a:pt x="5" y="2"/>
                  </a:cubicBezTo>
                  <a:cubicBezTo>
                    <a:pt x="5" y="4"/>
                    <a:pt x="5" y="5"/>
                    <a:pt x="5"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7" name="Freeform 1132">
              <a:extLst>
                <a:ext uri="{FF2B5EF4-FFF2-40B4-BE49-F238E27FC236}">
                  <a16:creationId xmlns="" xmlns:a16="http://schemas.microsoft.com/office/drawing/2014/main" id="{47CBD0DD-BA63-42C7-A978-C39BE7265B90}"/>
                </a:ext>
              </a:extLst>
            </p:cNvPr>
            <p:cNvSpPr>
              <a:spLocks/>
            </p:cNvSpPr>
            <p:nvPr/>
          </p:nvSpPr>
          <p:spPr bwMode="auto">
            <a:xfrm>
              <a:off x="11145972" y="746098"/>
              <a:ext cx="46456" cy="23362"/>
            </a:xfrm>
            <a:custGeom>
              <a:avLst/>
              <a:gdLst>
                <a:gd name="T0" fmla="*/ 55 w 73"/>
                <a:gd name="T1" fmla="*/ 0 h 37"/>
                <a:gd name="T2" fmla="*/ 73 w 73"/>
                <a:gd name="T3" fmla="*/ 0 h 37"/>
                <a:gd name="T4" fmla="*/ 73 w 73"/>
                <a:gd name="T5" fmla="*/ 2 h 37"/>
                <a:gd name="T6" fmla="*/ 71 w 73"/>
                <a:gd name="T7" fmla="*/ 4 h 37"/>
                <a:gd name="T8" fmla="*/ 70 w 73"/>
                <a:gd name="T9" fmla="*/ 4 h 37"/>
                <a:gd name="T10" fmla="*/ 64 w 73"/>
                <a:gd name="T11" fmla="*/ 9 h 37"/>
                <a:gd name="T12" fmla="*/ 65 w 73"/>
                <a:gd name="T13" fmla="*/ 11 h 37"/>
                <a:gd name="T14" fmla="*/ 67 w 73"/>
                <a:gd name="T15" fmla="*/ 13 h 37"/>
                <a:gd name="T16" fmla="*/ 69 w 73"/>
                <a:gd name="T17" fmla="*/ 15 h 37"/>
                <a:gd name="T18" fmla="*/ 67 w 73"/>
                <a:gd name="T19" fmla="*/ 21 h 37"/>
                <a:gd name="T20" fmla="*/ 65 w 73"/>
                <a:gd name="T21" fmla="*/ 21 h 37"/>
                <a:gd name="T22" fmla="*/ 64 w 73"/>
                <a:gd name="T23" fmla="*/ 20 h 37"/>
                <a:gd name="T24" fmla="*/ 56 w 73"/>
                <a:gd name="T25" fmla="*/ 22 h 37"/>
                <a:gd name="T26" fmla="*/ 55 w 73"/>
                <a:gd name="T27" fmla="*/ 24 h 37"/>
                <a:gd name="T28" fmla="*/ 56 w 73"/>
                <a:gd name="T29" fmla="*/ 25 h 37"/>
                <a:gd name="T30" fmla="*/ 53 w 73"/>
                <a:gd name="T31" fmla="*/ 33 h 37"/>
                <a:gd name="T32" fmla="*/ 51 w 73"/>
                <a:gd name="T33" fmla="*/ 32 h 37"/>
                <a:gd name="T34" fmla="*/ 50 w 73"/>
                <a:gd name="T35" fmla="*/ 31 h 37"/>
                <a:gd name="T36" fmla="*/ 43 w 73"/>
                <a:gd name="T37" fmla="*/ 28 h 37"/>
                <a:gd name="T38" fmla="*/ 41 w 73"/>
                <a:gd name="T39" fmla="*/ 31 h 37"/>
                <a:gd name="T40" fmla="*/ 41 w 73"/>
                <a:gd name="T41" fmla="*/ 35 h 37"/>
                <a:gd name="T42" fmla="*/ 38 w 73"/>
                <a:gd name="T43" fmla="*/ 36 h 37"/>
                <a:gd name="T44" fmla="*/ 33 w 73"/>
                <a:gd name="T45" fmla="*/ 32 h 37"/>
                <a:gd name="T46" fmla="*/ 32 w 73"/>
                <a:gd name="T47" fmla="*/ 29 h 37"/>
                <a:gd name="T48" fmla="*/ 27 w 73"/>
                <a:gd name="T49" fmla="*/ 27 h 37"/>
                <a:gd name="T50" fmla="*/ 26 w 73"/>
                <a:gd name="T51" fmla="*/ 28 h 37"/>
                <a:gd name="T52" fmla="*/ 25 w 73"/>
                <a:gd name="T53" fmla="*/ 29 h 37"/>
                <a:gd name="T54" fmla="*/ 17 w 73"/>
                <a:gd name="T55" fmla="*/ 30 h 37"/>
                <a:gd name="T56" fmla="*/ 16 w 73"/>
                <a:gd name="T57" fmla="*/ 28 h 37"/>
                <a:gd name="T58" fmla="*/ 18 w 73"/>
                <a:gd name="T59" fmla="*/ 25 h 37"/>
                <a:gd name="T60" fmla="*/ 17 w 73"/>
                <a:gd name="T61" fmla="*/ 21 h 37"/>
                <a:gd name="T62" fmla="*/ 11 w 73"/>
                <a:gd name="T63" fmla="*/ 20 h 37"/>
                <a:gd name="T64" fmla="*/ 8 w 73"/>
                <a:gd name="T65" fmla="*/ 21 h 37"/>
                <a:gd name="T66" fmla="*/ 7 w 73"/>
                <a:gd name="T67" fmla="*/ 20 h 37"/>
                <a:gd name="T68" fmla="*/ 4 w 73"/>
                <a:gd name="T69" fmla="*/ 16 h 37"/>
                <a:gd name="T70" fmla="*/ 5 w 73"/>
                <a:gd name="T71" fmla="*/ 14 h 37"/>
                <a:gd name="T72" fmla="*/ 6 w 73"/>
                <a:gd name="T73" fmla="*/ 13 h 37"/>
                <a:gd name="T74" fmla="*/ 9 w 73"/>
                <a:gd name="T75" fmla="*/ 6 h 37"/>
                <a:gd name="T76" fmla="*/ 6 w 73"/>
                <a:gd name="T77" fmla="*/ 4 h 37"/>
                <a:gd name="T78" fmla="*/ 4 w 73"/>
                <a:gd name="T79" fmla="*/ 4 h 37"/>
                <a:gd name="T80" fmla="*/ 1 w 73"/>
                <a:gd name="T81" fmla="*/ 0 h 37"/>
                <a:gd name="T82" fmla="*/ 18 w 73"/>
                <a:gd name="T83" fmla="*/ 0 h 37"/>
                <a:gd name="T84" fmla="*/ 36 w 73"/>
                <a:gd name="T85" fmla="*/ 18 h 37"/>
                <a:gd name="T86" fmla="*/ 50 w 73"/>
                <a:gd name="T87" fmla="*/ 13 h 37"/>
                <a:gd name="T88" fmla="*/ 55 w 73"/>
                <a:gd name="T8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3" h="37">
                  <a:moveTo>
                    <a:pt x="55" y="0"/>
                  </a:moveTo>
                  <a:cubicBezTo>
                    <a:pt x="61" y="0"/>
                    <a:pt x="67" y="0"/>
                    <a:pt x="73" y="0"/>
                  </a:cubicBezTo>
                  <a:cubicBezTo>
                    <a:pt x="73" y="0"/>
                    <a:pt x="73" y="1"/>
                    <a:pt x="73" y="2"/>
                  </a:cubicBezTo>
                  <a:cubicBezTo>
                    <a:pt x="73" y="3"/>
                    <a:pt x="72" y="4"/>
                    <a:pt x="71" y="4"/>
                  </a:cubicBezTo>
                  <a:cubicBezTo>
                    <a:pt x="71" y="4"/>
                    <a:pt x="70" y="4"/>
                    <a:pt x="70" y="4"/>
                  </a:cubicBezTo>
                  <a:cubicBezTo>
                    <a:pt x="65" y="5"/>
                    <a:pt x="65" y="5"/>
                    <a:pt x="64" y="9"/>
                  </a:cubicBezTo>
                  <a:cubicBezTo>
                    <a:pt x="64" y="10"/>
                    <a:pt x="64" y="11"/>
                    <a:pt x="65" y="11"/>
                  </a:cubicBezTo>
                  <a:cubicBezTo>
                    <a:pt x="65" y="12"/>
                    <a:pt x="66" y="12"/>
                    <a:pt x="67" y="13"/>
                  </a:cubicBezTo>
                  <a:cubicBezTo>
                    <a:pt x="68" y="14"/>
                    <a:pt x="69" y="15"/>
                    <a:pt x="69" y="15"/>
                  </a:cubicBezTo>
                  <a:cubicBezTo>
                    <a:pt x="69" y="17"/>
                    <a:pt x="68" y="19"/>
                    <a:pt x="67" y="21"/>
                  </a:cubicBezTo>
                  <a:cubicBezTo>
                    <a:pt x="66" y="21"/>
                    <a:pt x="66" y="21"/>
                    <a:pt x="65" y="21"/>
                  </a:cubicBezTo>
                  <a:cubicBezTo>
                    <a:pt x="65" y="21"/>
                    <a:pt x="64" y="20"/>
                    <a:pt x="64" y="20"/>
                  </a:cubicBezTo>
                  <a:cubicBezTo>
                    <a:pt x="59" y="18"/>
                    <a:pt x="59" y="18"/>
                    <a:pt x="56" y="22"/>
                  </a:cubicBezTo>
                  <a:cubicBezTo>
                    <a:pt x="55" y="22"/>
                    <a:pt x="55" y="23"/>
                    <a:pt x="55" y="24"/>
                  </a:cubicBezTo>
                  <a:cubicBezTo>
                    <a:pt x="55" y="24"/>
                    <a:pt x="56" y="25"/>
                    <a:pt x="56" y="25"/>
                  </a:cubicBezTo>
                  <a:cubicBezTo>
                    <a:pt x="59" y="31"/>
                    <a:pt x="59" y="29"/>
                    <a:pt x="53" y="33"/>
                  </a:cubicBezTo>
                  <a:cubicBezTo>
                    <a:pt x="53" y="33"/>
                    <a:pt x="52" y="32"/>
                    <a:pt x="51" y="32"/>
                  </a:cubicBezTo>
                  <a:cubicBezTo>
                    <a:pt x="51" y="32"/>
                    <a:pt x="50" y="31"/>
                    <a:pt x="50" y="31"/>
                  </a:cubicBezTo>
                  <a:cubicBezTo>
                    <a:pt x="47" y="27"/>
                    <a:pt x="47" y="27"/>
                    <a:pt x="43" y="28"/>
                  </a:cubicBezTo>
                  <a:cubicBezTo>
                    <a:pt x="41" y="28"/>
                    <a:pt x="41" y="29"/>
                    <a:pt x="41" y="31"/>
                  </a:cubicBezTo>
                  <a:cubicBezTo>
                    <a:pt x="41" y="32"/>
                    <a:pt x="41" y="33"/>
                    <a:pt x="41" y="35"/>
                  </a:cubicBezTo>
                  <a:cubicBezTo>
                    <a:pt x="41" y="36"/>
                    <a:pt x="40" y="36"/>
                    <a:pt x="38" y="36"/>
                  </a:cubicBezTo>
                  <a:cubicBezTo>
                    <a:pt x="33" y="36"/>
                    <a:pt x="33" y="37"/>
                    <a:pt x="33" y="32"/>
                  </a:cubicBezTo>
                  <a:cubicBezTo>
                    <a:pt x="33" y="31"/>
                    <a:pt x="33" y="29"/>
                    <a:pt x="32" y="29"/>
                  </a:cubicBezTo>
                  <a:cubicBezTo>
                    <a:pt x="30" y="28"/>
                    <a:pt x="28" y="28"/>
                    <a:pt x="27" y="27"/>
                  </a:cubicBezTo>
                  <a:cubicBezTo>
                    <a:pt x="26" y="27"/>
                    <a:pt x="26" y="28"/>
                    <a:pt x="26" y="28"/>
                  </a:cubicBezTo>
                  <a:cubicBezTo>
                    <a:pt x="25" y="28"/>
                    <a:pt x="25" y="29"/>
                    <a:pt x="25" y="29"/>
                  </a:cubicBezTo>
                  <a:cubicBezTo>
                    <a:pt x="22" y="34"/>
                    <a:pt x="21" y="34"/>
                    <a:pt x="17" y="30"/>
                  </a:cubicBezTo>
                  <a:cubicBezTo>
                    <a:pt x="16" y="30"/>
                    <a:pt x="16" y="29"/>
                    <a:pt x="16" y="28"/>
                  </a:cubicBezTo>
                  <a:cubicBezTo>
                    <a:pt x="17" y="27"/>
                    <a:pt x="17" y="26"/>
                    <a:pt x="18" y="25"/>
                  </a:cubicBezTo>
                  <a:cubicBezTo>
                    <a:pt x="19" y="23"/>
                    <a:pt x="19" y="22"/>
                    <a:pt x="17" y="21"/>
                  </a:cubicBezTo>
                  <a:cubicBezTo>
                    <a:pt x="14" y="18"/>
                    <a:pt x="15" y="18"/>
                    <a:pt x="11" y="20"/>
                  </a:cubicBezTo>
                  <a:cubicBezTo>
                    <a:pt x="10" y="20"/>
                    <a:pt x="9" y="21"/>
                    <a:pt x="8" y="21"/>
                  </a:cubicBezTo>
                  <a:cubicBezTo>
                    <a:pt x="8" y="21"/>
                    <a:pt x="7" y="21"/>
                    <a:pt x="7" y="20"/>
                  </a:cubicBezTo>
                  <a:cubicBezTo>
                    <a:pt x="6" y="19"/>
                    <a:pt x="5" y="17"/>
                    <a:pt x="4" y="16"/>
                  </a:cubicBezTo>
                  <a:cubicBezTo>
                    <a:pt x="4" y="16"/>
                    <a:pt x="4" y="15"/>
                    <a:pt x="5" y="14"/>
                  </a:cubicBezTo>
                  <a:cubicBezTo>
                    <a:pt x="5" y="14"/>
                    <a:pt x="6" y="14"/>
                    <a:pt x="6" y="13"/>
                  </a:cubicBezTo>
                  <a:cubicBezTo>
                    <a:pt x="11" y="10"/>
                    <a:pt x="10" y="11"/>
                    <a:pt x="9" y="6"/>
                  </a:cubicBezTo>
                  <a:cubicBezTo>
                    <a:pt x="8" y="5"/>
                    <a:pt x="8" y="4"/>
                    <a:pt x="6" y="4"/>
                  </a:cubicBezTo>
                  <a:cubicBezTo>
                    <a:pt x="6" y="4"/>
                    <a:pt x="5" y="4"/>
                    <a:pt x="4" y="4"/>
                  </a:cubicBezTo>
                  <a:cubicBezTo>
                    <a:pt x="0" y="4"/>
                    <a:pt x="0" y="4"/>
                    <a:pt x="1" y="0"/>
                  </a:cubicBezTo>
                  <a:cubicBezTo>
                    <a:pt x="6" y="0"/>
                    <a:pt x="12" y="0"/>
                    <a:pt x="18" y="0"/>
                  </a:cubicBezTo>
                  <a:cubicBezTo>
                    <a:pt x="20" y="12"/>
                    <a:pt x="26" y="18"/>
                    <a:pt x="36" y="18"/>
                  </a:cubicBezTo>
                  <a:cubicBezTo>
                    <a:pt x="41" y="19"/>
                    <a:pt x="46" y="17"/>
                    <a:pt x="50" y="13"/>
                  </a:cubicBezTo>
                  <a:cubicBezTo>
                    <a:pt x="54" y="9"/>
                    <a:pt x="55" y="5"/>
                    <a:pt x="55"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8" name="Freeform 1133">
              <a:extLst>
                <a:ext uri="{FF2B5EF4-FFF2-40B4-BE49-F238E27FC236}">
                  <a16:creationId xmlns="" xmlns:a16="http://schemas.microsoft.com/office/drawing/2014/main" id="{D15027FC-C456-465A-9C0A-697259B09DA6}"/>
                </a:ext>
              </a:extLst>
            </p:cNvPr>
            <p:cNvSpPr>
              <a:spLocks/>
            </p:cNvSpPr>
            <p:nvPr/>
          </p:nvSpPr>
          <p:spPr bwMode="auto">
            <a:xfrm>
              <a:off x="11145972" y="716022"/>
              <a:ext cx="34372" cy="26853"/>
            </a:xfrm>
            <a:custGeom>
              <a:avLst/>
              <a:gdLst>
                <a:gd name="T0" fmla="*/ 54 w 54"/>
                <a:gd name="T1" fmla="*/ 6 h 42"/>
                <a:gd name="T2" fmla="*/ 52 w 54"/>
                <a:gd name="T3" fmla="*/ 8 h 42"/>
                <a:gd name="T4" fmla="*/ 49 w 54"/>
                <a:gd name="T5" fmla="*/ 9 h 42"/>
                <a:gd name="T6" fmla="*/ 15 w 54"/>
                <a:gd name="T7" fmla="*/ 16 h 42"/>
                <a:gd name="T8" fmla="*/ 5 w 54"/>
                <a:gd name="T9" fmla="*/ 39 h 42"/>
                <a:gd name="T10" fmla="*/ 3 w 54"/>
                <a:gd name="T11" fmla="*/ 42 h 42"/>
                <a:gd name="T12" fmla="*/ 1 w 54"/>
                <a:gd name="T13" fmla="*/ 41 h 42"/>
                <a:gd name="T14" fmla="*/ 0 w 54"/>
                <a:gd name="T15" fmla="*/ 38 h 42"/>
                <a:gd name="T16" fmla="*/ 21 w 54"/>
                <a:gd name="T17" fmla="*/ 6 h 42"/>
                <a:gd name="T18" fmla="*/ 54 w 54"/>
                <a:gd name="T19"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42">
                  <a:moveTo>
                    <a:pt x="54" y="6"/>
                  </a:moveTo>
                  <a:cubicBezTo>
                    <a:pt x="53" y="7"/>
                    <a:pt x="53" y="7"/>
                    <a:pt x="52" y="8"/>
                  </a:cubicBezTo>
                  <a:cubicBezTo>
                    <a:pt x="52" y="9"/>
                    <a:pt x="51" y="10"/>
                    <a:pt x="49" y="9"/>
                  </a:cubicBezTo>
                  <a:cubicBezTo>
                    <a:pt x="36" y="5"/>
                    <a:pt x="25" y="7"/>
                    <a:pt x="15" y="16"/>
                  </a:cubicBezTo>
                  <a:cubicBezTo>
                    <a:pt x="8" y="22"/>
                    <a:pt x="5" y="30"/>
                    <a:pt x="5" y="39"/>
                  </a:cubicBezTo>
                  <a:cubicBezTo>
                    <a:pt x="5" y="40"/>
                    <a:pt x="4" y="41"/>
                    <a:pt x="3" y="42"/>
                  </a:cubicBezTo>
                  <a:cubicBezTo>
                    <a:pt x="3" y="42"/>
                    <a:pt x="1" y="42"/>
                    <a:pt x="1" y="41"/>
                  </a:cubicBezTo>
                  <a:cubicBezTo>
                    <a:pt x="0" y="41"/>
                    <a:pt x="0" y="39"/>
                    <a:pt x="0" y="38"/>
                  </a:cubicBezTo>
                  <a:cubicBezTo>
                    <a:pt x="1" y="24"/>
                    <a:pt x="8" y="12"/>
                    <a:pt x="21" y="6"/>
                  </a:cubicBezTo>
                  <a:cubicBezTo>
                    <a:pt x="32" y="0"/>
                    <a:pt x="43" y="1"/>
                    <a:pt x="54"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69" name="Freeform 1134">
              <a:extLst>
                <a:ext uri="{FF2B5EF4-FFF2-40B4-BE49-F238E27FC236}">
                  <a16:creationId xmlns="" xmlns:a16="http://schemas.microsoft.com/office/drawing/2014/main" id="{2F699545-4880-47E0-B9F8-B9838AEEC6D6}"/>
                </a:ext>
              </a:extLst>
            </p:cNvPr>
            <p:cNvSpPr>
              <a:spLocks/>
            </p:cNvSpPr>
            <p:nvPr/>
          </p:nvSpPr>
          <p:spPr bwMode="auto">
            <a:xfrm>
              <a:off x="11166380" y="719244"/>
              <a:ext cx="19066" cy="24973"/>
            </a:xfrm>
            <a:custGeom>
              <a:avLst/>
              <a:gdLst>
                <a:gd name="T0" fmla="*/ 4 w 30"/>
                <a:gd name="T1" fmla="*/ 39 h 39"/>
                <a:gd name="T2" fmla="*/ 1 w 30"/>
                <a:gd name="T3" fmla="*/ 36 h 39"/>
                <a:gd name="T4" fmla="*/ 1 w 30"/>
                <a:gd name="T5" fmla="*/ 32 h 39"/>
                <a:gd name="T6" fmla="*/ 10 w 30"/>
                <a:gd name="T7" fmla="*/ 20 h 39"/>
                <a:gd name="T8" fmla="*/ 25 w 30"/>
                <a:gd name="T9" fmla="*/ 2 h 39"/>
                <a:gd name="T10" fmla="*/ 28 w 30"/>
                <a:gd name="T11" fmla="*/ 1 h 39"/>
                <a:gd name="T12" fmla="*/ 28 w 30"/>
                <a:gd name="T13" fmla="*/ 4 h 39"/>
                <a:gd name="T14" fmla="*/ 8 w 30"/>
                <a:gd name="T15" fmla="*/ 36 h 39"/>
                <a:gd name="T16" fmla="*/ 4 w 30"/>
                <a:gd name="T17"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9">
                  <a:moveTo>
                    <a:pt x="4" y="39"/>
                  </a:moveTo>
                  <a:cubicBezTo>
                    <a:pt x="3" y="38"/>
                    <a:pt x="2" y="37"/>
                    <a:pt x="1" y="36"/>
                  </a:cubicBezTo>
                  <a:cubicBezTo>
                    <a:pt x="0" y="35"/>
                    <a:pt x="0" y="33"/>
                    <a:pt x="1" y="32"/>
                  </a:cubicBezTo>
                  <a:cubicBezTo>
                    <a:pt x="4" y="28"/>
                    <a:pt x="7" y="24"/>
                    <a:pt x="10" y="20"/>
                  </a:cubicBezTo>
                  <a:cubicBezTo>
                    <a:pt x="15" y="14"/>
                    <a:pt x="20" y="8"/>
                    <a:pt x="25" y="2"/>
                  </a:cubicBezTo>
                  <a:cubicBezTo>
                    <a:pt x="26" y="1"/>
                    <a:pt x="27" y="0"/>
                    <a:pt x="28" y="1"/>
                  </a:cubicBezTo>
                  <a:cubicBezTo>
                    <a:pt x="30" y="2"/>
                    <a:pt x="29" y="3"/>
                    <a:pt x="28" y="4"/>
                  </a:cubicBezTo>
                  <a:cubicBezTo>
                    <a:pt x="22" y="15"/>
                    <a:pt x="15" y="25"/>
                    <a:pt x="8" y="36"/>
                  </a:cubicBezTo>
                  <a:cubicBezTo>
                    <a:pt x="8" y="37"/>
                    <a:pt x="6" y="38"/>
                    <a:pt x="4"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0" name="Freeform 1135">
              <a:extLst>
                <a:ext uri="{FF2B5EF4-FFF2-40B4-BE49-F238E27FC236}">
                  <a16:creationId xmlns="" xmlns:a16="http://schemas.microsoft.com/office/drawing/2014/main" id="{7DA6561B-634F-47B9-96B8-182CA6142EF3}"/>
                </a:ext>
              </a:extLst>
            </p:cNvPr>
            <p:cNvSpPr>
              <a:spLocks/>
            </p:cNvSpPr>
            <p:nvPr/>
          </p:nvSpPr>
          <p:spPr bwMode="auto">
            <a:xfrm>
              <a:off x="11184103" y="723004"/>
              <a:ext cx="9399" cy="19871"/>
            </a:xfrm>
            <a:custGeom>
              <a:avLst/>
              <a:gdLst>
                <a:gd name="T0" fmla="*/ 0 w 15"/>
                <a:gd name="T1" fmla="*/ 4 h 31"/>
                <a:gd name="T2" fmla="*/ 2 w 15"/>
                <a:gd name="T3" fmla="*/ 0 h 31"/>
                <a:gd name="T4" fmla="*/ 10 w 15"/>
                <a:gd name="T5" fmla="*/ 10 h 31"/>
                <a:gd name="T6" fmla="*/ 15 w 15"/>
                <a:gd name="T7" fmla="*/ 28 h 31"/>
                <a:gd name="T8" fmla="*/ 13 w 15"/>
                <a:gd name="T9" fmla="*/ 31 h 31"/>
                <a:gd name="T10" fmla="*/ 10 w 15"/>
                <a:gd name="T11" fmla="*/ 28 h 31"/>
                <a:gd name="T12" fmla="*/ 0 w 15"/>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4"/>
                  </a:moveTo>
                  <a:cubicBezTo>
                    <a:pt x="0" y="3"/>
                    <a:pt x="1" y="2"/>
                    <a:pt x="2" y="0"/>
                  </a:cubicBezTo>
                  <a:cubicBezTo>
                    <a:pt x="5" y="3"/>
                    <a:pt x="8" y="6"/>
                    <a:pt x="10" y="10"/>
                  </a:cubicBezTo>
                  <a:cubicBezTo>
                    <a:pt x="13" y="16"/>
                    <a:pt x="15" y="22"/>
                    <a:pt x="15" y="28"/>
                  </a:cubicBezTo>
                  <a:cubicBezTo>
                    <a:pt x="15" y="30"/>
                    <a:pt x="15" y="31"/>
                    <a:pt x="13" y="31"/>
                  </a:cubicBezTo>
                  <a:cubicBezTo>
                    <a:pt x="11" y="31"/>
                    <a:pt x="10" y="30"/>
                    <a:pt x="10" y="28"/>
                  </a:cubicBezTo>
                  <a:cubicBezTo>
                    <a:pt x="10" y="19"/>
                    <a:pt x="7" y="11"/>
                    <a:pt x="0"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1" name="Freeform 1136">
              <a:extLst>
                <a:ext uri="{FF2B5EF4-FFF2-40B4-BE49-F238E27FC236}">
                  <a16:creationId xmlns="" xmlns:a16="http://schemas.microsoft.com/office/drawing/2014/main" id="{7245C67A-C42F-4908-93DD-BD74D4F2D674}"/>
                </a:ext>
              </a:extLst>
            </p:cNvPr>
            <p:cNvSpPr>
              <a:spLocks/>
            </p:cNvSpPr>
            <p:nvPr/>
          </p:nvSpPr>
          <p:spPr bwMode="auto">
            <a:xfrm>
              <a:off x="11159935" y="724347"/>
              <a:ext cx="5639" cy="7787"/>
            </a:xfrm>
            <a:custGeom>
              <a:avLst/>
              <a:gdLst>
                <a:gd name="T0" fmla="*/ 6 w 9"/>
                <a:gd name="T1" fmla="*/ 12 h 12"/>
                <a:gd name="T2" fmla="*/ 4 w 9"/>
                <a:gd name="T3" fmla="*/ 10 h 12"/>
                <a:gd name="T4" fmla="*/ 1 w 9"/>
                <a:gd name="T5" fmla="*/ 4 h 12"/>
                <a:gd name="T6" fmla="*/ 2 w 9"/>
                <a:gd name="T7" fmla="*/ 1 h 12"/>
                <a:gd name="T8" fmla="*/ 5 w 9"/>
                <a:gd name="T9" fmla="*/ 2 h 12"/>
                <a:gd name="T10" fmla="*/ 8 w 9"/>
                <a:gd name="T11" fmla="*/ 8 h 12"/>
                <a:gd name="T12" fmla="*/ 6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6" y="12"/>
                  </a:moveTo>
                  <a:cubicBezTo>
                    <a:pt x="5" y="11"/>
                    <a:pt x="5" y="11"/>
                    <a:pt x="4" y="10"/>
                  </a:cubicBezTo>
                  <a:cubicBezTo>
                    <a:pt x="3" y="8"/>
                    <a:pt x="2" y="6"/>
                    <a:pt x="1" y="4"/>
                  </a:cubicBezTo>
                  <a:cubicBezTo>
                    <a:pt x="0" y="3"/>
                    <a:pt x="0" y="2"/>
                    <a:pt x="2" y="1"/>
                  </a:cubicBezTo>
                  <a:cubicBezTo>
                    <a:pt x="3" y="0"/>
                    <a:pt x="4" y="1"/>
                    <a:pt x="5" y="2"/>
                  </a:cubicBezTo>
                  <a:cubicBezTo>
                    <a:pt x="6" y="4"/>
                    <a:pt x="7" y="6"/>
                    <a:pt x="8" y="8"/>
                  </a:cubicBezTo>
                  <a:cubicBezTo>
                    <a:pt x="9" y="10"/>
                    <a:pt x="8" y="12"/>
                    <a:pt x="6"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2" name="Freeform 1137">
              <a:extLst>
                <a:ext uri="{FF2B5EF4-FFF2-40B4-BE49-F238E27FC236}">
                  <a16:creationId xmlns="" xmlns:a16="http://schemas.microsoft.com/office/drawing/2014/main" id="{BC32AD83-57A1-4041-ABEC-C355F3E70E5F}"/>
                </a:ext>
              </a:extLst>
            </p:cNvPr>
            <p:cNvSpPr>
              <a:spLocks/>
            </p:cNvSpPr>
            <p:nvPr/>
          </p:nvSpPr>
          <p:spPr bwMode="auto">
            <a:xfrm>
              <a:off x="11153491" y="730791"/>
              <a:ext cx="6982" cy="5639"/>
            </a:xfrm>
            <a:custGeom>
              <a:avLst/>
              <a:gdLst>
                <a:gd name="T0" fmla="*/ 11 w 11"/>
                <a:gd name="T1" fmla="*/ 6 h 9"/>
                <a:gd name="T2" fmla="*/ 8 w 11"/>
                <a:gd name="T3" fmla="*/ 8 h 9"/>
                <a:gd name="T4" fmla="*/ 1 w 11"/>
                <a:gd name="T5" fmla="*/ 4 h 9"/>
                <a:gd name="T6" fmla="*/ 1 w 11"/>
                <a:gd name="T7" fmla="*/ 1 h 9"/>
                <a:gd name="T8" fmla="*/ 3 w 11"/>
                <a:gd name="T9" fmla="*/ 0 h 9"/>
                <a:gd name="T10" fmla="*/ 10 w 11"/>
                <a:gd name="T11" fmla="*/ 4 h 9"/>
                <a:gd name="T12" fmla="*/ 11 w 11"/>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11" y="6"/>
                  </a:moveTo>
                  <a:cubicBezTo>
                    <a:pt x="11" y="8"/>
                    <a:pt x="9" y="9"/>
                    <a:pt x="8" y="8"/>
                  </a:cubicBezTo>
                  <a:cubicBezTo>
                    <a:pt x="6" y="7"/>
                    <a:pt x="3" y="6"/>
                    <a:pt x="1" y="4"/>
                  </a:cubicBezTo>
                  <a:cubicBezTo>
                    <a:pt x="1" y="4"/>
                    <a:pt x="0" y="2"/>
                    <a:pt x="1" y="1"/>
                  </a:cubicBezTo>
                  <a:cubicBezTo>
                    <a:pt x="1" y="1"/>
                    <a:pt x="3" y="0"/>
                    <a:pt x="3" y="0"/>
                  </a:cubicBezTo>
                  <a:cubicBezTo>
                    <a:pt x="6" y="1"/>
                    <a:pt x="8" y="3"/>
                    <a:pt x="10" y="4"/>
                  </a:cubicBezTo>
                  <a:cubicBezTo>
                    <a:pt x="11" y="5"/>
                    <a:pt x="11" y="5"/>
                    <a:pt x="11"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3" name="Freeform 1138">
              <a:extLst>
                <a:ext uri="{FF2B5EF4-FFF2-40B4-BE49-F238E27FC236}">
                  <a16:creationId xmlns="" xmlns:a16="http://schemas.microsoft.com/office/drawing/2014/main" id="{C96E27DC-8371-4612-A71B-E103E8E3BC82}"/>
                </a:ext>
              </a:extLst>
            </p:cNvPr>
            <p:cNvSpPr>
              <a:spLocks/>
            </p:cNvSpPr>
            <p:nvPr/>
          </p:nvSpPr>
          <p:spPr bwMode="auto">
            <a:xfrm>
              <a:off x="11151611" y="739116"/>
              <a:ext cx="7787" cy="3759"/>
            </a:xfrm>
            <a:custGeom>
              <a:avLst/>
              <a:gdLst>
                <a:gd name="T0" fmla="*/ 6 w 12"/>
                <a:gd name="T1" fmla="*/ 5 h 6"/>
                <a:gd name="T2" fmla="*/ 2 w 12"/>
                <a:gd name="T3" fmla="*/ 5 h 6"/>
                <a:gd name="T4" fmla="*/ 0 w 12"/>
                <a:gd name="T5" fmla="*/ 3 h 6"/>
                <a:gd name="T6" fmla="*/ 2 w 12"/>
                <a:gd name="T7" fmla="*/ 1 h 6"/>
                <a:gd name="T8" fmla="*/ 9 w 12"/>
                <a:gd name="T9" fmla="*/ 1 h 6"/>
                <a:gd name="T10" fmla="*/ 11 w 12"/>
                <a:gd name="T11" fmla="*/ 3 h 6"/>
                <a:gd name="T12" fmla="*/ 9 w 12"/>
                <a:gd name="T13" fmla="*/ 5 h 6"/>
                <a:gd name="T14" fmla="*/ 6 w 12"/>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6">
                  <a:moveTo>
                    <a:pt x="6" y="5"/>
                  </a:moveTo>
                  <a:cubicBezTo>
                    <a:pt x="4" y="5"/>
                    <a:pt x="3" y="6"/>
                    <a:pt x="2" y="5"/>
                  </a:cubicBezTo>
                  <a:cubicBezTo>
                    <a:pt x="1" y="5"/>
                    <a:pt x="0" y="4"/>
                    <a:pt x="0" y="3"/>
                  </a:cubicBezTo>
                  <a:cubicBezTo>
                    <a:pt x="0" y="2"/>
                    <a:pt x="1" y="1"/>
                    <a:pt x="2" y="1"/>
                  </a:cubicBezTo>
                  <a:cubicBezTo>
                    <a:pt x="4" y="0"/>
                    <a:pt x="7" y="0"/>
                    <a:pt x="9" y="1"/>
                  </a:cubicBezTo>
                  <a:cubicBezTo>
                    <a:pt x="10" y="1"/>
                    <a:pt x="11" y="2"/>
                    <a:pt x="11" y="3"/>
                  </a:cubicBezTo>
                  <a:cubicBezTo>
                    <a:pt x="12" y="4"/>
                    <a:pt x="11" y="5"/>
                    <a:pt x="9" y="5"/>
                  </a:cubicBezTo>
                  <a:cubicBezTo>
                    <a:pt x="8" y="5"/>
                    <a:pt x="7" y="5"/>
                    <a:pt x="6"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4" name="Freeform 1139">
              <a:extLst>
                <a:ext uri="{FF2B5EF4-FFF2-40B4-BE49-F238E27FC236}">
                  <a16:creationId xmlns="" xmlns:a16="http://schemas.microsoft.com/office/drawing/2014/main" id="{8F955E1D-4FBF-4E0A-AC69-323AFAFAFA40}"/>
                </a:ext>
              </a:extLst>
            </p:cNvPr>
            <p:cNvSpPr>
              <a:spLocks/>
            </p:cNvSpPr>
            <p:nvPr/>
          </p:nvSpPr>
          <p:spPr bwMode="auto">
            <a:xfrm>
              <a:off x="11179001" y="731328"/>
              <a:ext cx="6982" cy="5908"/>
            </a:xfrm>
            <a:custGeom>
              <a:avLst/>
              <a:gdLst>
                <a:gd name="T0" fmla="*/ 9 w 11"/>
                <a:gd name="T1" fmla="*/ 0 h 9"/>
                <a:gd name="T2" fmla="*/ 11 w 11"/>
                <a:gd name="T3" fmla="*/ 1 h 9"/>
                <a:gd name="T4" fmla="*/ 11 w 11"/>
                <a:gd name="T5" fmla="*/ 4 h 9"/>
                <a:gd name="T6" fmla="*/ 3 w 11"/>
                <a:gd name="T7" fmla="*/ 8 h 9"/>
                <a:gd name="T8" fmla="*/ 1 w 11"/>
                <a:gd name="T9" fmla="*/ 7 h 9"/>
                <a:gd name="T10" fmla="*/ 1 w 11"/>
                <a:gd name="T11" fmla="*/ 5 h 9"/>
                <a:gd name="T12" fmla="*/ 9 w 11"/>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9" y="0"/>
                  </a:moveTo>
                  <a:cubicBezTo>
                    <a:pt x="10" y="0"/>
                    <a:pt x="11" y="1"/>
                    <a:pt x="11" y="1"/>
                  </a:cubicBezTo>
                  <a:cubicBezTo>
                    <a:pt x="11" y="2"/>
                    <a:pt x="11" y="3"/>
                    <a:pt x="11" y="4"/>
                  </a:cubicBezTo>
                  <a:cubicBezTo>
                    <a:pt x="8" y="5"/>
                    <a:pt x="6" y="7"/>
                    <a:pt x="3" y="8"/>
                  </a:cubicBezTo>
                  <a:cubicBezTo>
                    <a:pt x="3" y="9"/>
                    <a:pt x="1" y="8"/>
                    <a:pt x="1" y="7"/>
                  </a:cubicBezTo>
                  <a:cubicBezTo>
                    <a:pt x="0" y="7"/>
                    <a:pt x="0" y="5"/>
                    <a:pt x="1" y="5"/>
                  </a:cubicBezTo>
                  <a:cubicBezTo>
                    <a:pt x="3" y="3"/>
                    <a:pt x="6" y="1"/>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5" name="Freeform 1140">
              <a:extLst>
                <a:ext uri="{FF2B5EF4-FFF2-40B4-BE49-F238E27FC236}">
                  <a16:creationId xmlns="" xmlns:a16="http://schemas.microsoft.com/office/drawing/2014/main" id="{26356611-C8E2-4FC5-AD67-E70C19C75429}"/>
                </a:ext>
              </a:extLst>
            </p:cNvPr>
            <p:cNvSpPr>
              <a:spLocks/>
            </p:cNvSpPr>
            <p:nvPr/>
          </p:nvSpPr>
          <p:spPr bwMode="auto">
            <a:xfrm>
              <a:off x="11180881" y="739653"/>
              <a:ext cx="7519" cy="3222"/>
            </a:xfrm>
            <a:custGeom>
              <a:avLst/>
              <a:gdLst>
                <a:gd name="T0" fmla="*/ 5 w 12"/>
                <a:gd name="T1" fmla="*/ 5 h 5"/>
                <a:gd name="T2" fmla="*/ 2 w 12"/>
                <a:gd name="T3" fmla="*/ 5 h 5"/>
                <a:gd name="T4" fmla="*/ 0 w 12"/>
                <a:gd name="T5" fmla="*/ 3 h 5"/>
                <a:gd name="T6" fmla="*/ 2 w 12"/>
                <a:gd name="T7" fmla="*/ 1 h 5"/>
                <a:gd name="T8" fmla="*/ 10 w 12"/>
                <a:gd name="T9" fmla="*/ 1 h 5"/>
                <a:gd name="T10" fmla="*/ 12 w 12"/>
                <a:gd name="T11" fmla="*/ 3 h 5"/>
                <a:gd name="T12" fmla="*/ 9 w 12"/>
                <a:gd name="T13" fmla="*/ 5 h 5"/>
                <a:gd name="T14" fmla="*/ 5 w 12"/>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5">
                  <a:moveTo>
                    <a:pt x="5" y="5"/>
                  </a:moveTo>
                  <a:cubicBezTo>
                    <a:pt x="4" y="5"/>
                    <a:pt x="3" y="5"/>
                    <a:pt x="2" y="5"/>
                  </a:cubicBezTo>
                  <a:cubicBezTo>
                    <a:pt x="1" y="5"/>
                    <a:pt x="0" y="4"/>
                    <a:pt x="0" y="3"/>
                  </a:cubicBezTo>
                  <a:cubicBezTo>
                    <a:pt x="0" y="2"/>
                    <a:pt x="1" y="1"/>
                    <a:pt x="2" y="1"/>
                  </a:cubicBezTo>
                  <a:cubicBezTo>
                    <a:pt x="4" y="0"/>
                    <a:pt x="7" y="0"/>
                    <a:pt x="10" y="1"/>
                  </a:cubicBezTo>
                  <a:cubicBezTo>
                    <a:pt x="10" y="1"/>
                    <a:pt x="12" y="2"/>
                    <a:pt x="12" y="3"/>
                  </a:cubicBezTo>
                  <a:cubicBezTo>
                    <a:pt x="12" y="4"/>
                    <a:pt x="10" y="5"/>
                    <a:pt x="9" y="5"/>
                  </a:cubicBezTo>
                  <a:cubicBezTo>
                    <a:pt x="8" y="5"/>
                    <a:pt x="7" y="5"/>
                    <a:pt x="5"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6" name="Freeform 1141">
              <a:extLst>
                <a:ext uri="{FF2B5EF4-FFF2-40B4-BE49-F238E27FC236}">
                  <a16:creationId xmlns="" xmlns:a16="http://schemas.microsoft.com/office/drawing/2014/main" id="{02262C0C-EBC2-47D1-A697-5DAD775EFE81}"/>
                </a:ext>
              </a:extLst>
            </p:cNvPr>
            <p:cNvSpPr>
              <a:spLocks/>
            </p:cNvSpPr>
            <p:nvPr/>
          </p:nvSpPr>
          <p:spPr bwMode="auto">
            <a:xfrm>
              <a:off x="11168797" y="722467"/>
              <a:ext cx="2685" cy="7787"/>
            </a:xfrm>
            <a:custGeom>
              <a:avLst/>
              <a:gdLst>
                <a:gd name="T0" fmla="*/ 4 w 4"/>
                <a:gd name="T1" fmla="*/ 6 h 12"/>
                <a:gd name="T2" fmla="*/ 4 w 4"/>
                <a:gd name="T3" fmla="*/ 10 h 12"/>
                <a:gd name="T4" fmla="*/ 2 w 4"/>
                <a:gd name="T5" fmla="*/ 12 h 12"/>
                <a:gd name="T6" fmla="*/ 0 w 4"/>
                <a:gd name="T7" fmla="*/ 10 h 12"/>
                <a:gd name="T8" fmla="*/ 0 w 4"/>
                <a:gd name="T9" fmla="*/ 2 h 12"/>
                <a:gd name="T10" fmla="*/ 2 w 4"/>
                <a:gd name="T11" fmla="*/ 0 h 12"/>
                <a:gd name="T12" fmla="*/ 4 w 4"/>
                <a:gd name="T13" fmla="*/ 3 h 12"/>
                <a:gd name="T14" fmla="*/ 4 w 4"/>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2">
                  <a:moveTo>
                    <a:pt x="4" y="6"/>
                  </a:moveTo>
                  <a:cubicBezTo>
                    <a:pt x="4" y="8"/>
                    <a:pt x="4" y="9"/>
                    <a:pt x="4" y="10"/>
                  </a:cubicBezTo>
                  <a:cubicBezTo>
                    <a:pt x="4" y="11"/>
                    <a:pt x="3" y="12"/>
                    <a:pt x="2" y="12"/>
                  </a:cubicBezTo>
                  <a:cubicBezTo>
                    <a:pt x="1" y="12"/>
                    <a:pt x="0" y="11"/>
                    <a:pt x="0" y="10"/>
                  </a:cubicBezTo>
                  <a:cubicBezTo>
                    <a:pt x="0" y="7"/>
                    <a:pt x="0" y="5"/>
                    <a:pt x="0" y="2"/>
                  </a:cubicBezTo>
                  <a:cubicBezTo>
                    <a:pt x="0" y="1"/>
                    <a:pt x="1" y="0"/>
                    <a:pt x="2" y="0"/>
                  </a:cubicBezTo>
                  <a:cubicBezTo>
                    <a:pt x="4" y="0"/>
                    <a:pt x="4" y="1"/>
                    <a:pt x="4" y="3"/>
                  </a:cubicBezTo>
                  <a:cubicBezTo>
                    <a:pt x="4" y="4"/>
                    <a:pt x="4" y="5"/>
                    <a:pt x="4"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7" name="Freeform 1142">
              <a:extLst>
                <a:ext uri="{FF2B5EF4-FFF2-40B4-BE49-F238E27FC236}">
                  <a16:creationId xmlns="" xmlns:a16="http://schemas.microsoft.com/office/drawing/2014/main" id="{B79B8801-F608-4294-A810-B5160240EFD4}"/>
                </a:ext>
              </a:extLst>
            </p:cNvPr>
            <p:cNvSpPr>
              <a:spLocks/>
            </p:cNvSpPr>
            <p:nvPr/>
          </p:nvSpPr>
          <p:spPr bwMode="auto">
            <a:xfrm>
              <a:off x="11140064" y="921448"/>
              <a:ext cx="61762" cy="31687"/>
            </a:xfrm>
            <a:custGeom>
              <a:avLst/>
              <a:gdLst>
                <a:gd name="T0" fmla="*/ 73 w 97"/>
                <a:gd name="T1" fmla="*/ 0 h 50"/>
                <a:gd name="T2" fmla="*/ 96 w 97"/>
                <a:gd name="T3" fmla="*/ 0 h 50"/>
                <a:gd name="T4" fmla="*/ 96 w 97"/>
                <a:gd name="T5" fmla="*/ 3 h 50"/>
                <a:gd name="T6" fmla="*/ 94 w 97"/>
                <a:gd name="T7" fmla="*/ 6 h 50"/>
                <a:gd name="T8" fmla="*/ 92 w 97"/>
                <a:gd name="T9" fmla="*/ 6 h 50"/>
                <a:gd name="T10" fmla="*/ 85 w 97"/>
                <a:gd name="T11" fmla="*/ 13 h 50"/>
                <a:gd name="T12" fmla="*/ 85 w 97"/>
                <a:gd name="T13" fmla="*/ 16 h 50"/>
                <a:gd name="T14" fmla="*/ 88 w 97"/>
                <a:gd name="T15" fmla="*/ 18 h 50"/>
                <a:gd name="T16" fmla="*/ 91 w 97"/>
                <a:gd name="T17" fmla="*/ 21 h 50"/>
                <a:gd name="T18" fmla="*/ 88 w 97"/>
                <a:gd name="T19" fmla="*/ 28 h 50"/>
                <a:gd name="T20" fmla="*/ 86 w 97"/>
                <a:gd name="T21" fmla="*/ 29 h 50"/>
                <a:gd name="T22" fmla="*/ 84 w 97"/>
                <a:gd name="T23" fmla="*/ 28 h 50"/>
                <a:gd name="T24" fmla="*/ 73 w 97"/>
                <a:gd name="T25" fmla="*/ 30 h 50"/>
                <a:gd name="T26" fmla="*/ 73 w 97"/>
                <a:gd name="T27" fmla="*/ 33 h 50"/>
                <a:gd name="T28" fmla="*/ 74 w 97"/>
                <a:gd name="T29" fmla="*/ 34 h 50"/>
                <a:gd name="T30" fmla="*/ 70 w 97"/>
                <a:gd name="T31" fmla="*/ 44 h 50"/>
                <a:gd name="T32" fmla="*/ 67 w 97"/>
                <a:gd name="T33" fmla="*/ 44 h 50"/>
                <a:gd name="T34" fmla="*/ 66 w 97"/>
                <a:gd name="T35" fmla="*/ 42 h 50"/>
                <a:gd name="T36" fmla="*/ 56 w 97"/>
                <a:gd name="T37" fmla="*/ 38 h 50"/>
                <a:gd name="T38" fmla="*/ 54 w 97"/>
                <a:gd name="T39" fmla="*/ 42 h 50"/>
                <a:gd name="T40" fmla="*/ 53 w 97"/>
                <a:gd name="T41" fmla="*/ 47 h 50"/>
                <a:gd name="T42" fmla="*/ 50 w 97"/>
                <a:gd name="T43" fmla="*/ 49 h 50"/>
                <a:gd name="T44" fmla="*/ 43 w 97"/>
                <a:gd name="T45" fmla="*/ 43 h 50"/>
                <a:gd name="T46" fmla="*/ 42 w 97"/>
                <a:gd name="T47" fmla="*/ 39 h 50"/>
                <a:gd name="T48" fmla="*/ 35 w 97"/>
                <a:gd name="T49" fmla="*/ 37 h 50"/>
                <a:gd name="T50" fmla="*/ 33 w 97"/>
                <a:gd name="T51" fmla="*/ 38 h 50"/>
                <a:gd name="T52" fmla="*/ 32 w 97"/>
                <a:gd name="T53" fmla="*/ 40 h 50"/>
                <a:gd name="T54" fmla="*/ 22 w 97"/>
                <a:gd name="T55" fmla="*/ 41 h 50"/>
                <a:gd name="T56" fmla="*/ 21 w 97"/>
                <a:gd name="T57" fmla="*/ 39 h 50"/>
                <a:gd name="T58" fmla="*/ 23 w 97"/>
                <a:gd name="T59" fmla="*/ 34 h 50"/>
                <a:gd name="T60" fmla="*/ 22 w 97"/>
                <a:gd name="T61" fmla="*/ 29 h 50"/>
                <a:gd name="T62" fmla="*/ 13 w 97"/>
                <a:gd name="T63" fmla="*/ 27 h 50"/>
                <a:gd name="T64" fmla="*/ 11 w 97"/>
                <a:gd name="T65" fmla="*/ 29 h 50"/>
                <a:gd name="T66" fmla="*/ 8 w 97"/>
                <a:gd name="T67" fmla="*/ 28 h 50"/>
                <a:gd name="T68" fmla="*/ 5 w 97"/>
                <a:gd name="T69" fmla="*/ 22 h 50"/>
                <a:gd name="T70" fmla="*/ 5 w 97"/>
                <a:gd name="T71" fmla="*/ 20 h 50"/>
                <a:gd name="T72" fmla="*/ 7 w 97"/>
                <a:gd name="T73" fmla="*/ 19 h 50"/>
                <a:gd name="T74" fmla="*/ 11 w 97"/>
                <a:gd name="T75" fmla="*/ 9 h 50"/>
                <a:gd name="T76" fmla="*/ 8 w 97"/>
                <a:gd name="T77" fmla="*/ 7 h 50"/>
                <a:gd name="T78" fmla="*/ 4 w 97"/>
                <a:gd name="T79" fmla="*/ 6 h 50"/>
                <a:gd name="T80" fmla="*/ 0 w 97"/>
                <a:gd name="T81" fmla="*/ 1 h 50"/>
                <a:gd name="T82" fmla="*/ 24 w 97"/>
                <a:gd name="T83" fmla="*/ 1 h 50"/>
                <a:gd name="T84" fmla="*/ 47 w 97"/>
                <a:gd name="T85" fmla="*/ 25 h 50"/>
                <a:gd name="T86" fmla="*/ 66 w 97"/>
                <a:gd name="T87" fmla="*/ 18 h 50"/>
                <a:gd name="T88" fmla="*/ 73 w 97"/>
                <a:gd name="T8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7" h="50">
                  <a:moveTo>
                    <a:pt x="73" y="0"/>
                  </a:moveTo>
                  <a:cubicBezTo>
                    <a:pt x="81" y="0"/>
                    <a:pt x="88" y="0"/>
                    <a:pt x="96" y="0"/>
                  </a:cubicBezTo>
                  <a:cubicBezTo>
                    <a:pt x="96" y="1"/>
                    <a:pt x="96" y="2"/>
                    <a:pt x="96" y="3"/>
                  </a:cubicBezTo>
                  <a:cubicBezTo>
                    <a:pt x="97" y="5"/>
                    <a:pt x="96" y="6"/>
                    <a:pt x="94" y="6"/>
                  </a:cubicBezTo>
                  <a:cubicBezTo>
                    <a:pt x="93" y="6"/>
                    <a:pt x="93" y="6"/>
                    <a:pt x="92" y="6"/>
                  </a:cubicBezTo>
                  <a:cubicBezTo>
                    <a:pt x="86" y="7"/>
                    <a:pt x="86" y="7"/>
                    <a:pt x="85" y="13"/>
                  </a:cubicBezTo>
                  <a:cubicBezTo>
                    <a:pt x="84" y="14"/>
                    <a:pt x="85" y="15"/>
                    <a:pt x="85" y="16"/>
                  </a:cubicBezTo>
                  <a:cubicBezTo>
                    <a:pt x="86" y="17"/>
                    <a:pt x="87" y="17"/>
                    <a:pt x="88" y="18"/>
                  </a:cubicBezTo>
                  <a:cubicBezTo>
                    <a:pt x="89" y="19"/>
                    <a:pt x="92" y="21"/>
                    <a:pt x="91" y="21"/>
                  </a:cubicBezTo>
                  <a:cubicBezTo>
                    <a:pt x="91" y="24"/>
                    <a:pt x="89" y="26"/>
                    <a:pt x="88" y="28"/>
                  </a:cubicBezTo>
                  <a:cubicBezTo>
                    <a:pt x="88" y="29"/>
                    <a:pt x="87" y="29"/>
                    <a:pt x="86" y="29"/>
                  </a:cubicBezTo>
                  <a:cubicBezTo>
                    <a:pt x="85" y="29"/>
                    <a:pt x="85" y="28"/>
                    <a:pt x="84" y="28"/>
                  </a:cubicBezTo>
                  <a:cubicBezTo>
                    <a:pt x="78" y="25"/>
                    <a:pt x="78" y="25"/>
                    <a:pt x="73" y="30"/>
                  </a:cubicBezTo>
                  <a:cubicBezTo>
                    <a:pt x="73" y="30"/>
                    <a:pt x="73" y="32"/>
                    <a:pt x="73" y="33"/>
                  </a:cubicBezTo>
                  <a:cubicBezTo>
                    <a:pt x="73" y="33"/>
                    <a:pt x="73" y="34"/>
                    <a:pt x="74" y="34"/>
                  </a:cubicBezTo>
                  <a:cubicBezTo>
                    <a:pt x="77" y="42"/>
                    <a:pt x="77" y="40"/>
                    <a:pt x="70" y="44"/>
                  </a:cubicBezTo>
                  <a:cubicBezTo>
                    <a:pt x="69" y="45"/>
                    <a:pt x="68" y="44"/>
                    <a:pt x="67" y="44"/>
                  </a:cubicBezTo>
                  <a:cubicBezTo>
                    <a:pt x="67" y="43"/>
                    <a:pt x="66" y="43"/>
                    <a:pt x="66" y="42"/>
                  </a:cubicBezTo>
                  <a:cubicBezTo>
                    <a:pt x="62" y="37"/>
                    <a:pt x="62" y="37"/>
                    <a:pt x="56" y="38"/>
                  </a:cubicBezTo>
                  <a:cubicBezTo>
                    <a:pt x="54" y="39"/>
                    <a:pt x="54" y="40"/>
                    <a:pt x="54" y="42"/>
                  </a:cubicBezTo>
                  <a:cubicBezTo>
                    <a:pt x="54" y="43"/>
                    <a:pt x="53" y="45"/>
                    <a:pt x="53" y="47"/>
                  </a:cubicBezTo>
                  <a:cubicBezTo>
                    <a:pt x="53" y="49"/>
                    <a:pt x="52" y="49"/>
                    <a:pt x="50" y="49"/>
                  </a:cubicBezTo>
                  <a:cubicBezTo>
                    <a:pt x="43" y="49"/>
                    <a:pt x="43" y="50"/>
                    <a:pt x="43" y="43"/>
                  </a:cubicBezTo>
                  <a:cubicBezTo>
                    <a:pt x="43" y="42"/>
                    <a:pt x="43" y="39"/>
                    <a:pt x="42" y="39"/>
                  </a:cubicBezTo>
                  <a:cubicBezTo>
                    <a:pt x="40" y="38"/>
                    <a:pt x="37" y="38"/>
                    <a:pt x="35" y="37"/>
                  </a:cubicBezTo>
                  <a:cubicBezTo>
                    <a:pt x="34" y="37"/>
                    <a:pt x="34" y="38"/>
                    <a:pt x="33" y="38"/>
                  </a:cubicBezTo>
                  <a:cubicBezTo>
                    <a:pt x="33" y="39"/>
                    <a:pt x="33" y="39"/>
                    <a:pt x="32" y="40"/>
                  </a:cubicBezTo>
                  <a:cubicBezTo>
                    <a:pt x="28" y="46"/>
                    <a:pt x="28" y="46"/>
                    <a:pt x="22" y="41"/>
                  </a:cubicBezTo>
                  <a:cubicBezTo>
                    <a:pt x="21" y="41"/>
                    <a:pt x="21" y="39"/>
                    <a:pt x="21" y="39"/>
                  </a:cubicBezTo>
                  <a:cubicBezTo>
                    <a:pt x="21" y="37"/>
                    <a:pt x="22" y="36"/>
                    <a:pt x="23" y="34"/>
                  </a:cubicBezTo>
                  <a:cubicBezTo>
                    <a:pt x="24" y="32"/>
                    <a:pt x="24" y="30"/>
                    <a:pt x="22" y="29"/>
                  </a:cubicBezTo>
                  <a:cubicBezTo>
                    <a:pt x="18" y="25"/>
                    <a:pt x="19" y="25"/>
                    <a:pt x="13" y="27"/>
                  </a:cubicBezTo>
                  <a:cubicBezTo>
                    <a:pt x="12" y="28"/>
                    <a:pt x="12" y="28"/>
                    <a:pt x="11" y="29"/>
                  </a:cubicBezTo>
                  <a:cubicBezTo>
                    <a:pt x="10" y="29"/>
                    <a:pt x="9" y="29"/>
                    <a:pt x="8" y="28"/>
                  </a:cubicBezTo>
                  <a:cubicBezTo>
                    <a:pt x="7" y="26"/>
                    <a:pt x="6" y="24"/>
                    <a:pt x="5" y="22"/>
                  </a:cubicBezTo>
                  <a:cubicBezTo>
                    <a:pt x="5" y="22"/>
                    <a:pt x="5" y="21"/>
                    <a:pt x="5" y="20"/>
                  </a:cubicBezTo>
                  <a:cubicBezTo>
                    <a:pt x="6" y="19"/>
                    <a:pt x="7" y="19"/>
                    <a:pt x="7" y="19"/>
                  </a:cubicBezTo>
                  <a:cubicBezTo>
                    <a:pt x="14" y="14"/>
                    <a:pt x="13" y="16"/>
                    <a:pt x="11" y="9"/>
                  </a:cubicBezTo>
                  <a:cubicBezTo>
                    <a:pt x="11" y="7"/>
                    <a:pt x="10" y="7"/>
                    <a:pt x="8" y="7"/>
                  </a:cubicBezTo>
                  <a:cubicBezTo>
                    <a:pt x="7" y="7"/>
                    <a:pt x="6" y="6"/>
                    <a:pt x="4" y="6"/>
                  </a:cubicBezTo>
                  <a:cubicBezTo>
                    <a:pt x="0" y="6"/>
                    <a:pt x="0" y="6"/>
                    <a:pt x="0" y="1"/>
                  </a:cubicBezTo>
                  <a:cubicBezTo>
                    <a:pt x="8" y="1"/>
                    <a:pt x="16" y="1"/>
                    <a:pt x="24" y="1"/>
                  </a:cubicBezTo>
                  <a:cubicBezTo>
                    <a:pt x="26" y="17"/>
                    <a:pt x="34" y="25"/>
                    <a:pt x="47" y="25"/>
                  </a:cubicBezTo>
                  <a:cubicBezTo>
                    <a:pt x="54" y="26"/>
                    <a:pt x="60" y="23"/>
                    <a:pt x="66" y="18"/>
                  </a:cubicBezTo>
                  <a:cubicBezTo>
                    <a:pt x="70" y="13"/>
                    <a:pt x="73" y="7"/>
                    <a:pt x="73"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8" name="Freeform 1143">
              <a:extLst>
                <a:ext uri="{FF2B5EF4-FFF2-40B4-BE49-F238E27FC236}">
                  <a16:creationId xmlns="" xmlns:a16="http://schemas.microsoft.com/office/drawing/2014/main" id="{FA59E243-B2A4-45E3-9CA1-6AA4D2147D70}"/>
                </a:ext>
              </a:extLst>
            </p:cNvPr>
            <p:cNvSpPr>
              <a:spLocks/>
            </p:cNvSpPr>
            <p:nvPr/>
          </p:nvSpPr>
          <p:spPr bwMode="auto">
            <a:xfrm>
              <a:off x="11139527" y="882780"/>
              <a:ext cx="45919" cy="34909"/>
            </a:xfrm>
            <a:custGeom>
              <a:avLst/>
              <a:gdLst>
                <a:gd name="T0" fmla="*/ 72 w 72"/>
                <a:gd name="T1" fmla="*/ 7 h 55"/>
                <a:gd name="T2" fmla="*/ 70 w 72"/>
                <a:gd name="T3" fmla="*/ 10 h 55"/>
                <a:gd name="T4" fmla="*/ 65 w 72"/>
                <a:gd name="T5" fmla="*/ 11 h 55"/>
                <a:gd name="T6" fmla="*/ 20 w 72"/>
                <a:gd name="T7" fmla="*/ 21 h 55"/>
                <a:gd name="T8" fmla="*/ 7 w 72"/>
                <a:gd name="T9" fmla="*/ 51 h 55"/>
                <a:gd name="T10" fmla="*/ 5 w 72"/>
                <a:gd name="T11" fmla="*/ 55 h 55"/>
                <a:gd name="T12" fmla="*/ 2 w 72"/>
                <a:gd name="T13" fmla="*/ 54 h 55"/>
                <a:gd name="T14" fmla="*/ 0 w 72"/>
                <a:gd name="T15" fmla="*/ 51 h 55"/>
                <a:gd name="T16" fmla="*/ 29 w 72"/>
                <a:gd name="T17" fmla="*/ 7 h 55"/>
                <a:gd name="T18" fmla="*/ 72 w 72"/>
                <a:gd name="T19" fmla="*/ 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55">
                  <a:moveTo>
                    <a:pt x="72" y="7"/>
                  </a:moveTo>
                  <a:cubicBezTo>
                    <a:pt x="71" y="8"/>
                    <a:pt x="71" y="9"/>
                    <a:pt x="70" y="10"/>
                  </a:cubicBezTo>
                  <a:cubicBezTo>
                    <a:pt x="69" y="12"/>
                    <a:pt x="68" y="12"/>
                    <a:pt x="65" y="11"/>
                  </a:cubicBezTo>
                  <a:cubicBezTo>
                    <a:pt x="49" y="5"/>
                    <a:pt x="33" y="9"/>
                    <a:pt x="20" y="21"/>
                  </a:cubicBezTo>
                  <a:cubicBezTo>
                    <a:pt x="11" y="29"/>
                    <a:pt x="7" y="39"/>
                    <a:pt x="7" y="51"/>
                  </a:cubicBezTo>
                  <a:cubicBezTo>
                    <a:pt x="7" y="52"/>
                    <a:pt x="6" y="54"/>
                    <a:pt x="5" y="55"/>
                  </a:cubicBezTo>
                  <a:cubicBezTo>
                    <a:pt x="4" y="55"/>
                    <a:pt x="2" y="55"/>
                    <a:pt x="2" y="54"/>
                  </a:cubicBezTo>
                  <a:cubicBezTo>
                    <a:pt x="1" y="53"/>
                    <a:pt x="0" y="52"/>
                    <a:pt x="0" y="51"/>
                  </a:cubicBezTo>
                  <a:cubicBezTo>
                    <a:pt x="1" y="31"/>
                    <a:pt x="11" y="16"/>
                    <a:pt x="29" y="7"/>
                  </a:cubicBezTo>
                  <a:cubicBezTo>
                    <a:pt x="43" y="0"/>
                    <a:pt x="57" y="0"/>
                    <a:pt x="72"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79" name="Freeform 1144">
              <a:extLst>
                <a:ext uri="{FF2B5EF4-FFF2-40B4-BE49-F238E27FC236}">
                  <a16:creationId xmlns="" xmlns:a16="http://schemas.microsoft.com/office/drawing/2014/main" id="{57E39A5F-0DF5-45AF-97A1-A8D5EA87C74C}"/>
                </a:ext>
              </a:extLst>
            </p:cNvPr>
            <p:cNvSpPr>
              <a:spLocks/>
            </p:cNvSpPr>
            <p:nvPr/>
          </p:nvSpPr>
          <p:spPr bwMode="auto">
            <a:xfrm>
              <a:off x="11166380" y="886539"/>
              <a:ext cx="25242" cy="33029"/>
            </a:xfrm>
            <a:custGeom>
              <a:avLst/>
              <a:gdLst>
                <a:gd name="T0" fmla="*/ 7 w 40"/>
                <a:gd name="T1" fmla="*/ 52 h 52"/>
                <a:gd name="T2" fmla="*/ 2 w 40"/>
                <a:gd name="T3" fmla="*/ 48 h 52"/>
                <a:gd name="T4" fmla="*/ 2 w 40"/>
                <a:gd name="T5" fmla="*/ 42 h 52"/>
                <a:gd name="T6" fmla="*/ 14 w 40"/>
                <a:gd name="T7" fmla="*/ 27 h 52"/>
                <a:gd name="T8" fmla="*/ 33 w 40"/>
                <a:gd name="T9" fmla="*/ 3 h 52"/>
                <a:gd name="T10" fmla="*/ 38 w 40"/>
                <a:gd name="T11" fmla="*/ 1 h 52"/>
                <a:gd name="T12" fmla="*/ 38 w 40"/>
                <a:gd name="T13" fmla="*/ 6 h 52"/>
                <a:gd name="T14" fmla="*/ 12 w 40"/>
                <a:gd name="T15" fmla="*/ 48 h 52"/>
                <a:gd name="T16" fmla="*/ 7 w 40"/>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52">
                  <a:moveTo>
                    <a:pt x="7" y="52"/>
                  </a:moveTo>
                  <a:cubicBezTo>
                    <a:pt x="5" y="51"/>
                    <a:pt x="3" y="50"/>
                    <a:pt x="2" y="48"/>
                  </a:cubicBezTo>
                  <a:cubicBezTo>
                    <a:pt x="0" y="46"/>
                    <a:pt x="1" y="44"/>
                    <a:pt x="2" y="42"/>
                  </a:cubicBezTo>
                  <a:cubicBezTo>
                    <a:pt x="6" y="37"/>
                    <a:pt x="10" y="32"/>
                    <a:pt x="14" y="27"/>
                  </a:cubicBezTo>
                  <a:cubicBezTo>
                    <a:pt x="21" y="19"/>
                    <a:pt x="27" y="11"/>
                    <a:pt x="33" y="3"/>
                  </a:cubicBezTo>
                  <a:cubicBezTo>
                    <a:pt x="35" y="1"/>
                    <a:pt x="36" y="0"/>
                    <a:pt x="38" y="1"/>
                  </a:cubicBezTo>
                  <a:cubicBezTo>
                    <a:pt x="40" y="3"/>
                    <a:pt x="40" y="4"/>
                    <a:pt x="38" y="6"/>
                  </a:cubicBezTo>
                  <a:cubicBezTo>
                    <a:pt x="30" y="20"/>
                    <a:pt x="21" y="34"/>
                    <a:pt x="12" y="48"/>
                  </a:cubicBezTo>
                  <a:cubicBezTo>
                    <a:pt x="11" y="49"/>
                    <a:pt x="9" y="50"/>
                    <a:pt x="7" y="5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0" name="Freeform 1145">
              <a:extLst>
                <a:ext uri="{FF2B5EF4-FFF2-40B4-BE49-F238E27FC236}">
                  <a16:creationId xmlns="" xmlns:a16="http://schemas.microsoft.com/office/drawing/2014/main" id="{86BA0005-E303-4337-91E4-223387F6CC8E}"/>
                </a:ext>
              </a:extLst>
            </p:cNvPr>
            <p:cNvSpPr>
              <a:spLocks/>
            </p:cNvSpPr>
            <p:nvPr/>
          </p:nvSpPr>
          <p:spPr bwMode="auto">
            <a:xfrm>
              <a:off x="11190548" y="891641"/>
              <a:ext cx="12621" cy="26048"/>
            </a:xfrm>
            <a:custGeom>
              <a:avLst/>
              <a:gdLst>
                <a:gd name="T0" fmla="*/ 0 w 20"/>
                <a:gd name="T1" fmla="*/ 6 h 41"/>
                <a:gd name="T2" fmla="*/ 3 w 20"/>
                <a:gd name="T3" fmla="*/ 0 h 41"/>
                <a:gd name="T4" fmla="*/ 14 w 20"/>
                <a:gd name="T5" fmla="*/ 13 h 41"/>
                <a:gd name="T6" fmla="*/ 20 w 20"/>
                <a:gd name="T7" fmla="*/ 37 h 41"/>
                <a:gd name="T8" fmla="*/ 17 w 20"/>
                <a:gd name="T9" fmla="*/ 41 h 41"/>
                <a:gd name="T10" fmla="*/ 14 w 20"/>
                <a:gd name="T11" fmla="*/ 38 h 41"/>
                <a:gd name="T12" fmla="*/ 0 w 20"/>
                <a:gd name="T13" fmla="*/ 6 h 41"/>
              </a:gdLst>
              <a:ahLst/>
              <a:cxnLst>
                <a:cxn ang="0">
                  <a:pos x="T0" y="T1"/>
                </a:cxn>
                <a:cxn ang="0">
                  <a:pos x="T2" y="T3"/>
                </a:cxn>
                <a:cxn ang="0">
                  <a:pos x="T4" y="T5"/>
                </a:cxn>
                <a:cxn ang="0">
                  <a:pos x="T6" y="T7"/>
                </a:cxn>
                <a:cxn ang="0">
                  <a:pos x="T8" y="T9"/>
                </a:cxn>
                <a:cxn ang="0">
                  <a:pos x="T10" y="T11"/>
                </a:cxn>
                <a:cxn ang="0">
                  <a:pos x="T12" y="T13"/>
                </a:cxn>
              </a:cxnLst>
              <a:rect l="0" t="0" r="r" b="b"/>
              <a:pathLst>
                <a:path w="20" h="41">
                  <a:moveTo>
                    <a:pt x="0" y="6"/>
                  </a:moveTo>
                  <a:cubicBezTo>
                    <a:pt x="1" y="4"/>
                    <a:pt x="2" y="2"/>
                    <a:pt x="3" y="0"/>
                  </a:cubicBezTo>
                  <a:cubicBezTo>
                    <a:pt x="7" y="4"/>
                    <a:pt x="11" y="8"/>
                    <a:pt x="14" y="13"/>
                  </a:cubicBezTo>
                  <a:cubicBezTo>
                    <a:pt x="18" y="21"/>
                    <a:pt x="20" y="29"/>
                    <a:pt x="20" y="37"/>
                  </a:cubicBezTo>
                  <a:cubicBezTo>
                    <a:pt x="20" y="39"/>
                    <a:pt x="19" y="41"/>
                    <a:pt x="17" y="41"/>
                  </a:cubicBezTo>
                  <a:cubicBezTo>
                    <a:pt x="15" y="41"/>
                    <a:pt x="14" y="40"/>
                    <a:pt x="14" y="38"/>
                  </a:cubicBezTo>
                  <a:cubicBezTo>
                    <a:pt x="14" y="25"/>
                    <a:pt x="9" y="15"/>
                    <a:pt x="0"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1" name="Freeform 1146">
              <a:extLst>
                <a:ext uri="{FF2B5EF4-FFF2-40B4-BE49-F238E27FC236}">
                  <a16:creationId xmlns="" xmlns:a16="http://schemas.microsoft.com/office/drawing/2014/main" id="{AABF3790-6F90-477A-B5B8-DAA5A5A9AEA2}"/>
                </a:ext>
              </a:extLst>
            </p:cNvPr>
            <p:cNvSpPr>
              <a:spLocks/>
            </p:cNvSpPr>
            <p:nvPr/>
          </p:nvSpPr>
          <p:spPr bwMode="auto">
            <a:xfrm>
              <a:off x="11158056" y="893521"/>
              <a:ext cx="8325" cy="9399"/>
            </a:xfrm>
            <a:custGeom>
              <a:avLst/>
              <a:gdLst>
                <a:gd name="T0" fmla="*/ 8 w 13"/>
                <a:gd name="T1" fmla="*/ 15 h 15"/>
                <a:gd name="T2" fmla="*/ 6 w 13"/>
                <a:gd name="T3" fmla="*/ 13 h 15"/>
                <a:gd name="T4" fmla="*/ 1 w 13"/>
                <a:gd name="T5" fmla="*/ 5 h 15"/>
                <a:gd name="T6" fmla="*/ 3 w 13"/>
                <a:gd name="T7" fmla="*/ 1 h 15"/>
                <a:gd name="T8" fmla="*/ 7 w 13"/>
                <a:gd name="T9" fmla="*/ 2 h 15"/>
                <a:gd name="T10" fmla="*/ 12 w 13"/>
                <a:gd name="T11" fmla="*/ 10 h 15"/>
                <a:gd name="T12" fmla="*/ 8 w 13"/>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8" y="15"/>
                  </a:moveTo>
                  <a:cubicBezTo>
                    <a:pt x="8" y="15"/>
                    <a:pt x="7" y="14"/>
                    <a:pt x="6" y="13"/>
                  </a:cubicBezTo>
                  <a:cubicBezTo>
                    <a:pt x="4" y="11"/>
                    <a:pt x="3" y="8"/>
                    <a:pt x="1" y="5"/>
                  </a:cubicBezTo>
                  <a:cubicBezTo>
                    <a:pt x="0" y="4"/>
                    <a:pt x="1" y="2"/>
                    <a:pt x="3" y="1"/>
                  </a:cubicBezTo>
                  <a:cubicBezTo>
                    <a:pt x="4" y="0"/>
                    <a:pt x="6" y="1"/>
                    <a:pt x="7" y="2"/>
                  </a:cubicBezTo>
                  <a:cubicBezTo>
                    <a:pt x="8" y="5"/>
                    <a:pt x="10" y="8"/>
                    <a:pt x="12" y="10"/>
                  </a:cubicBezTo>
                  <a:cubicBezTo>
                    <a:pt x="13" y="13"/>
                    <a:pt x="11" y="15"/>
                    <a:pt x="8"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2" name="Freeform 1147">
              <a:extLst>
                <a:ext uri="{FF2B5EF4-FFF2-40B4-BE49-F238E27FC236}">
                  <a16:creationId xmlns="" xmlns:a16="http://schemas.microsoft.com/office/drawing/2014/main" id="{0953960D-8866-44A2-899A-F5FA732B10D5}"/>
                </a:ext>
              </a:extLst>
            </p:cNvPr>
            <p:cNvSpPr>
              <a:spLocks/>
            </p:cNvSpPr>
            <p:nvPr/>
          </p:nvSpPr>
          <p:spPr bwMode="auto">
            <a:xfrm>
              <a:off x="11150268" y="901845"/>
              <a:ext cx="9130" cy="7519"/>
            </a:xfrm>
            <a:custGeom>
              <a:avLst/>
              <a:gdLst>
                <a:gd name="T0" fmla="*/ 14 w 14"/>
                <a:gd name="T1" fmla="*/ 8 h 12"/>
                <a:gd name="T2" fmla="*/ 10 w 14"/>
                <a:gd name="T3" fmla="*/ 11 h 12"/>
                <a:gd name="T4" fmla="*/ 1 w 14"/>
                <a:gd name="T5" fmla="*/ 6 h 12"/>
                <a:gd name="T6" fmla="*/ 0 w 14"/>
                <a:gd name="T7" fmla="*/ 2 h 12"/>
                <a:gd name="T8" fmla="*/ 4 w 14"/>
                <a:gd name="T9" fmla="*/ 1 h 12"/>
                <a:gd name="T10" fmla="*/ 13 w 14"/>
                <a:gd name="T11" fmla="*/ 6 h 12"/>
                <a:gd name="T12" fmla="*/ 14 w 1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14" h="12">
                  <a:moveTo>
                    <a:pt x="14" y="8"/>
                  </a:moveTo>
                  <a:cubicBezTo>
                    <a:pt x="14" y="11"/>
                    <a:pt x="12" y="12"/>
                    <a:pt x="10" y="11"/>
                  </a:cubicBezTo>
                  <a:cubicBezTo>
                    <a:pt x="7" y="10"/>
                    <a:pt x="4" y="8"/>
                    <a:pt x="1" y="6"/>
                  </a:cubicBezTo>
                  <a:cubicBezTo>
                    <a:pt x="0" y="5"/>
                    <a:pt x="0" y="3"/>
                    <a:pt x="0" y="2"/>
                  </a:cubicBezTo>
                  <a:cubicBezTo>
                    <a:pt x="1" y="1"/>
                    <a:pt x="3" y="0"/>
                    <a:pt x="4" y="1"/>
                  </a:cubicBezTo>
                  <a:cubicBezTo>
                    <a:pt x="7" y="2"/>
                    <a:pt x="10" y="4"/>
                    <a:pt x="13" y="6"/>
                  </a:cubicBezTo>
                  <a:cubicBezTo>
                    <a:pt x="14" y="6"/>
                    <a:pt x="14" y="7"/>
                    <a:pt x="14"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3" name="Freeform 1148">
              <a:extLst>
                <a:ext uri="{FF2B5EF4-FFF2-40B4-BE49-F238E27FC236}">
                  <a16:creationId xmlns="" xmlns:a16="http://schemas.microsoft.com/office/drawing/2014/main" id="{07486E63-2616-4885-A544-465A7C19A7BE}"/>
                </a:ext>
              </a:extLst>
            </p:cNvPr>
            <p:cNvSpPr>
              <a:spLocks/>
            </p:cNvSpPr>
            <p:nvPr/>
          </p:nvSpPr>
          <p:spPr bwMode="auto">
            <a:xfrm>
              <a:off x="11147315" y="913124"/>
              <a:ext cx="9936" cy="4565"/>
            </a:xfrm>
            <a:custGeom>
              <a:avLst/>
              <a:gdLst>
                <a:gd name="T0" fmla="*/ 8 w 16"/>
                <a:gd name="T1" fmla="*/ 6 h 7"/>
                <a:gd name="T2" fmla="*/ 3 w 16"/>
                <a:gd name="T3" fmla="*/ 6 h 7"/>
                <a:gd name="T4" fmla="*/ 0 w 16"/>
                <a:gd name="T5" fmla="*/ 3 h 7"/>
                <a:gd name="T6" fmla="*/ 2 w 16"/>
                <a:gd name="T7" fmla="*/ 0 h 7"/>
                <a:gd name="T8" fmla="*/ 13 w 16"/>
                <a:gd name="T9" fmla="*/ 0 h 7"/>
                <a:gd name="T10" fmla="*/ 15 w 16"/>
                <a:gd name="T11" fmla="*/ 3 h 7"/>
                <a:gd name="T12" fmla="*/ 12 w 16"/>
                <a:gd name="T13" fmla="*/ 6 h 7"/>
                <a:gd name="T14" fmla="*/ 8 w 16"/>
                <a:gd name="T15" fmla="*/ 6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7">
                  <a:moveTo>
                    <a:pt x="8" y="6"/>
                  </a:moveTo>
                  <a:cubicBezTo>
                    <a:pt x="6" y="6"/>
                    <a:pt x="4" y="7"/>
                    <a:pt x="3" y="6"/>
                  </a:cubicBezTo>
                  <a:cubicBezTo>
                    <a:pt x="1" y="6"/>
                    <a:pt x="0" y="4"/>
                    <a:pt x="0" y="3"/>
                  </a:cubicBezTo>
                  <a:cubicBezTo>
                    <a:pt x="0" y="2"/>
                    <a:pt x="1" y="0"/>
                    <a:pt x="2" y="0"/>
                  </a:cubicBezTo>
                  <a:cubicBezTo>
                    <a:pt x="6" y="0"/>
                    <a:pt x="9" y="0"/>
                    <a:pt x="13" y="0"/>
                  </a:cubicBezTo>
                  <a:cubicBezTo>
                    <a:pt x="14" y="0"/>
                    <a:pt x="15" y="2"/>
                    <a:pt x="15" y="3"/>
                  </a:cubicBezTo>
                  <a:cubicBezTo>
                    <a:pt x="16" y="5"/>
                    <a:pt x="14" y="6"/>
                    <a:pt x="12" y="6"/>
                  </a:cubicBezTo>
                  <a:cubicBezTo>
                    <a:pt x="11" y="6"/>
                    <a:pt x="9" y="6"/>
                    <a:pt x="8"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4" name="Freeform 1149">
              <a:extLst>
                <a:ext uri="{FF2B5EF4-FFF2-40B4-BE49-F238E27FC236}">
                  <a16:creationId xmlns="" xmlns:a16="http://schemas.microsoft.com/office/drawing/2014/main" id="{EF1D9DE2-1AD4-41B7-BC37-99D60D2E0BE6}"/>
                </a:ext>
              </a:extLst>
            </p:cNvPr>
            <p:cNvSpPr>
              <a:spLocks/>
            </p:cNvSpPr>
            <p:nvPr/>
          </p:nvSpPr>
          <p:spPr bwMode="auto">
            <a:xfrm>
              <a:off x="11184103" y="902382"/>
              <a:ext cx="8862" cy="7519"/>
            </a:xfrm>
            <a:custGeom>
              <a:avLst/>
              <a:gdLst>
                <a:gd name="T0" fmla="*/ 11 w 14"/>
                <a:gd name="T1" fmla="*/ 0 h 12"/>
                <a:gd name="T2" fmla="*/ 14 w 14"/>
                <a:gd name="T3" fmla="*/ 2 h 12"/>
                <a:gd name="T4" fmla="*/ 14 w 14"/>
                <a:gd name="T5" fmla="*/ 5 h 12"/>
                <a:gd name="T6" fmla="*/ 3 w 14"/>
                <a:gd name="T7" fmla="*/ 11 h 12"/>
                <a:gd name="T8" fmla="*/ 0 w 14"/>
                <a:gd name="T9" fmla="*/ 10 h 12"/>
                <a:gd name="T10" fmla="*/ 0 w 14"/>
                <a:gd name="T11" fmla="*/ 7 h 12"/>
                <a:gd name="T12" fmla="*/ 11 w 1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4" h="12">
                  <a:moveTo>
                    <a:pt x="11" y="0"/>
                  </a:moveTo>
                  <a:cubicBezTo>
                    <a:pt x="12" y="1"/>
                    <a:pt x="14" y="1"/>
                    <a:pt x="14" y="2"/>
                  </a:cubicBezTo>
                  <a:cubicBezTo>
                    <a:pt x="14" y="3"/>
                    <a:pt x="14" y="5"/>
                    <a:pt x="14" y="5"/>
                  </a:cubicBezTo>
                  <a:cubicBezTo>
                    <a:pt x="10" y="8"/>
                    <a:pt x="7" y="10"/>
                    <a:pt x="3" y="11"/>
                  </a:cubicBezTo>
                  <a:cubicBezTo>
                    <a:pt x="3" y="12"/>
                    <a:pt x="1" y="11"/>
                    <a:pt x="0" y="10"/>
                  </a:cubicBezTo>
                  <a:cubicBezTo>
                    <a:pt x="0" y="9"/>
                    <a:pt x="0" y="7"/>
                    <a:pt x="0" y="7"/>
                  </a:cubicBezTo>
                  <a:cubicBezTo>
                    <a:pt x="4" y="4"/>
                    <a:pt x="7" y="2"/>
                    <a:pt x="1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5" name="Freeform 1150">
              <a:extLst>
                <a:ext uri="{FF2B5EF4-FFF2-40B4-BE49-F238E27FC236}">
                  <a16:creationId xmlns="" xmlns:a16="http://schemas.microsoft.com/office/drawing/2014/main" id="{61B7AC9D-451C-49CA-8320-D84C6B672A3D}"/>
                </a:ext>
              </a:extLst>
            </p:cNvPr>
            <p:cNvSpPr>
              <a:spLocks/>
            </p:cNvSpPr>
            <p:nvPr/>
          </p:nvSpPr>
          <p:spPr bwMode="auto">
            <a:xfrm>
              <a:off x="11185983" y="913929"/>
              <a:ext cx="10204" cy="4296"/>
            </a:xfrm>
            <a:custGeom>
              <a:avLst/>
              <a:gdLst>
                <a:gd name="T0" fmla="*/ 8 w 16"/>
                <a:gd name="T1" fmla="*/ 6 h 7"/>
                <a:gd name="T2" fmla="*/ 3 w 16"/>
                <a:gd name="T3" fmla="*/ 6 h 7"/>
                <a:gd name="T4" fmla="*/ 0 w 16"/>
                <a:gd name="T5" fmla="*/ 3 h 7"/>
                <a:gd name="T6" fmla="*/ 3 w 16"/>
                <a:gd name="T7" fmla="*/ 0 h 7"/>
                <a:gd name="T8" fmla="*/ 13 w 16"/>
                <a:gd name="T9" fmla="*/ 0 h 7"/>
                <a:gd name="T10" fmla="*/ 16 w 16"/>
                <a:gd name="T11" fmla="*/ 3 h 7"/>
                <a:gd name="T12" fmla="*/ 13 w 16"/>
                <a:gd name="T13" fmla="*/ 6 h 7"/>
                <a:gd name="T14" fmla="*/ 8 w 16"/>
                <a:gd name="T15" fmla="*/ 6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7">
                  <a:moveTo>
                    <a:pt x="8" y="6"/>
                  </a:moveTo>
                  <a:cubicBezTo>
                    <a:pt x="6" y="6"/>
                    <a:pt x="4" y="7"/>
                    <a:pt x="3" y="6"/>
                  </a:cubicBezTo>
                  <a:cubicBezTo>
                    <a:pt x="2" y="6"/>
                    <a:pt x="0" y="5"/>
                    <a:pt x="0" y="3"/>
                  </a:cubicBezTo>
                  <a:cubicBezTo>
                    <a:pt x="0" y="2"/>
                    <a:pt x="2" y="0"/>
                    <a:pt x="3" y="0"/>
                  </a:cubicBezTo>
                  <a:cubicBezTo>
                    <a:pt x="6" y="0"/>
                    <a:pt x="10" y="0"/>
                    <a:pt x="13" y="0"/>
                  </a:cubicBezTo>
                  <a:cubicBezTo>
                    <a:pt x="14" y="0"/>
                    <a:pt x="16" y="2"/>
                    <a:pt x="16" y="3"/>
                  </a:cubicBezTo>
                  <a:cubicBezTo>
                    <a:pt x="16" y="5"/>
                    <a:pt x="14" y="6"/>
                    <a:pt x="13" y="6"/>
                  </a:cubicBezTo>
                  <a:cubicBezTo>
                    <a:pt x="11" y="7"/>
                    <a:pt x="9" y="6"/>
                    <a:pt x="8"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6" name="Freeform 1151">
              <a:extLst>
                <a:ext uri="{FF2B5EF4-FFF2-40B4-BE49-F238E27FC236}">
                  <a16:creationId xmlns="" xmlns:a16="http://schemas.microsoft.com/office/drawing/2014/main" id="{EFDC2CBD-7EE5-4F02-BA62-1EA79D510737}"/>
                </a:ext>
              </a:extLst>
            </p:cNvPr>
            <p:cNvSpPr>
              <a:spLocks/>
            </p:cNvSpPr>
            <p:nvPr/>
          </p:nvSpPr>
          <p:spPr bwMode="auto">
            <a:xfrm>
              <a:off x="11170140" y="890836"/>
              <a:ext cx="3759" cy="10204"/>
            </a:xfrm>
            <a:custGeom>
              <a:avLst/>
              <a:gdLst>
                <a:gd name="T0" fmla="*/ 6 w 6"/>
                <a:gd name="T1" fmla="*/ 8 h 16"/>
                <a:gd name="T2" fmla="*/ 6 w 6"/>
                <a:gd name="T3" fmla="*/ 13 h 16"/>
                <a:gd name="T4" fmla="*/ 3 w 6"/>
                <a:gd name="T5" fmla="*/ 16 h 16"/>
                <a:gd name="T6" fmla="*/ 0 w 6"/>
                <a:gd name="T7" fmla="*/ 13 h 16"/>
                <a:gd name="T8" fmla="*/ 0 w 6"/>
                <a:gd name="T9" fmla="*/ 3 h 16"/>
                <a:gd name="T10" fmla="*/ 3 w 6"/>
                <a:gd name="T11" fmla="*/ 0 h 16"/>
                <a:gd name="T12" fmla="*/ 6 w 6"/>
                <a:gd name="T13" fmla="*/ 3 h 16"/>
                <a:gd name="T14" fmla="*/ 6 w 6"/>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6">
                  <a:moveTo>
                    <a:pt x="6" y="8"/>
                  </a:moveTo>
                  <a:cubicBezTo>
                    <a:pt x="6" y="10"/>
                    <a:pt x="6" y="11"/>
                    <a:pt x="6" y="13"/>
                  </a:cubicBezTo>
                  <a:cubicBezTo>
                    <a:pt x="6" y="15"/>
                    <a:pt x="5" y="16"/>
                    <a:pt x="3" y="16"/>
                  </a:cubicBezTo>
                  <a:cubicBezTo>
                    <a:pt x="1" y="16"/>
                    <a:pt x="0" y="15"/>
                    <a:pt x="0" y="13"/>
                  </a:cubicBezTo>
                  <a:cubicBezTo>
                    <a:pt x="0" y="10"/>
                    <a:pt x="0" y="6"/>
                    <a:pt x="0" y="3"/>
                  </a:cubicBezTo>
                  <a:cubicBezTo>
                    <a:pt x="0" y="1"/>
                    <a:pt x="1" y="0"/>
                    <a:pt x="3" y="0"/>
                  </a:cubicBezTo>
                  <a:cubicBezTo>
                    <a:pt x="5" y="0"/>
                    <a:pt x="6" y="1"/>
                    <a:pt x="6" y="3"/>
                  </a:cubicBezTo>
                  <a:cubicBezTo>
                    <a:pt x="6" y="5"/>
                    <a:pt x="6" y="6"/>
                    <a:pt x="6"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7" name="Freeform 1152">
              <a:extLst>
                <a:ext uri="{FF2B5EF4-FFF2-40B4-BE49-F238E27FC236}">
                  <a16:creationId xmlns="" xmlns:a16="http://schemas.microsoft.com/office/drawing/2014/main" id="{7498A00B-F58B-4AF4-9C96-8A5138FC849C}"/>
                </a:ext>
              </a:extLst>
            </p:cNvPr>
            <p:cNvSpPr>
              <a:spLocks/>
            </p:cNvSpPr>
            <p:nvPr/>
          </p:nvSpPr>
          <p:spPr bwMode="auto">
            <a:xfrm>
              <a:off x="10860524" y="474076"/>
              <a:ext cx="61494" cy="31687"/>
            </a:xfrm>
            <a:custGeom>
              <a:avLst/>
              <a:gdLst>
                <a:gd name="T0" fmla="*/ 73 w 97"/>
                <a:gd name="T1" fmla="*/ 0 h 50"/>
                <a:gd name="T2" fmla="*/ 97 w 97"/>
                <a:gd name="T3" fmla="*/ 0 h 50"/>
                <a:gd name="T4" fmla="*/ 97 w 97"/>
                <a:gd name="T5" fmla="*/ 3 h 50"/>
                <a:gd name="T6" fmla="*/ 94 w 97"/>
                <a:gd name="T7" fmla="*/ 6 h 50"/>
                <a:gd name="T8" fmla="*/ 93 w 97"/>
                <a:gd name="T9" fmla="*/ 6 h 50"/>
                <a:gd name="T10" fmla="*/ 85 w 97"/>
                <a:gd name="T11" fmla="*/ 13 h 50"/>
                <a:gd name="T12" fmla="*/ 86 w 97"/>
                <a:gd name="T13" fmla="*/ 16 h 50"/>
                <a:gd name="T14" fmla="*/ 89 w 97"/>
                <a:gd name="T15" fmla="*/ 18 h 50"/>
                <a:gd name="T16" fmla="*/ 92 w 97"/>
                <a:gd name="T17" fmla="*/ 21 h 50"/>
                <a:gd name="T18" fmla="*/ 89 w 97"/>
                <a:gd name="T19" fmla="*/ 28 h 50"/>
                <a:gd name="T20" fmla="*/ 87 w 97"/>
                <a:gd name="T21" fmla="*/ 29 h 50"/>
                <a:gd name="T22" fmla="*/ 85 w 97"/>
                <a:gd name="T23" fmla="*/ 28 h 50"/>
                <a:gd name="T24" fmla="*/ 74 w 97"/>
                <a:gd name="T25" fmla="*/ 30 h 50"/>
                <a:gd name="T26" fmla="*/ 74 w 97"/>
                <a:gd name="T27" fmla="*/ 33 h 50"/>
                <a:gd name="T28" fmla="*/ 74 w 97"/>
                <a:gd name="T29" fmla="*/ 34 h 50"/>
                <a:gd name="T30" fmla="*/ 70 w 97"/>
                <a:gd name="T31" fmla="*/ 44 h 50"/>
                <a:gd name="T32" fmla="*/ 68 w 97"/>
                <a:gd name="T33" fmla="*/ 44 h 50"/>
                <a:gd name="T34" fmla="*/ 67 w 97"/>
                <a:gd name="T35" fmla="*/ 42 h 50"/>
                <a:gd name="T36" fmla="*/ 57 w 97"/>
                <a:gd name="T37" fmla="*/ 38 h 50"/>
                <a:gd name="T38" fmla="*/ 54 w 97"/>
                <a:gd name="T39" fmla="*/ 41 h 50"/>
                <a:gd name="T40" fmla="*/ 54 w 97"/>
                <a:gd name="T41" fmla="*/ 47 h 50"/>
                <a:gd name="T42" fmla="*/ 51 w 97"/>
                <a:gd name="T43" fmla="*/ 49 h 50"/>
                <a:gd name="T44" fmla="*/ 44 w 97"/>
                <a:gd name="T45" fmla="*/ 43 h 50"/>
                <a:gd name="T46" fmla="*/ 42 w 97"/>
                <a:gd name="T47" fmla="*/ 39 h 50"/>
                <a:gd name="T48" fmla="*/ 35 w 97"/>
                <a:gd name="T49" fmla="*/ 37 h 50"/>
                <a:gd name="T50" fmla="*/ 34 w 97"/>
                <a:gd name="T51" fmla="*/ 38 h 50"/>
                <a:gd name="T52" fmla="*/ 33 w 97"/>
                <a:gd name="T53" fmla="*/ 40 h 50"/>
                <a:gd name="T54" fmla="*/ 22 w 97"/>
                <a:gd name="T55" fmla="*/ 41 h 50"/>
                <a:gd name="T56" fmla="*/ 22 w 97"/>
                <a:gd name="T57" fmla="*/ 39 h 50"/>
                <a:gd name="T58" fmla="*/ 24 w 97"/>
                <a:gd name="T59" fmla="*/ 34 h 50"/>
                <a:gd name="T60" fmla="*/ 23 w 97"/>
                <a:gd name="T61" fmla="*/ 29 h 50"/>
                <a:gd name="T62" fmla="*/ 14 w 97"/>
                <a:gd name="T63" fmla="*/ 27 h 50"/>
                <a:gd name="T64" fmla="*/ 11 w 97"/>
                <a:gd name="T65" fmla="*/ 29 h 50"/>
                <a:gd name="T66" fmla="*/ 9 w 97"/>
                <a:gd name="T67" fmla="*/ 28 h 50"/>
                <a:gd name="T68" fmla="*/ 5 w 97"/>
                <a:gd name="T69" fmla="*/ 22 h 50"/>
                <a:gd name="T70" fmla="*/ 6 w 97"/>
                <a:gd name="T71" fmla="*/ 20 h 50"/>
                <a:gd name="T72" fmla="*/ 8 w 97"/>
                <a:gd name="T73" fmla="*/ 19 h 50"/>
                <a:gd name="T74" fmla="*/ 12 w 97"/>
                <a:gd name="T75" fmla="*/ 9 h 50"/>
                <a:gd name="T76" fmla="*/ 8 w 97"/>
                <a:gd name="T77" fmla="*/ 6 h 50"/>
                <a:gd name="T78" fmla="*/ 5 w 97"/>
                <a:gd name="T79" fmla="*/ 6 h 50"/>
                <a:gd name="T80" fmla="*/ 1 w 97"/>
                <a:gd name="T81" fmla="*/ 0 h 50"/>
                <a:gd name="T82" fmla="*/ 24 w 97"/>
                <a:gd name="T83" fmla="*/ 0 h 50"/>
                <a:gd name="T84" fmla="*/ 48 w 97"/>
                <a:gd name="T85" fmla="*/ 25 h 50"/>
                <a:gd name="T86" fmla="*/ 66 w 97"/>
                <a:gd name="T87" fmla="*/ 18 h 50"/>
                <a:gd name="T88" fmla="*/ 73 w 97"/>
                <a:gd name="T8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7" h="50">
                  <a:moveTo>
                    <a:pt x="73" y="0"/>
                  </a:moveTo>
                  <a:cubicBezTo>
                    <a:pt x="81" y="0"/>
                    <a:pt x="89" y="0"/>
                    <a:pt x="97" y="0"/>
                  </a:cubicBezTo>
                  <a:cubicBezTo>
                    <a:pt x="97" y="1"/>
                    <a:pt x="97" y="2"/>
                    <a:pt x="97" y="3"/>
                  </a:cubicBezTo>
                  <a:cubicBezTo>
                    <a:pt x="97" y="5"/>
                    <a:pt x="96" y="6"/>
                    <a:pt x="94" y="6"/>
                  </a:cubicBezTo>
                  <a:cubicBezTo>
                    <a:pt x="94" y="6"/>
                    <a:pt x="93" y="6"/>
                    <a:pt x="93" y="6"/>
                  </a:cubicBezTo>
                  <a:cubicBezTo>
                    <a:pt x="87" y="7"/>
                    <a:pt x="87" y="7"/>
                    <a:pt x="85" y="13"/>
                  </a:cubicBezTo>
                  <a:cubicBezTo>
                    <a:pt x="85" y="14"/>
                    <a:pt x="86" y="15"/>
                    <a:pt x="86" y="16"/>
                  </a:cubicBezTo>
                  <a:cubicBezTo>
                    <a:pt x="87" y="17"/>
                    <a:pt x="88" y="17"/>
                    <a:pt x="89" y="18"/>
                  </a:cubicBezTo>
                  <a:cubicBezTo>
                    <a:pt x="90" y="19"/>
                    <a:pt x="92" y="21"/>
                    <a:pt x="92" y="21"/>
                  </a:cubicBezTo>
                  <a:cubicBezTo>
                    <a:pt x="92" y="24"/>
                    <a:pt x="90" y="26"/>
                    <a:pt x="89" y="28"/>
                  </a:cubicBezTo>
                  <a:cubicBezTo>
                    <a:pt x="88" y="29"/>
                    <a:pt x="87" y="29"/>
                    <a:pt x="87" y="29"/>
                  </a:cubicBezTo>
                  <a:cubicBezTo>
                    <a:pt x="86" y="28"/>
                    <a:pt x="85" y="28"/>
                    <a:pt x="85" y="28"/>
                  </a:cubicBezTo>
                  <a:cubicBezTo>
                    <a:pt x="79" y="25"/>
                    <a:pt x="79" y="25"/>
                    <a:pt x="74" y="30"/>
                  </a:cubicBezTo>
                  <a:cubicBezTo>
                    <a:pt x="74" y="30"/>
                    <a:pt x="74" y="32"/>
                    <a:pt x="74" y="33"/>
                  </a:cubicBezTo>
                  <a:cubicBezTo>
                    <a:pt x="74" y="33"/>
                    <a:pt x="74" y="34"/>
                    <a:pt x="74" y="34"/>
                  </a:cubicBezTo>
                  <a:cubicBezTo>
                    <a:pt x="78" y="42"/>
                    <a:pt x="78" y="40"/>
                    <a:pt x="70" y="44"/>
                  </a:cubicBezTo>
                  <a:cubicBezTo>
                    <a:pt x="70" y="45"/>
                    <a:pt x="69" y="44"/>
                    <a:pt x="68" y="44"/>
                  </a:cubicBezTo>
                  <a:cubicBezTo>
                    <a:pt x="67" y="43"/>
                    <a:pt x="67" y="43"/>
                    <a:pt x="67" y="42"/>
                  </a:cubicBezTo>
                  <a:cubicBezTo>
                    <a:pt x="63" y="37"/>
                    <a:pt x="63" y="37"/>
                    <a:pt x="57" y="38"/>
                  </a:cubicBezTo>
                  <a:cubicBezTo>
                    <a:pt x="55" y="39"/>
                    <a:pt x="54" y="40"/>
                    <a:pt x="54" y="41"/>
                  </a:cubicBezTo>
                  <a:cubicBezTo>
                    <a:pt x="54" y="43"/>
                    <a:pt x="54" y="45"/>
                    <a:pt x="54" y="47"/>
                  </a:cubicBezTo>
                  <a:cubicBezTo>
                    <a:pt x="54" y="49"/>
                    <a:pt x="53" y="49"/>
                    <a:pt x="51" y="49"/>
                  </a:cubicBezTo>
                  <a:cubicBezTo>
                    <a:pt x="44" y="49"/>
                    <a:pt x="44" y="50"/>
                    <a:pt x="44" y="43"/>
                  </a:cubicBezTo>
                  <a:cubicBezTo>
                    <a:pt x="44" y="41"/>
                    <a:pt x="43" y="39"/>
                    <a:pt x="42" y="39"/>
                  </a:cubicBezTo>
                  <a:cubicBezTo>
                    <a:pt x="40" y="38"/>
                    <a:pt x="38" y="38"/>
                    <a:pt x="35" y="37"/>
                  </a:cubicBezTo>
                  <a:cubicBezTo>
                    <a:pt x="35" y="37"/>
                    <a:pt x="34" y="38"/>
                    <a:pt x="34" y="38"/>
                  </a:cubicBezTo>
                  <a:cubicBezTo>
                    <a:pt x="34" y="38"/>
                    <a:pt x="33" y="39"/>
                    <a:pt x="33" y="40"/>
                  </a:cubicBezTo>
                  <a:cubicBezTo>
                    <a:pt x="29" y="46"/>
                    <a:pt x="28" y="46"/>
                    <a:pt x="22" y="41"/>
                  </a:cubicBezTo>
                  <a:cubicBezTo>
                    <a:pt x="22" y="41"/>
                    <a:pt x="21" y="39"/>
                    <a:pt x="22" y="39"/>
                  </a:cubicBezTo>
                  <a:cubicBezTo>
                    <a:pt x="22" y="37"/>
                    <a:pt x="23" y="35"/>
                    <a:pt x="24" y="34"/>
                  </a:cubicBezTo>
                  <a:cubicBezTo>
                    <a:pt x="25" y="32"/>
                    <a:pt x="25" y="30"/>
                    <a:pt x="23" y="29"/>
                  </a:cubicBezTo>
                  <a:cubicBezTo>
                    <a:pt x="18" y="25"/>
                    <a:pt x="20" y="24"/>
                    <a:pt x="14" y="27"/>
                  </a:cubicBezTo>
                  <a:cubicBezTo>
                    <a:pt x="13" y="28"/>
                    <a:pt x="12" y="28"/>
                    <a:pt x="11" y="29"/>
                  </a:cubicBezTo>
                  <a:cubicBezTo>
                    <a:pt x="11" y="29"/>
                    <a:pt x="9" y="28"/>
                    <a:pt x="9" y="28"/>
                  </a:cubicBezTo>
                  <a:cubicBezTo>
                    <a:pt x="8" y="26"/>
                    <a:pt x="6" y="24"/>
                    <a:pt x="5" y="22"/>
                  </a:cubicBezTo>
                  <a:cubicBezTo>
                    <a:pt x="5" y="21"/>
                    <a:pt x="6" y="20"/>
                    <a:pt x="6" y="20"/>
                  </a:cubicBezTo>
                  <a:cubicBezTo>
                    <a:pt x="7" y="19"/>
                    <a:pt x="7" y="19"/>
                    <a:pt x="8" y="19"/>
                  </a:cubicBezTo>
                  <a:cubicBezTo>
                    <a:pt x="14" y="14"/>
                    <a:pt x="13" y="16"/>
                    <a:pt x="12" y="9"/>
                  </a:cubicBezTo>
                  <a:cubicBezTo>
                    <a:pt x="11" y="7"/>
                    <a:pt x="10" y="6"/>
                    <a:pt x="8" y="6"/>
                  </a:cubicBezTo>
                  <a:cubicBezTo>
                    <a:pt x="7" y="6"/>
                    <a:pt x="6" y="6"/>
                    <a:pt x="5" y="6"/>
                  </a:cubicBezTo>
                  <a:cubicBezTo>
                    <a:pt x="0" y="6"/>
                    <a:pt x="0" y="6"/>
                    <a:pt x="1" y="0"/>
                  </a:cubicBezTo>
                  <a:cubicBezTo>
                    <a:pt x="9" y="0"/>
                    <a:pt x="16" y="0"/>
                    <a:pt x="24" y="0"/>
                  </a:cubicBezTo>
                  <a:cubicBezTo>
                    <a:pt x="27" y="17"/>
                    <a:pt x="35" y="25"/>
                    <a:pt x="48" y="25"/>
                  </a:cubicBezTo>
                  <a:cubicBezTo>
                    <a:pt x="55" y="26"/>
                    <a:pt x="61" y="23"/>
                    <a:pt x="66" y="18"/>
                  </a:cubicBezTo>
                  <a:cubicBezTo>
                    <a:pt x="71" y="13"/>
                    <a:pt x="73" y="7"/>
                    <a:pt x="73"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8" name="Freeform 1153">
              <a:extLst>
                <a:ext uri="{FF2B5EF4-FFF2-40B4-BE49-F238E27FC236}">
                  <a16:creationId xmlns="" xmlns:a16="http://schemas.microsoft.com/office/drawing/2014/main" id="{C257B585-5B93-4BBE-A59A-56B5B295AFB5}"/>
                </a:ext>
              </a:extLst>
            </p:cNvPr>
            <p:cNvSpPr>
              <a:spLocks/>
            </p:cNvSpPr>
            <p:nvPr/>
          </p:nvSpPr>
          <p:spPr bwMode="auto">
            <a:xfrm>
              <a:off x="10860524" y="435139"/>
              <a:ext cx="45650" cy="34909"/>
            </a:xfrm>
            <a:custGeom>
              <a:avLst/>
              <a:gdLst>
                <a:gd name="T0" fmla="*/ 72 w 72"/>
                <a:gd name="T1" fmla="*/ 7 h 55"/>
                <a:gd name="T2" fmla="*/ 70 w 72"/>
                <a:gd name="T3" fmla="*/ 10 h 55"/>
                <a:gd name="T4" fmla="*/ 65 w 72"/>
                <a:gd name="T5" fmla="*/ 11 h 55"/>
                <a:gd name="T6" fmla="*/ 20 w 72"/>
                <a:gd name="T7" fmla="*/ 20 h 55"/>
                <a:gd name="T8" fmla="*/ 6 w 72"/>
                <a:gd name="T9" fmla="*/ 51 h 55"/>
                <a:gd name="T10" fmla="*/ 4 w 72"/>
                <a:gd name="T11" fmla="*/ 55 h 55"/>
                <a:gd name="T12" fmla="*/ 1 w 72"/>
                <a:gd name="T13" fmla="*/ 54 h 55"/>
                <a:gd name="T14" fmla="*/ 0 w 72"/>
                <a:gd name="T15" fmla="*/ 50 h 55"/>
                <a:gd name="T16" fmla="*/ 28 w 72"/>
                <a:gd name="T17" fmla="*/ 7 h 55"/>
                <a:gd name="T18" fmla="*/ 72 w 72"/>
                <a:gd name="T19" fmla="*/ 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55">
                  <a:moveTo>
                    <a:pt x="72" y="7"/>
                  </a:moveTo>
                  <a:cubicBezTo>
                    <a:pt x="71" y="8"/>
                    <a:pt x="70" y="9"/>
                    <a:pt x="70" y="10"/>
                  </a:cubicBezTo>
                  <a:cubicBezTo>
                    <a:pt x="69" y="12"/>
                    <a:pt x="67" y="12"/>
                    <a:pt x="65" y="11"/>
                  </a:cubicBezTo>
                  <a:cubicBezTo>
                    <a:pt x="48" y="5"/>
                    <a:pt x="33" y="8"/>
                    <a:pt x="20" y="20"/>
                  </a:cubicBezTo>
                  <a:cubicBezTo>
                    <a:pt x="11" y="29"/>
                    <a:pt x="7" y="39"/>
                    <a:pt x="6" y="51"/>
                  </a:cubicBezTo>
                  <a:cubicBezTo>
                    <a:pt x="6" y="52"/>
                    <a:pt x="5" y="54"/>
                    <a:pt x="4" y="55"/>
                  </a:cubicBezTo>
                  <a:cubicBezTo>
                    <a:pt x="4" y="55"/>
                    <a:pt x="2" y="55"/>
                    <a:pt x="1" y="54"/>
                  </a:cubicBezTo>
                  <a:cubicBezTo>
                    <a:pt x="1" y="53"/>
                    <a:pt x="0" y="52"/>
                    <a:pt x="0" y="50"/>
                  </a:cubicBezTo>
                  <a:cubicBezTo>
                    <a:pt x="1" y="31"/>
                    <a:pt x="10" y="16"/>
                    <a:pt x="28" y="7"/>
                  </a:cubicBezTo>
                  <a:cubicBezTo>
                    <a:pt x="43" y="0"/>
                    <a:pt x="57" y="0"/>
                    <a:pt x="72"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89" name="Freeform 1154">
              <a:extLst>
                <a:ext uri="{FF2B5EF4-FFF2-40B4-BE49-F238E27FC236}">
                  <a16:creationId xmlns="" xmlns:a16="http://schemas.microsoft.com/office/drawing/2014/main" id="{145CDE93-2593-4F5C-BD11-ECD1BD1136B5}"/>
                </a:ext>
              </a:extLst>
            </p:cNvPr>
            <p:cNvSpPr>
              <a:spLocks/>
            </p:cNvSpPr>
            <p:nvPr/>
          </p:nvSpPr>
          <p:spPr bwMode="auto">
            <a:xfrm>
              <a:off x="10887108" y="438361"/>
              <a:ext cx="25511" cy="33835"/>
            </a:xfrm>
            <a:custGeom>
              <a:avLst/>
              <a:gdLst>
                <a:gd name="T0" fmla="*/ 7 w 40"/>
                <a:gd name="T1" fmla="*/ 53 h 53"/>
                <a:gd name="T2" fmla="*/ 2 w 40"/>
                <a:gd name="T3" fmla="*/ 49 h 53"/>
                <a:gd name="T4" fmla="*/ 2 w 40"/>
                <a:gd name="T5" fmla="*/ 43 h 53"/>
                <a:gd name="T6" fmla="*/ 14 w 40"/>
                <a:gd name="T7" fmla="*/ 28 h 53"/>
                <a:gd name="T8" fmla="*/ 33 w 40"/>
                <a:gd name="T9" fmla="*/ 3 h 53"/>
                <a:gd name="T10" fmla="*/ 38 w 40"/>
                <a:gd name="T11" fmla="*/ 2 h 53"/>
                <a:gd name="T12" fmla="*/ 38 w 40"/>
                <a:gd name="T13" fmla="*/ 7 h 53"/>
                <a:gd name="T14" fmla="*/ 12 w 40"/>
                <a:gd name="T15" fmla="*/ 49 h 53"/>
                <a:gd name="T16" fmla="*/ 7 w 40"/>
                <a:gd name="T1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53">
                  <a:moveTo>
                    <a:pt x="7" y="53"/>
                  </a:moveTo>
                  <a:cubicBezTo>
                    <a:pt x="5" y="52"/>
                    <a:pt x="3" y="51"/>
                    <a:pt x="2" y="49"/>
                  </a:cubicBezTo>
                  <a:cubicBezTo>
                    <a:pt x="0" y="47"/>
                    <a:pt x="1" y="45"/>
                    <a:pt x="2" y="43"/>
                  </a:cubicBezTo>
                  <a:cubicBezTo>
                    <a:pt x="6" y="38"/>
                    <a:pt x="10" y="33"/>
                    <a:pt x="14" y="28"/>
                  </a:cubicBezTo>
                  <a:cubicBezTo>
                    <a:pt x="20" y="20"/>
                    <a:pt x="27" y="12"/>
                    <a:pt x="33" y="3"/>
                  </a:cubicBezTo>
                  <a:cubicBezTo>
                    <a:pt x="35" y="2"/>
                    <a:pt x="36" y="0"/>
                    <a:pt x="38" y="2"/>
                  </a:cubicBezTo>
                  <a:cubicBezTo>
                    <a:pt x="40" y="3"/>
                    <a:pt x="39" y="5"/>
                    <a:pt x="38" y="7"/>
                  </a:cubicBezTo>
                  <a:cubicBezTo>
                    <a:pt x="29" y="21"/>
                    <a:pt x="21" y="35"/>
                    <a:pt x="12" y="49"/>
                  </a:cubicBezTo>
                  <a:cubicBezTo>
                    <a:pt x="11" y="50"/>
                    <a:pt x="9" y="51"/>
                    <a:pt x="7" y="5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0" name="Freeform 1155">
              <a:extLst>
                <a:ext uri="{FF2B5EF4-FFF2-40B4-BE49-F238E27FC236}">
                  <a16:creationId xmlns="" xmlns:a16="http://schemas.microsoft.com/office/drawing/2014/main" id="{BEB89DBF-1C13-46BE-A2E7-BBDC329E8484}"/>
                </a:ext>
              </a:extLst>
            </p:cNvPr>
            <p:cNvSpPr>
              <a:spLocks/>
            </p:cNvSpPr>
            <p:nvPr/>
          </p:nvSpPr>
          <p:spPr bwMode="auto">
            <a:xfrm>
              <a:off x="10910739" y="444000"/>
              <a:ext cx="13158" cy="26048"/>
            </a:xfrm>
            <a:custGeom>
              <a:avLst/>
              <a:gdLst>
                <a:gd name="T0" fmla="*/ 0 w 21"/>
                <a:gd name="T1" fmla="*/ 6 h 41"/>
                <a:gd name="T2" fmla="*/ 4 w 21"/>
                <a:gd name="T3" fmla="*/ 0 h 41"/>
                <a:gd name="T4" fmla="*/ 14 w 21"/>
                <a:gd name="T5" fmla="*/ 13 h 41"/>
                <a:gd name="T6" fmla="*/ 21 w 21"/>
                <a:gd name="T7" fmla="*/ 37 h 41"/>
                <a:gd name="T8" fmla="*/ 18 w 21"/>
                <a:gd name="T9" fmla="*/ 41 h 41"/>
                <a:gd name="T10" fmla="*/ 15 w 21"/>
                <a:gd name="T11" fmla="*/ 38 h 41"/>
                <a:gd name="T12" fmla="*/ 0 w 21"/>
                <a:gd name="T13" fmla="*/ 6 h 41"/>
              </a:gdLst>
              <a:ahLst/>
              <a:cxnLst>
                <a:cxn ang="0">
                  <a:pos x="T0" y="T1"/>
                </a:cxn>
                <a:cxn ang="0">
                  <a:pos x="T2" y="T3"/>
                </a:cxn>
                <a:cxn ang="0">
                  <a:pos x="T4" y="T5"/>
                </a:cxn>
                <a:cxn ang="0">
                  <a:pos x="T6" y="T7"/>
                </a:cxn>
                <a:cxn ang="0">
                  <a:pos x="T8" y="T9"/>
                </a:cxn>
                <a:cxn ang="0">
                  <a:pos x="T10" y="T11"/>
                </a:cxn>
                <a:cxn ang="0">
                  <a:pos x="T12" y="T13"/>
                </a:cxn>
              </a:cxnLst>
              <a:rect l="0" t="0" r="r" b="b"/>
              <a:pathLst>
                <a:path w="21" h="41">
                  <a:moveTo>
                    <a:pt x="0" y="6"/>
                  </a:moveTo>
                  <a:cubicBezTo>
                    <a:pt x="1" y="4"/>
                    <a:pt x="2" y="2"/>
                    <a:pt x="4" y="0"/>
                  </a:cubicBezTo>
                  <a:cubicBezTo>
                    <a:pt x="8" y="4"/>
                    <a:pt x="12" y="8"/>
                    <a:pt x="14" y="13"/>
                  </a:cubicBezTo>
                  <a:cubicBezTo>
                    <a:pt x="19" y="21"/>
                    <a:pt x="21" y="29"/>
                    <a:pt x="21" y="37"/>
                  </a:cubicBezTo>
                  <a:cubicBezTo>
                    <a:pt x="21" y="39"/>
                    <a:pt x="20" y="41"/>
                    <a:pt x="18" y="41"/>
                  </a:cubicBezTo>
                  <a:cubicBezTo>
                    <a:pt x="16" y="41"/>
                    <a:pt x="15" y="40"/>
                    <a:pt x="15" y="38"/>
                  </a:cubicBezTo>
                  <a:cubicBezTo>
                    <a:pt x="14" y="25"/>
                    <a:pt x="10" y="15"/>
                    <a:pt x="0"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1" name="Freeform 1156">
              <a:extLst>
                <a:ext uri="{FF2B5EF4-FFF2-40B4-BE49-F238E27FC236}">
                  <a16:creationId xmlns="" xmlns:a16="http://schemas.microsoft.com/office/drawing/2014/main" id="{93724475-5D1C-48EB-8DAC-F30E97C9DC9E}"/>
                </a:ext>
              </a:extLst>
            </p:cNvPr>
            <p:cNvSpPr>
              <a:spLocks/>
            </p:cNvSpPr>
            <p:nvPr/>
          </p:nvSpPr>
          <p:spPr bwMode="auto">
            <a:xfrm>
              <a:off x="10878784" y="446149"/>
              <a:ext cx="7787" cy="9399"/>
            </a:xfrm>
            <a:custGeom>
              <a:avLst/>
              <a:gdLst>
                <a:gd name="T0" fmla="*/ 8 w 12"/>
                <a:gd name="T1" fmla="*/ 15 h 15"/>
                <a:gd name="T2" fmla="*/ 6 w 12"/>
                <a:gd name="T3" fmla="*/ 13 h 15"/>
                <a:gd name="T4" fmla="*/ 1 w 12"/>
                <a:gd name="T5" fmla="*/ 5 h 15"/>
                <a:gd name="T6" fmla="*/ 2 w 12"/>
                <a:gd name="T7" fmla="*/ 1 h 15"/>
                <a:gd name="T8" fmla="*/ 7 w 12"/>
                <a:gd name="T9" fmla="*/ 2 h 15"/>
                <a:gd name="T10" fmla="*/ 11 w 12"/>
                <a:gd name="T11" fmla="*/ 10 h 15"/>
                <a:gd name="T12" fmla="*/ 8 w 12"/>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12" h="15">
                  <a:moveTo>
                    <a:pt x="8" y="15"/>
                  </a:moveTo>
                  <a:cubicBezTo>
                    <a:pt x="7" y="15"/>
                    <a:pt x="6" y="14"/>
                    <a:pt x="6" y="13"/>
                  </a:cubicBezTo>
                  <a:cubicBezTo>
                    <a:pt x="4" y="11"/>
                    <a:pt x="3" y="8"/>
                    <a:pt x="1" y="5"/>
                  </a:cubicBezTo>
                  <a:cubicBezTo>
                    <a:pt x="0" y="4"/>
                    <a:pt x="0" y="2"/>
                    <a:pt x="2" y="1"/>
                  </a:cubicBezTo>
                  <a:cubicBezTo>
                    <a:pt x="4" y="0"/>
                    <a:pt x="6" y="1"/>
                    <a:pt x="7" y="2"/>
                  </a:cubicBezTo>
                  <a:cubicBezTo>
                    <a:pt x="8" y="5"/>
                    <a:pt x="10" y="8"/>
                    <a:pt x="11" y="10"/>
                  </a:cubicBezTo>
                  <a:cubicBezTo>
                    <a:pt x="12" y="13"/>
                    <a:pt x="11" y="15"/>
                    <a:pt x="8"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2" name="Freeform 1157">
              <a:extLst>
                <a:ext uri="{FF2B5EF4-FFF2-40B4-BE49-F238E27FC236}">
                  <a16:creationId xmlns="" xmlns:a16="http://schemas.microsoft.com/office/drawing/2014/main" id="{5F8673D7-278E-46CB-A4C5-0F400CDAF845}"/>
                </a:ext>
              </a:extLst>
            </p:cNvPr>
            <p:cNvSpPr>
              <a:spLocks/>
            </p:cNvSpPr>
            <p:nvPr/>
          </p:nvSpPr>
          <p:spPr bwMode="auto">
            <a:xfrm>
              <a:off x="10870728" y="454204"/>
              <a:ext cx="9399" cy="7787"/>
            </a:xfrm>
            <a:custGeom>
              <a:avLst/>
              <a:gdLst>
                <a:gd name="T0" fmla="*/ 15 w 15"/>
                <a:gd name="T1" fmla="*/ 8 h 12"/>
                <a:gd name="T2" fmla="*/ 10 w 15"/>
                <a:gd name="T3" fmla="*/ 11 h 12"/>
                <a:gd name="T4" fmla="*/ 2 w 15"/>
                <a:gd name="T5" fmla="*/ 6 h 12"/>
                <a:gd name="T6" fmla="*/ 1 w 15"/>
                <a:gd name="T7" fmla="*/ 2 h 12"/>
                <a:gd name="T8" fmla="*/ 5 w 15"/>
                <a:gd name="T9" fmla="*/ 0 h 12"/>
                <a:gd name="T10" fmla="*/ 14 w 15"/>
                <a:gd name="T11" fmla="*/ 6 h 12"/>
                <a:gd name="T12" fmla="*/ 15 w 15"/>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15" h="12">
                  <a:moveTo>
                    <a:pt x="15" y="8"/>
                  </a:moveTo>
                  <a:cubicBezTo>
                    <a:pt x="15" y="10"/>
                    <a:pt x="13" y="12"/>
                    <a:pt x="10" y="11"/>
                  </a:cubicBezTo>
                  <a:cubicBezTo>
                    <a:pt x="7" y="9"/>
                    <a:pt x="4" y="8"/>
                    <a:pt x="2" y="6"/>
                  </a:cubicBezTo>
                  <a:cubicBezTo>
                    <a:pt x="1" y="5"/>
                    <a:pt x="0" y="3"/>
                    <a:pt x="1" y="2"/>
                  </a:cubicBezTo>
                  <a:cubicBezTo>
                    <a:pt x="1" y="1"/>
                    <a:pt x="4" y="0"/>
                    <a:pt x="5" y="0"/>
                  </a:cubicBezTo>
                  <a:cubicBezTo>
                    <a:pt x="8" y="2"/>
                    <a:pt x="11" y="4"/>
                    <a:pt x="14" y="6"/>
                  </a:cubicBezTo>
                  <a:cubicBezTo>
                    <a:pt x="14" y="6"/>
                    <a:pt x="15" y="7"/>
                    <a:pt x="15"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3" name="Freeform 1158">
              <a:extLst>
                <a:ext uri="{FF2B5EF4-FFF2-40B4-BE49-F238E27FC236}">
                  <a16:creationId xmlns="" xmlns:a16="http://schemas.microsoft.com/office/drawing/2014/main" id="{962E042E-D70F-471F-A529-470F5C26526B}"/>
                </a:ext>
              </a:extLst>
            </p:cNvPr>
            <p:cNvSpPr>
              <a:spLocks/>
            </p:cNvSpPr>
            <p:nvPr/>
          </p:nvSpPr>
          <p:spPr bwMode="auto">
            <a:xfrm>
              <a:off x="10867505" y="465214"/>
              <a:ext cx="10204" cy="4834"/>
            </a:xfrm>
            <a:custGeom>
              <a:avLst/>
              <a:gdLst>
                <a:gd name="T0" fmla="*/ 8 w 16"/>
                <a:gd name="T1" fmla="*/ 7 h 8"/>
                <a:gd name="T2" fmla="*/ 3 w 16"/>
                <a:gd name="T3" fmla="*/ 7 h 8"/>
                <a:gd name="T4" fmla="*/ 0 w 16"/>
                <a:gd name="T5" fmla="*/ 4 h 8"/>
                <a:gd name="T6" fmla="*/ 3 w 16"/>
                <a:gd name="T7" fmla="*/ 1 h 8"/>
                <a:gd name="T8" fmla="*/ 13 w 16"/>
                <a:gd name="T9" fmla="*/ 1 h 8"/>
                <a:gd name="T10" fmla="*/ 16 w 16"/>
                <a:gd name="T11" fmla="*/ 4 h 8"/>
                <a:gd name="T12" fmla="*/ 13 w 16"/>
                <a:gd name="T13" fmla="*/ 7 h 8"/>
                <a:gd name="T14" fmla="*/ 8 w 16"/>
                <a:gd name="T15" fmla="*/ 7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8">
                  <a:moveTo>
                    <a:pt x="8" y="7"/>
                  </a:moveTo>
                  <a:cubicBezTo>
                    <a:pt x="7" y="7"/>
                    <a:pt x="5" y="8"/>
                    <a:pt x="3" y="7"/>
                  </a:cubicBezTo>
                  <a:cubicBezTo>
                    <a:pt x="2" y="7"/>
                    <a:pt x="0" y="5"/>
                    <a:pt x="0" y="4"/>
                  </a:cubicBezTo>
                  <a:cubicBezTo>
                    <a:pt x="1" y="3"/>
                    <a:pt x="2" y="1"/>
                    <a:pt x="3" y="1"/>
                  </a:cubicBezTo>
                  <a:cubicBezTo>
                    <a:pt x="6" y="0"/>
                    <a:pt x="10" y="1"/>
                    <a:pt x="13" y="1"/>
                  </a:cubicBezTo>
                  <a:cubicBezTo>
                    <a:pt x="15" y="1"/>
                    <a:pt x="16" y="3"/>
                    <a:pt x="16" y="4"/>
                  </a:cubicBezTo>
                  <a:cubicBezTo>
                    <a:pt x="16" y="6"/>
                    <a:pt x="15" y="7"/>
                    <a:pt x="13" y="7"/>
                  </a:cubicBezTo>
                  <a:cubicBezTo>
                    <a:pt x="11" y="7"/>
                    <a:pt x="10" y="7"/>
                    <a:pt x="8"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4" name="Freeform 1159">
              <a:extLst>
                <a:ext uri="{FF2B5EF4-FFF2-40B4-BE49-F238E27FC236}">
                  <a16:creationId xmlns="" xmlns:a16="http://schemas.microsoft.com/office/drawing/2014/main" id="{D7EFA457-1E26-482D-AA4B-BED22B34B4AF}"/>
                </a:ext>
              </a:extLst>
            </p:cNvPr>
            <p:cNvSpPr>
              <a:spLocks/>
            </p:cNvSpPr>
            <p:nvPr/>
          </p:nvSpPr>
          <p:spPr bwMode="auto">
            <a:xfrm>
              <a:off x="10904831" y="455010"/>
              <a:ext cx="9130" cy="7519"/>
            </a:xfrm>
            <a:custGeom>
              <a:avLst/>
              <a:gdLst>
                <a:gd name="T0" fmla="*/ 11 w 14"/>
                <a:gd name="T1" fmla="*/ 0 h 12"/>
                <a:gd name="T2" fmla="*/ 14 w 14"/>
                <a:gd name="T3" fmla="*/ 2 h 12"/>
                <a:gd name="T4" fmla="*/ 13 w 14"/>
                <a:gd name="T5" fmla="*/ 5 h 12"/>
                <a:gd name="T6" fmla="*/ 3 w 14"/>
                <a:gd name="T7" fmla="*/ 11 h 12"/>
                <a:gd name="T8" fmla="*/ 0 w 14"/>
                <a:gd name="T9" fmla="*/ 10 h 12"/>
                <a:gd name="T10" fmla="*/ 0 w 14"/>
                <a:gd name="T11" fmla="*/ 7 h 12"/>
                <a:gd name="T12" fmla="*/ 11 w 1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4" h="12">
                  <a:moveTo>
                    <a:pt x="11" y="0"/>
                  </a:moveTo>
                  <a:cubicBezTo>
                    <a:pt x="12" y="1"/>
                    <a:pt x="13" y="1"/>
                    <a:pt x="14" y="2"/>
                  </a:cubicBezTo>
                  <a:cubicBezTo>
                    <a:pt x="14" y="3"/>
                    <a:pt x="14" y="5"/>
                    <a:pt x="13" y="5"/>
                  </a:cubicBezTo>
                  <a:cubicBezTo>
                    <a:pt x="10" y="7"/>
                    <a:pt x="7" y="9"/>
                    <a:pt x="3" y="11"/>
                  </a:cubicBezTo>
                  <a:cubicBezTo>
                    <a:pt x="3" y="12"/>
                    <a:pt x="1" y="11"/>
                    <a:pt x="0" y="10"/>
                  </a:cubicBezTo>
                  <a:cubicBezTo>
                    <a:pt x="0" y="9"/>
                    <a:pt x="0" y="7"/>
                    <a:pt x="0" y="7"/>
                  </a:cubicBezTo>
                  <a:cubicBezTo>
                    <a:pt x="3" y="4"/>
                    <a:pt x="7" y="2"/>
                    <a:pt x="1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5" name="Freeform 1160">
              <a:extLst>
                <a:ext uri="{FF2B5EF4-FFF2-40B4-BE49-F238E27FC236}">
                  <a16:creationId xmlns="" xmlns:a16="http://schemas.microsoft.com/office/drawing/2014/main" id="{BA8D81DC-181E-45AA-80B9-FB00193290FF}"/>
                </a:ext>
              </a:extLst>
            </p:cNvPr>
            <p:cNvSpPr>
              <a:spLocks/>
            </p:cNvSpPr>
            <p:nvPr/>
          </p:nvSpPr>
          <p:spPr bwMode="auto">
            <a:xfrm>
              <a:off x="10906979" y="466288"/>
              <a:ext cx="9936" cy="4565"/>
            </a:xfrm>
            <a:custGeom>
              <a:avLst/>
              <a:gdLst>
                <a:gd name="T0" fmla="*/ 7 w 16"/>
                <a:gd name="T1" fmla="*/ 6 h 7"/>
                <a:gd name="T2" fmla="*/ 3 w 16"/>
                <a:gd name="T3" fmla="*/ 6 h 7"/>
                <a:gd name="T4" fmla="*/ 0 w 16"/>
                <a:gd name="T5" fmla="*/ 3 h 7"/>
                <a:gd name="T6" fmla="*/ 2 w 16"/>
                <a:gd name="T7" fmla="*/ 0 h 7"/>
                <a:gd name="T8" fmla="*/ 13 w 16"/>
                <a:gd name="T9" fmla="*/ 0 h 7"/>
                <a:gd name="T10" fmla="*/ 16 w 16"/>
                <a:gd name="T11" fmla="*/ 3 h 7"/>
                <a:gd name="T12" fmla="*/ 13 w 16"/>
                <a:gd name="T13" fmla="*/ 6 h 7"/>
                <a:gd name="T14" fmla="*/ 7 w 16"/>
                <a:gd name="T15" fmla="*/ 6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7">
                  <a:moveTo>
                    <a:pt x="7" y="6"/>
                  </a:moveTo>
                  <a:cubicBezTo>
                    <a:pt x="6" y="6"/>
                    <a:pt x="4" y="7"/>
                    <a:pt x="3" y="6"/>
                  </a:cubicBezTo>
                  <a:cubicBezTo>
                    <a:pt x="2" y="6"/>
                    <a:pt x="0" y="4"/>
                    <a:pt x="0" y="3"/>
                  </a:cubicBezTo>
                  <a:cubicBezTo>
                    <a:pt x="0" y="2"/>
                    <a:pt x="1" y="0"/>
                    <a:pt x="2" y="0"/>
                  </a:cubicBezTo>
                  <a:cubicBezTo>
                    <a:pt x="6" y="0"/>
                    <a:pt x="9" y="0"/>
                    <a:pt x="13" y="0"/>
                  </a:cubicBezTo>
                  <a:cubicBezTo>
                    <a:pt x="14" y="0"/>
                    <a:pt x="16" y="2"/>
                    <a:pt x="16" y="3"/>
                  </a:cubicBezTo>
                  <a:cubicBezTo>
                    <a:pt x="15" y="4"/>
                    <a:pt x="14" y="6"/>
                    <a:pt x="13" y="6"/>
                  </a:cubicBezTo>
                  <a:cubicBezTo>
                    <a:pt x="11" y="7"/>
                    <a:pt x="9" y="6"/>
                    <a:pt x="7"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6" name="Freeform 1161">
              <a:extLst>
                <a:ext uri="{FF2B5EF4-FFF2-40B4-BE49-F238E27FC236}">
                  <a16:creationId xmlns="" xmlns:a16="http://schemas.microsoft.com/office/drawing/2014/main" id="{479C39A9-BB2F-45E1-88B1-F0E5633B9248}"/>
                </a:ext>
              </a:extLst>
            </p:cNvPr>
            <p:cNvSpPr>
              <a:spLocks/>
            </p:cNvSpPr>
            <p:nvPr/>
          </p:nvSpPr>
          <p:spPr bwMode="auto">
            <a:xfrm>
              <a:off x="10890330" y="443463"/>
              <a:ext cx="4565" cy="10204"/>
            </a:xfrm>
            <a:custGeom>
              <a:avLst/>
              <a:gdLst>
                <a:gd name="T0" fmla="*/ 7 w 7"/>
                <a:gd name="T1" fmla="*/ 8 h 16"/>
                <a:gd name="T2" fmla="*/ 7 w 7"/>
                <a:gd name="T3" fmla="*/ 13 h 16"/>
                <a:gd name="T4" fmla="*/ 4 w 7"/>
                <a:gd name="T5" fmla="*/ 16 h 16"/>
                <a:gd name="T6" fmla="*/ 0 w 7"/>
                <a:gd name="T7" fmla="*/ 13 h 16"/>
                <a:gd name="T8" fmla="*/ 0 w 7"/>
                <a:gd name="T9" fmla="*/ 3 h 16"/>
                <a:gd name="T10" fmla="*/ 4 w 7"/>
                <a:gd name="T11" fmla="*/ 0 h 16"/>
                <a:gd name="T12" fmla="*/ 7 w 7"/>
                <a:gd name="T13" fmla="*/ 3 h 16"/>
                <a:gd name="T14" fmla="*/ 7 w 7"/>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6">
                  <a:moveTo>
                    <a:pt x="7" y="8"/>
                  </a:moveTo>
                  <a:cubicBezTo>
                    <a:pt x="7" y="10"/>
                    <a:pt x="7" y="11"/>
                    <a:pt x="7" y="13"/>
                  </a:cubicBezTo>
                  <a:cubicBezTo>
                    <a:pt x="7" y="15"/>
                    <a:pt x="6" y="16"/>
                    <a:pt x="4" y="16"/>
                  </a:cubicBezTo>
                  <a:cubicBezTo>
                    <a:pt x="2" y="16"/>
                    <a:pt x="0" y="15"/>
                    <a:pt x="0" y="13"/>
                  </a:cubicBezTo>
                  <a:cubicBezTo>
                    <a:pt x="0" y="10"/>
                    <a:pt x="0" y="6"/>
                    <a:pt x="0" y="3"/>
                  </a:cubicBezTo>
                  <a:cubicBezTo>
                    <a:pt x="0" y="1"/>
                    <a:pt x="2" y="0"/>
                    <a:pt x="4" y="0"/>
                  </a:cubicBezTo>
                  <a:cubicBezTo>
                    <a:pt x="6" y="0"/>
                    <a:pt x="7" y="1"/>
                    <a:pt x="7" y="3"/>
                  </a:cubicBezTo>
                  <a:cubicBezTo>
                    <a:pt x="7" y="5"/>
                    <a:pt x="7" y="6"/>
                    <a:pt x="7"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7" name="Freeform 1162">
              <a:extLst>
                <a:ext uri="{FF2B5EF4-FFF2-40B4-BE49-F238E27FC236}">
                  <a16:creationId xmlns="" xmlns:a16="http://schemas.microsoft.com/office/drawing/2014/main" id="{8229359F-4F5E-4FF1-8762-AF4F6979E7DE}"/>
                </a:ext>
              </a:extLst>
            </p:cNvPr>
            <p:cNvSpPr>
              <a:spLocks/>
            </p:cNvSpPr>
            <p:nvPr/>
          </p:nvSpPr>
          <p:spPr bwMode="auto">
            <a:xfrm>
              <a:off x="11094951" y="363978"/>
              <a:ext cx="75189" cy="40011"/>
            </a:xfrm>
            <a:custGeom>
              <a:avLst/>
              <a:gdLst>
                <a:gd name="T0" fmla="*/ 66 w 118"/>
                <a:gd name="T1" fmla="*/ 7 h 63"/>
                <a:gd name="T2" fmla="*/ 86 w 118"/>
                <a:gd name="T3" fmla="*/ 7 h 63"/>
                <a:gd name="T4" fmla="*/ 93 w 118"/>
                <a:gd name="T5" fmla="*/ 11 h 63"/>
                <a:gd name="T6" fmla="*/ 114 w 118"/>
                <a:gd name="T7" fmla="*/ 32 h 63"/>
                <a:gd name="T8" fmla="*/ 118 w 118"/>
                <a:gd name="T9" fmla="*/ 40 h 63"/>
                <a:gd name="T10" fmla="*/ 118 w 118"/>
                <a:gd name="T11" fmla="*/ 54 h 63"/>
                <a:gd name="T12" fmla="*/ 115 w 118"/>
                <a:gd name="T13" fmla="*/ 61 h 63"/>
                <a:gd name="T14" fmla="*/ 108 w 118"/>
                <a:gd name="T15" fmla="*/ 59 h 63"/>
                <a:gd name="T16" fmla="*/ 97 w 118"/>
                <a:gd name="T17" fmla="*/ 48 h 63"/>
                <a:gd name="T18" fmla="*/ 89 w 118"/>
                <a:gd name="T19" fmla="*/ 40 h 63"/>
                <a:gd name="T20" fmla="*/ 81 w 118"/>
                <a:gd name="T21" fmla="*/ 37 h 63"/>
                <a:gd name="T22" fmla="*/ 36 w 118"/>
                <a:gd name="T23" fmla="*/ 37 h 63"/>
                <a:gd name="T24" fmla="*/ 32 w 118"/>
                <a:gd name="T25" fmla="*/ 37 h 63"/>
                <a:gd name="T26" fmla="*/ 26 w 118"/>
                <a:gd name="T27" fmla="*/ 34 h 63"/>
                <a:gd name="T28" fmla="*/ 4 w 118"/>
                <a:gd name="T29" fmla="*/ 11 h 63"/>
                <a:gd name="T30" fmla="*/ 2 w 118"/>
                <a:gd name="T31" fmla="*/ 9 h 63"/>
                <a:gd name="T32" fmla="*/ 2 w 118"/>
                <a:gd name="T33" fmla="*/ 1 h 63"/>
                <a:gd name="T34" fmla="*/ 10 w 118"/>
                <a:gd name="T35" fmla="*/ 2 h 63"/>
                <a:gd name="T36" fmla="*/ 19 w 118"/>
                <a:gd name="T37" fmla="*/ 12 h 63"/>
                <a:gd name="T38" fmla="*/ 27 w 118"/>
                <a:gd name="T39" fmla="*/ 20 h 63"/>
                <a:gd name="T40" fmla="*/ 34 w 118"/>
                <a:gd name="T41" fmla="*/ 23 h 63"/>
                <a:gd name="T42" fmla="*/ 58 w 118"/>
                <a:gd name="T43" fmla="*/ 23 h 63"/>
                <a:gd name="T44" fmla="*/ 62 w 118"/>
                <a:gd name="T45" fmla="*/ 22 h 63"/>
                <a:gd name="T46" fmla="*/ 63 w 118"/>
                <a:gd name="T47" fmla="*/ 20 h 63"/>
                <a:gd name="T48" fmla="*/ 61 w 118"/>
                <a:gd name="T49" fmla="*/ 18 h 63"/>
                <a:gd name="T50" fmla="*/ 58 w 118"/>
                <a:gd name="T51" fmla="*/ 18 h 63"/>
                <a:gd name="T52" fmla="*/ 44 w 118"/>
                <a:gd name="T53" fmla="*/ 18 h 63"/>
                <a:gd name="T54" fmla="*/ 39 w 118"/>
                <a:gd name="T55" fmla="*/ 16 h 63"/>
                <a:gd name="T56" fmla="*/ 38 w 118"/>
                <a:gd name="T57" fmla="*/ 11 h 63"/>
                <a:gd name="T58" fmla="*/ 42 w 118"/>
                <a:gd name="T59" fmla="*/ 7 h 63"/>
                <a:gd name="T60" fmla="*/ 46 w 118"/>
                <a:gd name="T61" fmla="*/ 7 h 63"/>
                <a:gd name="T62" fmla="*/ 66 w 118"/>
                <a:gd name="T63" fmla="*/ 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 h="63">
                  <a:moveTo>
                    <a:pt x="66" y="7"/>
                  </a:moveTo>
                  <a:cubicBezTo>
                    <a:pt x="72" y="7"/>
                    <a:pt x="79" y="7"/>
                    <a:pt x="86" y="7"/>
                  </a:cubicBezTo>
                  <a:cubicBezTo>
                    <a:pt x="89" y="7"/>
                    <a:pt x="91" y="8"/>
                    <a:pt x="93" y="11"/>
                  </a:cubicBezTo>
                  <a:cubicBezTo>
                    <a:pt x="100" y="18"/>
                    <a:pt x="107" y="25"/>
                    <a:pt x="114" y="32"/>
                  </a:cubicBezTo>
                  <a:cubicBezTo>
                    <a:pt x="117" y="34"/>
                    <a:pt x="118" y="37"/>
                    <a:pt x="118" y="40"/>
                  </a:cubicBezTo>
                  <a:cubicBezTo>
                    <a:pt x="118" y="45"/>
                    <a:pt x="118" y="50"/>
                    <a:pt x="118" y="54"/>
                  </a:cubicBezTo>
                  <a:cubicBezTo>
                    <a:pt x="118" y="57"/>
                    <a:pt x="118" y="60"/>
                    <a:pt x="115" y="61"/>
                  </a:cubicBezTo>
                  <a:cubicBezTo>
                    <a:pt x="112" y="63"/>
                    <a:pt x="110" y="61"/>
                    <a:pt x="108" y="59"/>
                  </a:cubicBezTo>
                  <a:cubicBezTo>
                    <a:pt x="104" y="55"/>
                    <a:pt x="100" y="51"/>
                    <a:pt x="97" y="48"/>
                  </a:cubicBezTo>
                  <a:cubicBezTo>
                    <a:pt x="94" y="45"/>
                    <a:pt x="91" y="43"/>
                    <a:pt x="89" y="40"/>
                  </a:cubicBezTo>
                  <a:cubicBezTo>
                    <a:pt x="87" y="37"/>
                    <a:pt x="84" y="37"/>
                    <a:pt x="81" y="37"/>
                  </a:cubicBezTo>
                  <a:cubicBezTo>
                    <a:pt x="66" y="37"/>
                    <a:pt x="51" y="37"/>
                    <a:pt x="36" y="37"/>
                  </a:cubicBezTo>
                  <a:cubicBezTo>
                    <a:pt x="35" y="37"/>
                    <a:pt x="34" y="37"/>
                    <a:pt x="32" y="37"/>
                  </a:cubicBezTo>
                  <a:cubicBezTo>
                    <a:pt x="30" y="37"/>
                    <a:pt x="28" y="36"/>
                    <a:pt x="26" y="34"/>
                  </a:cubicBezTo>
                  <a:cubicBezTo>
                    <a:pt x="19" y="26"/>
                    <a:pt x="12" y="19"/>
                    <a:pt x="4" y="11"/>
                  </a:cubicBezTo>
                  <a:cubicBezTo>
                    <a:pt x="3" y="11"/>
                    <a:pt x="3" y="10"/>
                    <a:pt x="2" y="9"/>
                  </a:cubicBezTo>
                  <a:cubicBezTo>
                    <a:pt x="0" y="6"/>
                    <a:pt x="0" y="3"/>
                    <a:pt x="2" y="1"/>
                  </a:cubicBezTo>
                  <a:cubicBezTo>
                    <a:pt x="4" y="0"/>
                    <a:pt x="7" y="0"/>
                    <a:pt x="10" y="2"/>
                  </a:cubicBezTo>
                  <a:cubicBezTo>
                    <a:pt x="13" y="5"/>
                    <a:pt x="16" y="9"/>
                    <a:pt x="19" y="12"/>
                  </a:cubicBezTo>
                  <a:cubicBezTo>
                    <a:pt x="21" y="15"/>
                    <a:pt x="24" y="17"/>
                    <a:pt x="27" y="20"/>
                  </a:cubicBezTo>
                  <a:cubicBezTo>
                    <a:pt x="29" y="22"/>
                    <a:pt x="31" y="23"/>
                    <a:pt x="34" y="23"/>
                  </a:cubicBezTo>
                  <a:cubicBezTo>
                    <a:pt x="42" y="23"/>
                    <a:pt x="50" y="23"/>
                    <a:pt x="58" y="23"/>
                  </a:cubicBezTo>
                  <a:cubicBezTo>
                    <a:pt x="59" y="23"/>
                    <a:pt x="61" y="23"/>
                    <a:pt x="62" y="22"/>
                  </a:cubicBezTo>
                  <a:cubicBezTo>
                    <a:pt x="62" y="22"/>
                    <a:pt x="63" y="21"/>
                    <a:pt x="63" y="20"/>
                  </a:cubicBezTo>
                  <a:cubicBezTo>
                    <a:pt x="63" y="19"/>
                    <a:pt x="62" y="18"/>
                    <a:pt x="61" y="18"/>
                  </a:cubicBezTo>
                  <a:cubicBezTo>
                    <a:pt x="60" y="18"/>
                    <a:pt x="59" y="18"/>
                    <a:pt x="58" y="18"/>
                  </a:cubicBezTo>
                  <a:cubicBezTo>
                    <a:pt x="53" y="18"/>
                    <a:pt x="49" y="18"/>
                    <a:pt x="44" y="18"/>
                  </a:cubicBezTo>
                  <a:cubicBezTo>
                    <a:pt x="42" y="17"/>
                    <a:pt x="40" y="17"/>
                    <a:pt x="39" y="16"/>
                  </a:cubicBezTo>
                  <a:cubicBezTo>
                    <a:pt x="38" y="14"/>
                    <a:pt x="37" y="12"/>
                    <a:pt x="38" y="11"/>
                  </a:cubicBezTo>
                  <a:cubicBezTo>
                    <a:pt x="39" y="9"/>
                    <a:pt x="40" y="8"/>
                    <a:pt x="42" y="7"/>
                  </a:cubicBezTo>
                  <a:cubicBezTo>
                    <a:pt x="44" y="7"/>
                    <a:pt x="45" y="7"/>
                    <a:pt x="46" y="7"/>
                  </a:cubicBezTo>
                  <a:cubicBezTo>
                    <a:pt x="52" y="7"/>
                    <a:pt x="59" y="7"/>
                    <a:pt x="66"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8" name="Freeform 1163">
              <a:extLst>
                <a:ext uri="{FF2B5EF4-FFF2-40B4-BE49-F238E27FC236}">
                  <a16:creationId xmlns="" xmlns:a16="http://schemas.microsoft.com/office/drawing/2014/main" id="{B7D880CF-9D41-4250-A583-1C94450FB765}"/>
                </a:ext>
              </a:extLst>
            </p:cNvPr>
            <p:cNvSpPr>
              <a:spLocks/>
            </p:cNvSpPr>
            <p:nvPr/>
          </p:nvSpPr>
          <p:spPr bwMode="auto">
            <a:xfrm>
              <a:off x="11108378" y="336051"/>
              <a:ext cx="34909" cy="29807"/>
            </a:xfrm>
            <a:custGeom>
              <a:avLst/>
              <a:gdLst>
                <a:gd name="T0" fmla="*/ 13 w 55"/>
                <a:gd name="T1" fmla="*/ 47 h 47"/>
                <a:gd name="T2" fmla="*/ 15 w 55"/>
                <a:gd name="T3" fmla="*/ 6 h 47"/>
                <a:gd name="T4" fmla="*/ 42 w 55"/>
                <a:gd name="T5" fmla="*/ 5 h 47"/>
                <a:gd name="T6" fmla="*/ 55 w 55"/>
                <a:gd name="T7" fmla="*/ 27 h 47"/>
                <a:gd name="T8" fmla="*/ 51 w 55"/>
                <a:gd name="T9" fmla="*/ 41 h 47"/>
                <a:gd name="T10" fmla="*/ 46 w 55"/>
                <a:gd name="T11" fmla="*/ 44 h 47"/>
                <a:gd name="T12" fmla="*/ 33 w 55"/>
                <a:gd name="T13" fmla="*/ 38 h 47"/>
                <a:gd name="T14" fmla="*/ 27 w 55"/>
                <a:gd name="T15" fmla="*/ 30 h 47"/>
                <a:gd name="T16" fmla="*/ 36 w 55"/>
                <a:gd name="T17" fmla="*/ 21 h 47"/>
                <a:gd name="T18" fmla="*/ 40 w 55"/>
                <a:gd name="T19" fmla="*/ 20 h 47"/>
                <a:gd name="T20" fmla="*/ 39 w 55"/>
                <a:gd name="T21" fmla="*/ 16 h 47"/>
                <a:gd name="T22" fmla="*/ 35 w 55"/>
                <a:gd name="T23" fmla="*/ 14 h 47"/>
                <a:gd name="T24" fmla="*/ 39 w 55"/>
                <a:gd name="T25" fmla="*/ 13 h 47"/>
                <a:gd name="T26" fmla="*/ 40 w 55"/>
                <a:gd name="T27" fmla="*/ 12 h 47"/>
                <a:gd name="T28" fmla="*/ 39 w 55"/>
                <a:gd name="T29" fmla="*/ 10 h 47"/>
                <a:gd name="T30" fmla="*/ 37 w 55"/>
                <a:gd name="T31" fmla="*/ 9 h 47"/>
                <a:gd name="T32" fmla="*/ 22 w 55"/>
                <a:gd name="T33" fmla="*/ 9 h 47"/>
                <a:gd name="T34" fmla="*/ 20 w 55"/>
                <a:gd name="T35" fmla="*/ 10 h 47"/>
                <a:gd name="T36" fmla="*/ 18 w 55"/>
                <a:gd name="T37" fmla="*/ 12 h 47"/>
                <a:gd name="T38" fmla="*/ 20 w 55"/>
                <a:gd name="T39" fmla="*/ 13 h 47"/>
                <a:gd name="T40" fmla="*/ 25 w 55"/>
                <a:gd name="T41" fmla="*/ 14 h 47"/>
                <a:gd name="T42" fmla="*/ 28 w 55"/>
                <a:gd name="T43" fmla="*/ 16 h 47"/>
                <a:gd name="T44" fmla="*/ 24 w 55"/>
                <a:gd name="T45" fmla="*/ 16 h 47"/>
                <a:gd name="T46" fmla="*/ 21 w 55"/>
                <a:gd name="T47" fmla="*/ 16 h 47"/>
                <a:gd name="T48" fmla="*/ 18 w 55"/>
                <a:gd name="T49" fmla="*/ 19 h 47"/>
                <a:gd name="T50" fmla="*/ 21 w 55"/>
                <a:gd name="T51" fmla="*/ 21 h 47"/>
                <a:gd name="T52" fmla="*/ 28 w 55"/>
                <a:gd name="T53" fmla="*/ 21 h 47"/>
                <a:gd name="T54" fmla="*/ 20 w 55"/>
                <a:gd name="T55" fmla="*/ 27 h 47"/>
                <a:gd name="T56" fmla="*/ 25 w 55"/>
                <a:gd name="T57" fmla="*/ 35 h 47"/>
                <a:gd name="T58" fmla="*/ 31 w 55"/>
                <a:gd name="T59" fmla="*/ 43 h 47"/>
                <a:gd name="T60" fmla="*/ 13 w 55"/>
                <a:gd name="T61"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 h="47">
                  <a:moveTo>
                    <a:pt x="13" y="47"/>
                  </a:moveTo>
                  <a:cubicBezTo>
                    <a:pt x="0" y="37"/>
                    <a:pt x="1" y="15"/>
                    <a:pt x="15" y="6"/>
                  </a:cubicBezTo>
                  <a:cubicBezTo>
                    <a:pt x="24" y="0"/>
                    <a:pt x="33" y="0"/>
                    <a:pt x="42" y="5"/>
                  </a:cubicBezTo>
                  <a:cubicBezTo>
                    <a:pt x="50" y="10"/>
                    <a:pt x="54" y="17"/>
                    <a:pt x="55" y="27"/>
                  </a:cubicBezTo>
                  <a:cubicBezTo>
                    <a:pt x="55" y="32"/>
                    <a:pt x="53" y="36"/>
                    <a:pt x="51" y="41"/>
                  </a:cubicBezTo>
                  <a:cubicBezTo>
                    <a:pt x="50" y="43"/>
                    <a:pt x="48" y="44"/>
                    <a:pt x="46" y="44"/>
                  </a:cubicBezTo>
                  <a:cubicBezTo>
                    <a:pt x="38" y="44"/>
                    <a:pt x="38" y="44"/>
                    <a:pt x="33" y="38"/>
                  </a:cubicBezTo>
                  <a:cubicBezTo>
                    <a:pt x="31" y="35"/>
                    <a:pt x="29" y="32"/>
                    <a:pt x="27" y="30"/>
                  </a:cubicBezTo>
                  <a:cubicBezTo>
                    <a:pt x="31" y="28"/>
                    <a:pt x="35" y="25"/>
                    <a:pt x="36" y="21"/>
                  </a:cubicBezTo>
                  <a:cubicBezTo>
                    <a:pt x="37" y="21"/>
                    <a:pt x="39" y="20"/>
                    <a:pt x="40" y="20"/>
                  </a:cubicBezTo>
                  <a:cubicBezTo>
                    <a:pt x="41" y="18"/>
                    <a:pt x="40" y="17"/>
                    <a:pt x="39" y="16"/>
                  </a:cubicBezTo>
                  <a:cubicBezTo>
                    <a:pt x="37" y="16"/>
                    <a:pt x="35" y="16"/>
                    <a:pt x="35" y="14"/>
                  </a:cubicBezTo>
                  <a:cubicBezTo>
                    <a:pt x="36" y="14"/>
                    <a:pt x="38" y="14"/>
                    <a:pt x="39" y="13"/>
                  </a:cubicBezTo>
                  <a:cubicBezTo>
                    <a:pt x="39" y="13"/>
                    <a:pt x="40" y="12"/>
                    <a:pt x="40" y="12"/>
                  </a:cubicBezTo>
                  <a:cubicBezTo>
                    <a:pt x="40" y="11"/>
                    <a:pt x="39" y="10"/>
                    <a:pt x="39" y="10"/>
                  </a:cubicBezTo>
                  <a:cubicBezTo>
                    <a:pt x="39" y="9"/>
                    <a:pt x="38" y="9"/>
                    <a:pt x="37" y="9"/>
                  </a:cubicBezTo>
                  <a:cubicBezTo>
                    <a:pt x="32" y="9"/>
                    <a:pt x="27" y="9"/>
                    <a:pt x="22" y="9"/>
                  </a:cubicBezTo>
                  <a:cubicBezTo>
                    <a:pt x="21" y="9"/>
                    <a:pt x="20" y="9"/>
                    <a:pt x="20" y="10"/>
                  </a:cubicBezTo>
                  <a:cubicBezTo>
                    <a:pt x="19" y="10"/>
                    <a:pt x="18" y="11"/>
                    <a:pt x="18" y="12"/>
                  </a:cubicBezTo>
                  <a:cubicBezTo>
                    <a:pt x="18" y="12"/>
                    <a:pt x="19" y="13"/>
                    <a:pt x="20" y="13"/>
                  </a:cubicBezTo>
                  <a:cubicBezTo>
                    <a:pt x="22" y="14"/>
                    <a:pt x="24" y="14"/>
                    <a:pt x="25" y="14"/>
                  </a:cubicBezTo>
                  <a:cubicBezTo>
                    <a:pt x="26" y="14"/>
                    <a:pt x="26" y="15"/>
                    <a:pt x="28" y="16"/>
                  </a:cubicBezTo>
                  <a:cubicBezTo>
                    <a:pt x="26" y="16"/>
                    <a:pt x="25" y="16"/>
                    <a:pt x="24" y="16"/>
                  </a:cubicBezTo>
                  <a:cubicBezTo>
                    <a:pt x="23" y="16"/>
                    <a:pt x="22" y="16"/>
                    <a:pt x="21" y="16"/>
                  </a:cubicBezTo>
                  <a:cubicBezTo>
                    <a:pt x="19" y="17"/>
                    <a:pt x="18" y="17"/>
                    <a:pt x="18" y="19"/>
                  </a:cubicBezTo>
                  <a:cubicBezTo>
                    <a:pt x="18" y="20"/>
                    <a:pt x="19" y="21"/>
                    <a:pt x="21" y="21"/>
                  </a:cubicBezTo>
                  <a:cubicBezTo>
                    <a:pt x="23" y="21"/>
                    <a:pt x="26" y="21"/>
                    <a:pt x="28" y="21"/>
                  </a:cubicBezTo>
                  <a:cubicBezTo>
                    <a:pt x="27" y="24"/>
                    <a:pt x="27" y="24"/>
                    <a:pt x="20" y="27"/>
                  </a:cubicBezTo>
                  <a:cubicBezTo>
                    <a:pt x="20" y="30"/>
                    <a:pt x="23" y="32"/>
                    <a:pt x="25" y="35"/>
                  </a:cubicBezTo>
                  <a:cubicBezTo>
                    <a:pt x="27" y="38"/>
                    <a:pt x="29" y="41"/>
                    <a:pt x="31" y="43"/>
                  </a:cubicBezTo>
                  <a:cubicBezTo>
                    <a:pt x="25" y="45"/>
                    <a:pt x="18" y="42"/>
                    <a:pt x="13" y="4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299" name="Freeform 1164">
              <a:extLst>
                <a:ext uri="{FF2B5EF4-FFF2-40B4-BE49-F238E27FC236}">
                  <a16:creationId xmlns="" xmlns:a16="http://schemas.microsoft.com/office/drawing/2014/main" id="{22B50CED-F297-427E-8270-3946EC16C2EB}"/>
                </a:ext>
              </a:extLst>
            </p:cNvPr>
            <p:cNvSpPr>
              <a:spLocks/>
            </p:cNvSpPr>
            <p:nvPr/>
          </p:nvSpPr>
          <p:spPr bwMode="auto">
            <a:xfrm>
              <a:off x="11236198" y="729449"/>
              <a:ext cx="137219" cy="73040"/>
            </a:xfrm>
            <a:custGeom>
              <a:avLst/>
              <a:gdLst>
                <a:gd name="T0" fmla="*/ 120 w 216"/>
                <a:gd name="T1" fmla="*/ 14 h 115"/>
                <a:gd name="T2" fmla="*/ 156 w 216"/>
                <a:gd name="T3" fmla="*/ 14 h 115"/>
                <a:gd name="T4" fmla="*/ 170 w 216"/>
                <a:gd name="T5" fmla="*/ 20 h 115"/>
                <a:gd name="T6" fmla="*/ 209 w 216"/>
                <a:gd name="T7" fmla="*/ 59 h 115"/>
                <a:gd name="T8" fmla="*/ 215 w 216"/>
                <a:gd name="T9" fmla="*/ 75 h 115"/>
                <a:gd name="T10" fmla="*/ 215 w 216"/>
                <a:gd name="T11" fmla="*/ 100 h 115"/>
                <a:gd name="T12" fmla="*/ 210 w 216"/>
                <a:gd name="T13" fmla="*/ 113 h 115"/>
                <a:gd name="T14" fmla="*/ 197 w 216"/>
                <a:gd name="T15" fmla="*/ 108 h 115"/>
                <a:gd name="T16" fmla="*/ 177 w 216"/>
                <a:gd name="T17" fmla="*/ 88 h 115"/>
                <a:gd name="T18" fmla="*/ 162 w 216"/>
                <a:gd name="T19" fmla="*/ 73 h 115"/>
                <a:gd name="T20" fmla="*/ 148 w 216"/>
                <a:gd name="T21" fmla="*/ 68 h 115"/>
                <a:gd name="T22" fmla="*/ 66 w 216"/>
                <a:gd name="T23" fmla="*/ 68 h 115"/>
                <a:gd name="T24" fmla="*/ 59 w 216"/>
                <a:gd name="T25" fmla="*/ 68 h 115"/>
                <a:gd name="T26" fmla="*/ 48 w 216"/>
                <a:gd name="T27" fmla="*/ 63 h 115"/>
                <a:gd name="T28" fmla="*/ 7 w 216"/>
                <a:gd name="T29" fmla="*/ 21 h 115"/>
                <a:gd name="T30" fmla="*/ 3 w 216"/>
                <a:gd name="T31" fmla="*/ 17 h 115"/>
                <a:gd name="T32" fmla="*/ 3 w 216"/>
                <a:gd name="T33" fmla="*/ 3 h 115"/>
                <a:gd name="T34" fmla="*/ 17 w 216"/>
                <a:gd name="T35" fmla="*/ 5 h 115"/>
                <a:gd name="T36" fmla="*/ 34 w 216"/>
                <a:gd name="T37" fmla="*/ 22 h 115"/>
                <a:gd name="T38" fmla="*/ 49 w 216"/>
                <a:gd name="T39" fmla="*/ 38 h 115"/>
                <a:gd name="T40" fmla="*/ 61 w 216"/>
                <a:gd name="T41" fmla="*/ 43 h 115"/>
                <a:gd name="T42" fmla="*/ 105 w 216"/>
                <a:gd name="T43" fmla="*/ 43 h 115"/>
                <a:gd name="T44" fmla="*/ 112 w 216"/>
                <a:gd name="T45" fmla="*/ 41 h 115"/>
                <a:gd name="T46" fmla="*/ 115 w 216"/>
                <a:gd name="T47" fmla="*/ 37 h 115"/>
                <a:gd name="T48" fmla="*/ 112 w 216"/>
                <a:gd name="T49" fmla="*/ 33 h 115"/>
                <a:gd name="T50" fmla="*/ 105 w 216"/>
                <a:gd name="T51" fmla="*/ 33 h 115"/>
                <a:gd name="T52" fmla="*/ 80 w 216"/>
                <a:gd name="T53" fmla="*/ 33 h 115"/>
                <a:gd name="T54" fmla="*/ 71 w 216"/>
                <a:gd name="T55" fmla="*/ 29 h 115"/>
                <a:gd name="T56" fmla="*/ 69 w 216"/>
                <a:gd name="T57" fmla="*/ 20 h 115"/>
                <a:gd name="T58" fmla="*/ 77 w 216"/>
                <a:gd name="T59" fmla="*/ 14 h 115"/>
                <a:gd name="T60" fmla="*/ 83 w 216"/>
                <a:gd name="T61" fmla="*/ 14 h 115"/>
                <a:gd name="T62" fmla="*/ 120 w 216"/>
                <a:gd name="T63" fmla="*/ 14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 h="115">
                  <a:moveTo>
                    <a:pt x="120" y="14"/>
                  </a:moveTo>
                  <a:cubicBezTo>
                    <a:pt x="132" y="14"/>
                    <a:pt x="144" y="14"/>
                    <a:pt x="156" y="14"/>
                  </a:cubicBezTo>
                  <a:cubicBezTo>
                    <a:pt x="162" y="14"/>
                    <a:pt x="166" y="16"/>
                    <a:pt x="170" y="20"/>
                  </a:cubicBezTo>
                  <a:cubicBezTo>
                    <a:pt x="183" y="33"/>
                    <a:pt x="196" y="46"/>
                    <a:pt x="209" y="59"/>
                  </a:cubicBezTo>
                  <a:cubicBezTo>
                    <a:pt x="213" y="63"/>
                    <a:pt x="216" y="68"/>
                    <a:pt x="215" y="75"/>
                  </a:cubicBezTo>
                  <a:cubicBezTo>
                    <a:pt x="215" y="83"/>
                    <a:pt x="215" y="92"/>
                    <a:pt x="215" y="100"/>
                  </a:cubicBezTo>
                  <a:cubicBezTo>
                    <a:pt x="215" y="105"/>
                    <a:pt x="216" y="110"/>
                    <a:pt x="210" y="113"/>
                  </a:cubicBezTo>
                  <a:cubicBezTo>
                    <a:pt x="205" y="115"/>
                    <a:pt x="201" y="112"/>
                    <a:pt x="197" y="108"/>
                  </a:cubicBezTo>
                  <a:cubicBezTo>
                    <a:pt x="190" y="102"/>
                    <a:pt x="183" y="95"/>
                    <a:pt x="177" y="88"/>
                  </a:cubicBezTo>
                  <a:cubicBezTo>
                    <a:pt x="172" y="83"/>
                    <a:pt x="167" y="79"/>
                    <a:pt x="162" y="73"/>
                  </a:cubicBezTo>
                  <a:cubicBezTo>
                    <a:pt x="158" y="68"/>
                    <a:pt x="154" y="68"/>
                    <a:pt x="148" y="68"/>
                  </a:cubicBezTo>
                  <a:cubicBezTo>
                    <a:pt x="121" y="68"/>
                    <a:pt x="93" y="68"/>
                    <a:pt x="66" y="68"/>
                  </a:cubicBezTo>
                  <a:cubicBezTo>
                    <a:pt x="64" y="68"/>
                    <a:pt x="61" y="68"/>
                    <a:pt x="59" y="68"/>
                  </a:cubicBezTo>
                  <a:cubicBezTo>
                    <a:pt x="54" y="68"/>
                    <a:pt x="51" y="66"/>
                    <a:pt x="48" y="63"/>
                  </a:cubicBezTo>
                  <a:cubicBezTo>
                    <a:pt x="34" y="49"/>
                    <a:pt x="21" y="35"/>
                    <a:pt x="7" y="21"/>
                  </a:cubicBezTo>
                  <a:cubicBezTo>
                    <a:pt x="6" y="20"/>
                    <a:pt x="5" y="19"/>
                    <a:pt x="3" y="17"/>
                  </a:cubicBezTo>
                  <a:cubicBezTo>
                    <a:pt x="0" y="12"/>
                    <a:pt x="0" y="7"/>
                    <a:pt x="3" y="3"/>
                  </a:cubicBezTo>
                  <a:cubicBezTo>
                    <a:pt x="7" y="0"/>
                    <a:pt x="13" y="1"/>
                    <a:pt x="17" y="5"/>
                  </a:cubicBezTo>
                  <a:cubicBezTo>
                    <a:pt x="23" y="11"/>
                    <a:pt x="28" y="16"/>
                    <a:pt x="34" y="22"/>
                  </a:cubicBezTo>
                  <a:cubicBezTo>
                    <a:pt x="39" y="27"/>
                    <a:pt x="44" y="32"/>
                    <a:pt x="49" y="38"/>
                  </a:cubicBezTo>
                  <a:cubicBezTo>
                    <a:pt x="52" y="41"/>
                    <a:pt x="56" y="43"/>
                    <a:pt x="61" y="43"/>
                  </a:cubicBezTo>
                  <a:cubicBezTo>
                    <a:pt x="76" y="43"/>
                    <a:pt x="91" y="43"/>
                    <a:pt x="105" y="43"/>
                  </a:cubicBezTo>
                  <a:cubicBezTo>
                    <a:pt x="108" y="43"/>
                    <a:pt x="110" y="42"/>
                    <a:pt x="112" y="41"/>
                  </a:cubicBezTo>
                  <a:cubicBezTo>
                    <a:pt x="114" y="41"/>
                    <a:pt x="115" y="38"/>
                    <a:pt x="115" y="37"/>
                  </a:cubicBezTo>
                  <a:cubicBezTo>
                    <a:pt x="115" y="36"/>
                    <a:pt x="113" y="34"/>
                    <a:pt x="112" y="33"/>
                  </a:cubicBezTo>
                  <a:cubicBezTo>
                    <a:pt x="110" y="33"/>
                    <a:pt x="107" y="33"/>
                    <a:pt x="105" y="33"/>
                  </a:cubicBezTo>
                  <a:cubicBezTo>
                    <a:pt x="97" y="33"/>
                    <a:pt x="88" y="33"/>
                    <a:pt x="80" y="33"/>
                  </a:cubicBezTo>
                  <a:cubicBezTo>
                    <a:pt x="77" y="33"/>
                    <a:pt x="73" y="31"/>
                    <a:pt x="71" y="29"/>
                  </a:cubicBezTo>
                  <a:cubicBezTo>
                    <a:pt x="69" y="27"/>
                    <a:pt x="68" y="23"/>
                    <a:pt x="69" y="20"/>
                  </a:cubicBezTo>
                  <a:cubicBezTo>
                    <a:pt x="71" y="17"/>
                    <a:pt x="73" y="14"/>
                    <a:pt x="77" y="14"/>
                  </a:cubicBezTo>
                  <a:cubicBezTo>
                    <a:pt x="79" y="14"/>
                    <a:pt x="81" y="14"/>
                    <a:pt x="83" y="14"/>
                  </a:cubicBezTo>
                  <a:cubicBezTo>
                    <a:pt x="95" y="14"/>
                    <a:pt x="108" y="14"/>
                    <a:pt x="120" y="14"/>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0" name="Freeform 1165">
              <a:extLst>
                <a:ext uri="{FF2B5EF4-FFF2-40B4-BE49-F238E27FC236}">
                  <a16:creationId xmlns="" xmlns:a16="http://schemas.microsoft.com/office/drawing/2014/main" id="{19F4C763-BDB1-4EFA-B3BE-7E909158171A}"/>
                </a:ext>
              </a:extLst>
            </p:cNvPr>
            <p:cNvSpPr>
              <a:spLocks/>
            </p:cNvSpPr>
            <p:nvPr/>
          </p:nvSpPr>
          <p:spPr bwMode="auto">
            <a:xfrm>
              <a:off x="11260366" y="678696"/>
              <a:ext cx="64179" cy="54512"/>
            </a:xfrm>
            <a:custGeom>
              <a:avLst/>
              <a:gdLst>
                <a:gd name="T0" fmla="*/ 24 w 101"/>
                <a:gd name="T1" fmla="*/ 86 h 86"/>
                <a:gd name="T2" fmla="*/ 28 w 101"/>
                <a:gd name="T3" fmla="*/ 10 h 86"/>
                <a:gd name="T4" fmla="*/ 77 w 101"/>
                <a:gd name="T5" fmla="*/ 9 h 86"/>
                <a:gd name="T6" fmla="*/ 100 w 101"/>
                <a:gd name="T7" fmla="*/ 49 h 86"/>
                <a:gd name="T8" fmla="*/ 93 w 101"/>
                <a:gd name="T9" fmla="*/ 75 h 86"/>
                <a:gd name="T10" fmla="*/ 84 w 101"/>
                <a:gd name="T11" fmla="*/ 80 h 86"/>
                <a:gd name="T12" fmla="*/ 60 w 101"/>
                <a:gd name="T13" fmla="*/ 69 h 86"/>
                <a:gd name="T14" fmla="*/ 50 w 101"/>
                <a:gd name="T15" fmla="*/ 54 h 86"/>
                <a:gd name="T16" fmla="*/ 66 w 101"/>
                <a:gd name="T17" fmla="*/ 39 h 86"/>
                <a:gd name="T18" fmla="*/ 73 w 101"/>
                <a:gd name="T19" fmla="*/ 37 h 86"/>
                <a:gd name="T20" fmla="*/ 70 w 101"/>
                <a:gd name="T21" fmla="*/ 30 h 86"/>
                <a:gd name="T22" fmla="*/ 64 w 101"/>
                <a:gd name="T23" fmla="*/ 26 h 86"/>
                <a:gd name="T24" fmla="*/ 71 w 101"/>
                <a:gd name="T25" fmla="*/ 25 h 86"/>
                <a:gd name="T26" fmla="*/ 74 w 101"/>
                <a:gd name="T27" fmla="*/ 22 h 86"/>
                <a:gd name="T28" fmla="*/ 71 w 101"/>
                <a:gd name="T29" fmla="*/ 18 h 86"/>
                <a:gd name="T30" fmla="*/ 68 w 101"/>
                <a:gd name="T31" fmla="*/ 17 h 86"/>
                <a:gd name="T32" fmla="*/ 39 w 101"/>
                <a:gd name="T33" fmla="*/ 17 h 86"/>
                <a:gd name="T34" fmla="*/ 37 w 101"/>
                <a:gd name="T35" fmla="*/ 18 h 86"/>
                <a:gd name="T36" fmla="*/ 34 w 101"/>
                <a:gd name="T37" fmla="*/ 21 h 86"/>
                <a:gd name="T38" fmla="*/ 37 w 101"/>
                <a:gd name="T39" fmla="*/ 25 h 86"/>
                <a:gd name="T40" fmla="*/ 46 w 101"/>
                <a:gd name="T41" fmla="*/ 26 h 86"/>
                <a:gd name="T42" fmla="*/ 51 w 101"/>
                <a:gd name="T43" fmla="*/ 29 h 86"/>
                <a:gd name="T44" fmla="*/ 43 w 101"/>
                <a:gd name="T45" fmla="*/ 30 h 86"/>
                <a:gd name="T46" fmla="*/ 38 w 101"/>
                <a:gd name="T47" fmla="*/ 30 h 86"/>
                <a:gd name="T48" fmla="*/ 33 w 101"/>
                <a:gd name="T49" fmla="*/ 34 h 86"/>
                <a:gd name="T50" fmla="*/ 38 w 101"/>
                <a:gd name="T51" fmla="*/ 38 h 86"/>
                <a:gd name="T52" fmla="*/ 51 w 101"/>
                <a:gd name="T53" fmla="*/ 38 h 86"/>
                <a:gd name="T54" fmla="*/ 36 w 101"/>
                <a:gd name="T55" fmla="*/ 49 h 86"/>
                <a:gd name="T56" fmla="*/ 45 w 101"/>
                <a:gd name="T57" fmla="*/ 65 h 86"/>
                <a:gd name="T58" fmla="*/ 56 w 101"/>
                <a:gd name="T59" fmla="*/ 80 h 86"/>
                <a:gd name="T60" fmla="*/ 24 w 101"/>
                <a:gd name="T6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1" h="86">
                  <a:moveTo>
                    <a:pt x="24" y="86"/>
                  </a:moveTo>
                  <a:cubicBezTo>
                    <a:pt x="0" y="67"/>
                    <a:pt x="1" y="27"/>
                    <a:pt x="28" y="10"/>
                  </a:cubicBezTo>
                  <a:cubicBezTo>
                    <a:pt x="44" y="0"/>
                    <a:pt x="61" y="0"/>
                    <a:pt x="77" y="9"/>
                  </a:cubicBezTo>
                  <a:cubicBezTo>
                    <a:pt x="92" y="18"/>
                    <a:pt x="100" y="31"/>
                    <a:pt x="100" y="49"/>
                  </a:cubicBezTo>
                  <a:cubicBezTo>
                    <a:pt x="101" y="58"/>
                    <a:pt x="98" y="66"/>
                    <a:pt x="93" y="75"/>
                  </a:cubicBezTo>
                  <a:cubicBezTo>
                    <a:pt x="91" y="78"/>
                    <a:pt x="88" y="80"/>
                    <a:pt x="84" y="80"/>
                  </a:cubicBezTo>
                  <a:cubicBezTo>
                    <a:pt x="69" y="81"/>
                    <a:pt x="69" y="81"/>
                    <a:pt x="60" y="69"/>
                  </a:cubicBezTo>
                  <a:cubicBezTo>
                    <a:pt x="57" y="64"/>
                    <a:pt x="54" y="60"/>
                    <a:pt x="50" y="54"/>
                  </a:cubicBezTo>
                  <a:cubicBezTo>
                    <a:pt x="57" y="50"/>
                    <a:pt x="63" y="47"/>
                    <a:pt x="66" y="39"/>
                  </a:cubicBezTo>
                  <a:cubicBezTo>
                    <a:pt x="68" y="38"/>
                    <a:pt x="71" y="37"/>
                    <a:pt x="73" y="37"/>
                  </a:cubicBezTo>
                  <a:cubicBezTo>
                    <a:pt x="75" y="33"/>
                    <a:pt x="74" y="31"/>
                    <a:pt x="70" y="30"/>
                  </a:cubicBezTo>
                  <a:cubicBezTo>
                    <a:pt x="68" y="29"/>
                    <a:pt x="65" y="30"/>
                    <a:pt x="64" y="26"/>
                  </a:cubicBezTo>
                  <a:cubicBezTo>
                    <a:pt x="66" y="25"/>
                    <a:pt x="69" y="25"/>
                    <a:pt x="71" y="25"/>
                  </a:cubicBezTo>
                  <a:cubicBezTo>
                    <a:pt x="72" y="24"/>
                    <a:pt x="74" y="23"/>
                    <a:pt x="74" y="22"/>
                  </a:cubicBezTo>
                  <a:cubicBezTo>
                    <a:pt x="73" y="20"/>
                    <a:pt x="72" y="19"/>
                    <a:pt x="71" y="18"/>
                  </a:cubicBezTo>
                  <a:cubicBezTo>
                    <a:pt x="70" y="17"/>
                    <a:pt x="69" y="17"/>
                    <a:pt x="68" y="17"/>
                  </a:cubicBezTo>
                  <a:cubicBezTo>
                    <a:pt x="59" y="17"/>
                    <a:pt x="49" y="17"/>
                    <a:pt x="39" y="17"/>
                  </a:cubicBezTo>
                  <a:cubicBezTo>
                    <a:pt x="38" y="17"/>
                    <a:pt x="37" y="17"/>
                    <a:pt x="37" y="18"/>
                  </a:cubicBezTo>
                  <a:cubicBezTo>
                    <a:pt x="35" y="19"/>
                    <a:pt x="34" y="20"/>
                    <a:pt x="34" y="21"/>
                  </a:cubicBezTo>
                  <a:cubicBezTo>
                    <a:pt x="34" y="23"/>
                    <a:pt x="36" y="24"/>
                    <a:pt x="37" y="25"/>
                  </a:cubicBezTo>
                  <a:cubicBezTo>
                    <a:pt x="40" y="26"/>
                    <a:pt x="43" y="25"/>
                    <a:pt x="46" y="26"/>
                  </a:cubicBezTo>
                  <a:cubicBezTo>
                    <a:pt x="47" y="26"/>
                    <a:pt x="48" y="28"/>
                    <a:pt x="51" y="29"/>
                  </a:cubicBezTo>
                  <a:cubicBezTo>
                    <a:pt x="47" y="30"/>
                    <a:pt x="45" y="30"/>
                    <a:pt x="43" y="30"/>
                  </a:cubicBezTo>
                  <a:cubicBezTo>
                    <a:pt x="41" y="30"/>
                    <a:pt x="39" y="30"/>
                    <a:pt x="38" y="30"/>
                  </a:cubicBezTo>
                  <a:cubicBezTo>
                    <a:pt x="35" y="30"/>
                    <a:pt x="33" y="31"/>
                    <a:pt x="33" y="34"/>
                  </a:cubicBezTo>
                  <a:cubicBezTo>
                    <a:pt x="33" y="37"/>
                    <a:pt x="35" y="38"/>
                    <a:pt x="38" y="38"/>
                  </a:cubicBezTo>
                  <a:cubicBezTo>
                    <a:pt x="42" y="38"/>
                    <a:pt x="47" y="38"/>
                    <a:pt x="51" y="38"/>
                  </a:cubicBezTo>
                  <a:cubicBezTo>
                    <a:pt x="50" y="45"/>
                    <a:pt x="50" y="45"/>
                    <a:pt x="36" y="49"/>
                  </a:cubicBezTo>
                  <a:cubicBezTo>
                    <a:pt x="37" y="55"/>
                    <a:pt x="42" y="59"/>
                    <a:pt x="45" y="65"/>
                  </a:cubicBezTo>
                  <a:cubicBezTo>
                    <a:pt x="49" y="70"/>
                    <a:pt x="52" y="74"/>
                    <a:pt x="56" y="80"/>
                  </a:cubicBezTo>
                  <a:cubicBezTo>
                    <a:pt x="45" y="82"/>
                    <a:pt x="33" y="77"/>
                    <a:pt x="24" y="86"/>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301" name="Group 300">
              <a:extLst>
                <a:ext uri="{FF2B5EF4-FFF2-40B4-BE49-F238E27FC236}">
                  <a16:creationId xmlns="" xmlns:a16="http://schemas.microsoft.com/office/drawing/2014/main" id="{14779A22-FE37-4304-B637-648C47305B5E}"/>
                </a:ext>
              </a:extLst>
            </p:cNvPr>
            <p:cNvGrpSpPr/>
            <p:nvPr userDrawn="1"/>
          </p:nvGrpSpPr>
          <p:grpSpPr>
            <a:xfrm>
              <a:off x="11217670" y="865594"/>
              <a:ext cx="109560" cy="99088"/>
              <a:chOff x="11217670" y="865594"/>
              <a:chExt cx="109560" cy="99088"/>
            </a:xfrm>
          </p:grpSpPr>
          <p:sp>
            <p:nvSpPr>
              <p:cNvPr id="581" name="Freeform 1166">
                <a:extLst>
                  <a:ext uri="{FF2B5EF4-FFF2-40B4-BE49-F238E27FC236}">
                    <a16:creationId xmlns="" xmlns:a16="http://schemas.microsoft.com/office/drawing/2014/main" id="{58E1A59E-6AD5-4F01-B84B-D45A30FEF786}"/>
                  </a:ext>
                </a:extLst>
              </p:cNvPr>
              <p:cNvSpPr>
                <a:spLocks noEditPoints="1"/>
              </p:cNvSpPr>
              <p:nvPr/>
            </p:nvSpPr>
            <p:spPr bwMode="auto">
              <a:xfrm>
                <a:off x="11217670" y="878752"/>
                <a:ext cx="73309" cy="73846"/>
              </a:xfrm>
              <a:custGeom>
                <a:avLst/>
                <a:gdLst>
                  <a:gd name="T0" fmla="*/ 89 w 115"/>
                  <a:gd name="T1" fmla="*/ 104 h 116"/>
                  <a:gd name="T2" fmla="*/ 81 w 115"/>
                  <a:gd name="T3" fmla="*/ 98 h 116"/>
                  <a:gd name="T4" fmla="*/ 75 w 115"/>
                  <a:gd name="T5" fmla="*/ 96 h 116"/>
                  <a:gd name="T6" fmla="*/ 69 w 115"/>
                  <a:gd name="T7" fmla="*/ 102 h 116"/>
                  <a:gd name="T8" fmla="*/ 57 w 115"/>
                  <a:gd name="T9" fmla="*/ 113 h 116"/>
                  <a:gd name="T10" fmla="*/ 45 w 115"/>
                  <a:gd name="T11" fmla="*/ 104 h 116"/>
                  <a:gd name="T12" fmla="*/ 33 w 115"/>
                  <a:gd name="T13" fmla="*/ 99 h 116"/>
                  <a:gd name="T14" fmla="*/ 29 w 115"/>
                  <a:gd name="T15" fmla="*/ 102 h 116"/>
                  <a:gd name="T16" fmla="*/ 22 w 115"/>
                  <a:gd name="T17" fmla="*/ 101 h 116"/>
                  <a:gd name="T18" fmla="*/ 13 w 115"/>
                  <a:gd name="T19" fmla="*/ 93 h 116"/>
                  <a:gd name="T20" fmla="*/ 13 w 115"/>
                  <a:gd name="T21" fmla="*/ 85 h 116"/>
                  <a:gd name="T22" fmla="*/ 17 w 115"/>
                  <a:gd name="T23" fmla="*/ 80 h 116"/>
                  <a:gd name="T24" fmla="*/ 13 w 115"/>
                  <a:gd name="T25" fmla="*/ 69 h 116"/>
                  <a:gd name="T26" fmla="*/ 12 w 115"/>
                  <a:gd name="T27" fmla="*/ 69 h 116"/>
                  <a:gd name="T28" fmla="*/ 1 w 115"/>
                  <a:gd name="T29" fmla="*/ 66 h 116"/>
                  <a:gd name="T30" fmla="*/ 1 w 115"/>
                  <a:gd name="T31" fmla="*/ 48 h 116"/>
                  <a:gd name="T32" fmla="*/ 4 w 115"/>
                  <a:gd name="T33" fmla="*/ 46 h 116"/>
                  <a:gd name="T34" fmla="*/ 12 w 115"/>
                  <a:gd name="T35" fmla="*/ 44 h 116"/>
                  <a:gd name="T36" fmla="*/ 16 w 115"/>
                  <a:gd name="T37" fmla="*/ 34 h 116"/>
                  <a:gd name="T38" fmla="*/ 18 w 115"/>
                  <a:gd name="T39" fmla="*/ 16 h 116"/>
                  <a:gd name="T40" fmla="*/ 21 w 115"/>
                  <a:gd name="T41" fmla="*/ 13 h 116"/>
                  <a:gd name="T42" fmla="*/ 30 w 115"/>
                  <a:gd name="T43" fmla="*/ 13 h 116"/>
                  <a:gd name="T44" fmla="*/ 35 w 115"/>
                  <a:gd name="T45" fmla="*/ 17 h 116"/>
                  <a:gd name="T46" fmla="*/ 45 w 115"/>
                  <a:gd name="T47" fmla="*/ 13 h 116"/>
                  <a:gd name="T48" fmla="*/ 48 w 115"/>
                  <a:gd name="T49" fmla="*/ 1 h 116"/>
                  <a:gd name="T50" fmla="*/ 65 w 115"/>
                  <a:gd name="T51" fmla="*/ 1 h 116"/>
                  <a:gd name="T52" fmla="*/ 68 w 115"/>
                  <a:gd name="T53" fmla="*/ 4 h 116"/>
                  <a:gd name="T54" fmla="*/ 69 w 115"/>
                  <a:gd name="T55" fmla="*/ 12 h 116"/>
                  <a:gd name="T56" fmla="*/ 80 w 115"/>
                  <a:gd name="T57" fmla="*/ 16 h 116"/>
                  <a:gd name="T58" fmla="*/ 80 w 115"/>
                  <a:gd name="T59" fmla="*/ 16 h 116"/>
                  <a:gd name="T60" fmla="*/ 90 w 115"/>
                  <a:gd name="T61" fmla="*/ 11 h 116"/>
                  <a:gd name="T62" fmla="*/ 103 w 115"/>
                  <a:gd name="T63" fmla="*/ 24 h 116"/>
                  <a:gd name="T64" fmla="*/ 100 w 115"/>
                  <a:gd name="T65" fmla="*/ 30 h 116"/>
                  <a:gd name="T66" fmla="*/ 96 w 115"/>
                  <a:gd name="T67" fmla="*/ 37 h 116"/>
                  <a:gd name="T68" fmla="*/ 103 w 115"/>
                  <a:gd name="T69" fmla="*/ 45 h 116"/>
                  <a:gd name="T70" fmla="*/ 114 w 115"/>
                  <a:gd name="T71" fmla="*/ 57 h 116"/>
                  <a:gd name="T72" fmla="*/ 104 w 115"/>
                  <a:gd name="T73" fmla="*/ 69 h 116"/>
                  <a:gd name="T74" fmla="*/ 99 w 115"/>
                  <a:gd name="T75" fmla="*/ 81 h 116"/>
                  <a:gd name="T76" fmla="*/ 102 w 115"/>
                  <a:gd name="T77" fmla="*/ 85 h 116"/>
                  <a:gd name="T78" fmla="*/ 101 w 115"/>
                  <a:gd name="T79" fmla="*/ 93 h 116"/>
                  <a:gd name="T80" fmla="*/ 93 w 115"/>
                  <a:gd name="T81" fmla="*/ 101 h 116"/>
                  <a:gd name="T82" fmla="*/ 89 w 115"/>
                  <a:gd name="T83" fmla="*/ 104 h 116"/>
                  <a:gd name="T84" fmla="*/ 34 w 115"/>
                  <a:gd name="T85" fmla="*/ 57 h 116"/>
                  <a:gd name="T86" fmla="*/ 57 w 115"/>
                  <a:gd name="T87" fmla="*/ 80 h 116"/>
                  <a:gd name="T88" fmla="*/ 80 w 115"/>
                  <a:gd name="T89" fmla="*/ 57 h 116"/>
                  <a:gd name="T90" fmla="*/ 57 w 115"/>
                  <a:gd name="T91" fmla="*/ 34 h 116"/>
                  <a:gd name="T92" fmla="*/ 34 w 115"/>
                  <a:gd name="T93" fmla="*/ 5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5" h="116">
                    <a:moveTo>
                      <a:pt x="89" y="104"/>
                    </a:moveTo>
                    <a:cubicBezTo>
                      <a:pt x="86" y="102"/>
                      <a:pt x="84" y="100"/>
                      <a:pt x="81" y="98"/>
                    </a:cubicBezTo>
                    <a:cubicBezTo>
                      <a:pt x="79" y="97"/>
                      <a:pt x="77" y="96"/>
                      <a:pt x="75" y="96"/>
                    </a:cubicBezTo>
                    <a:cubicBezTo>
                      <a:pt x="72" y="96"/>
                      <a:pt x="70" y="99"/>
                      <a:pt x="69" y="102"/>
                    </a:cubicBezTo>
                    <a:cubicBezTo>
                      <a:pt x="68" y="116"/>
                      <a:pt x="68" y="113"/>
                      <a:pt x="57" y="113"/>
                    </a:cubicBezTo>
                    <a:cubicBezTo>
                      <a:pt x="46" y="113"/>
                      <a:pt x="47" y="115"/>
                      <a:pt x="45" y="104"/>
                    </a:cubicBezTo>
                    <a:cubicBezTo>
                      <a:pt x="44" y="95"/>
                      <a:pt x="39" y="94"/>
                      <a:pt x="33" y="99"/>
                    </a:cubicBezTo>
                    <a:cubicBezTo>
                      <a:pt x="31" y="100"/>
                      <a:pt x="30" y="101"/>
                      <a:pt x="29" y="102"/>
                    </a:cubicBezTo>
                    <a:cubicBezTo>
                      <a:pt x="26" y="104"/>
                      <a:pt x="24" y="104"/>
                      <a:pt x="22" y="101"/>
                    </a:cubicBezTo>
                    <a:cubicBezTo>
                      <a:pt x="19" y="98"/>
                      <a:pt x="16" y="95"/>
                      <a:pt x="13" y="93"/>
                    </a:cubicBezTo>
                    <a:cubicBezTo>
                      <a:pt x="10" y="90"/>
                      <a:pt x="10" y="87"/>
                      <a:pt x="13" y="85"/>
                    </a:cubicBezTo>
                    <a:cubicBezTo>
                      <a:pt x="14" y="83"/>
                      <a:pt x="16" y="81"/>
                      <a:pt x="17" y="80"/>
                    </a:cubicBezTo>
                    <a:cubicBezTo>
                      <a:pt x="20" y="76"/>
                      <a:pt x="18" y="70"/>
                      <a:pt x="13" y="69"/>
                    </a:cubicBezTo>
                    <a:cubicBezTo>
                      <a:pt x="13" y="69"/>
                      <a:pt x="12" y="69"/>
                      <a:pt x="12" y="69"/>
                    </a:cubicBezTo>
                    <a:cubicBezTo>
                      <a:pt x="8" y="68"/>
                      <a:pt x="2" y="67"/>
                      <a:pt x="1" y="66"/>
                    </a:cubicBezTo>
                    <a:cubicBezTo>
                      <a:pt x="0" y="60"/>
                      <a:pt x="1" y="54"/>
                      <a:pt x="1" y="48"/>
                    </a:cubicBezTo>
                    <a:cubicBezTo>
                      <a:pt x="1" y="47"/>
                      <a:pt x="3" y="46"/>
                      <a:pt x="4" y="46"/>
                    </a:cubicBezTo>
                    <a:cubicBezTo>
                      <a:pt x="7" y="45"/>
                      <a:pt x="10" y="45"/>
                      <a:pt x="12" y="44"/>
                    </a:cubicBezTo>
                    <a:cubicBezTo>
                      <a:pt x="18" y="43"/>
                      <a:pt x="20" y="38"/>
                      <a:pt x="16" y="34"/>
                    </a:cubicBezTo>
                    <a:cubicBezTo>
                      <a:pt x="9" y="24"/>
                      <a:pt x="9" y="24"/>
                      <a:pt x="18" y="16"/>
                    </a:cubicBezTo>
                    <a:cubicBezTo>
                      <a:pt x="19" y="15"/>
                      <a:pt x="20" y="14"/>
                      <a:pt x="21" y="13"/>
                    </a:cubicBezTo>
                    <a:cubicBezTo>
                      <a:pt x="24" y="10"/>
                      <a:pt x="26" y="10"/>
                      <a:pt x="30" y="13"/>
                    </a:cubicBezTo>
                    <a:cubicBezTo>
                      <a:pt x="31" y="14"/>
                      <a:pt x="33" y="16"/>
                      <a:pt x="35" y="17"/>
                    </a:cubicBezTo>
                    <a:cubicBezTo>
                      <a:pt x="39" y="19"/>
                      <a:pt x="44" y="17"/>
                      <a:pt x="45" y="13"/>
                    </a:cubicBezTo>
                    <a:cubicBezTo>
                      <a:pt x="46" y="9"/>
                      <a:pt x="46" y="2"/>
                      <a:pt x="48" y="1"/>
                    </a:cubicBezTo>
                    <a:cubicBezTo>
                      <a:pt x="53" y="0"/>
                      <a:pt x="59" y="0"/>
                      <a:pt x="65" y="1"/>
                    </a:cubicBezTo>
                    <a:cubicBezTo>
                      <a:pt x="66" y="1"/>
                      <a:pt x="68" y="3"/>
                      <a:pt x="68" y="4"/>
                    </a:cubicBezTo>
                    <a:cubicBezTo>
                      <a:pt x="69" y="7"/>
                      <a:pt x="69" y="9"/>
                      <a:pt x="69" y="12"/>
                    </a:cubicBezTo>
                    <a:cubicBezTo>
                      <a:pt x="70" y="18"/>
                      <a:pt x="75" y="20"/>
                      <a:pt x="80" y="16"/>
                    </a:cubicBezTo>
                    <a:cubicBezTo>
                      <a:pt x="80" y="16"/>
                      <a:pt x="80" y="16"/>
                      <a:pt x="80" y="16"/>
                    </a:cubicBezTo>
                    <a:cubicBezTo>
                      <a:pt x="84" y="14"/>
                      <a:pt x="88" y="10"/>
                      <a:pt x="90" y="11"/>
                    </a:cubicBezTo>
                    <a:cubicBezTo>
                      <a:pt x="95" y="14"/>
                      <a:pt x="99" y="19"/>
                      <a:pt x="103" y="24"/>
                    </a:cubicBezTo>
                    <a:cubicBezTo>
                      <a:pt x="103" y="25"/>
                      <a:pt x="102" y="28"/>
                      <a:pt x="100" y="30"/>
                    </a:cubicBezTo>
                    <a:cubicBezTo>
                      <a:pt x="99" y="32"/>
                      <a:pt x="97" y="34"/>
                      <a:pt x="96" y="37"/>
                    </a:cubicBezTo>
                    <a:cubicBezTo>
                      <a:pt x="95" y="40"/>
                      <a:pt x="99" y="44"/>
                      <a:pt x="103" y="45"/>
                    </a:cubicBezTo>
                    <a:cubicBezTo>
                      <a:pt x="115" y="47"/>
                      <a:pt x="114" y="45"/>
                      <a:pt x="114" y="57"/>
                    </a:cubicBezTo>
                    <a:cubicBezTo>
                      <a:pt x="114" y="69"/>
                      <a:pt x="115" y="67"/>
                      <a:pt x="104" y="69"/>
                    </a:cubicBezTo>
                    <a:cubicBezTo>
                      <a:pt x="96" y="70"/>
                      <a:pt x="94" y="75"/>
                      <a:pt x="99" y="81"/>
                    </a:cubicBezTo>
                    <a:cubicBezTo>
                      <a:pt x="100" y="83"/>
                      <a:pt x="101" y="84"/>
                      <a:pt x="102" y="85"/>
                    </a:cubicBezTo>
                    <a:cubicBezTo>
                      <a:pt x="104" y="88"/>
                      <a:pt x="104" y="90"/>
                      <a:pt x="101" y="93"/>
                    </a:cubicBezTo>
                    <a:cubicBezTo>
                      <a:pt x="98" y="95"/>
                      <a:pt x="96" y="98"/>
                      <a:pt x="93" y="101"/>
                    </a:cubicBezTo>
                    <a:cubicBezTo>
                      <a:pt x="92" y="102"/>
                      <a:pt x="90" y="103"/>
                      <a:pt x="89" y="104"/>
                    </a:cubicBezTo>
                    <a:close/>
                    <a:moveTo>
                      <a:pt x="34" y="57"/>
                    </a:moveTo>
                    <a:cubicBezTo>
                      <a:pt x="34" y="69"/>
                      <a:pt x="45" y="80"/>
                      <a:pt x="57" y="80"/>
                    </a:cubicBezTo>
                    <a:cubicBezTo>
                      <a:pt x="69" y="80"/>
                      <a:pt x="80" y="69"/>
                      <a:pt x="80" y="57"/>
                    </a:cubicBezTo>
                    <a:cubicBezTo>
                      <a:pt x="80" y="45"/>
                      <a:pt x="70" y="34"/>
                      <a:pt x="57" y="34"/>
                    </a:cubicBezTo>
                    <a:cubicBezTo>
                      <a:pt x="44" y="34"/>
                      <a:pt x="34" y="44"/>
                      <a:pt x="34" y="5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82" name="Freeform 1167">
                <a:extLst>
                  <a:ext uri="{FF2B5EF4-FFF2-40B4-BE49-F238E27FC236}">
                    <a16:creationId xmlns="" xmlns:a16="http://schemas.microsoft.com/office/drawing/2014/main" id="{47BF8A29-688A-4383-A7DE-7C748E8A5460}"/>
                  </a:ext>
                </a:extLst>
              </p:cNvPr>
              <p:cNvSpPr>
                <a:spLocks noEditPoints="1"/>
              </p:cNvSpPr>
              <p:nvPr/>
            </p:nvSpPr>
            <p:spPr bwMode="auto">
              <a:xfrm>
                <a:off x="11281311" y="922791"/>
                <a:ext cx="45919" cy="41891"/>
              </a:xfrm>
              <a:custGeom>
                <a:avLst/>
                <a:gdLst>
                  <a:gd name="T0" fmla="*/ 47 w 72"/>
                  <a:gd name="T1" fmla="*/ 65 h 66"/>
                  <a:gd name="T2" fmla="*/ 42 w 72"/>
                  <a:gd name="T3" fmla="*/ 60 h 66"/>
                  <a:gd name="T4" fmla="*/ 30 w 72"/>
                  <a:gd name="T5" fmla="*/ 60 h 66"/>
                  <a:gd name="T6" fmla="*/ 25 w 72"/>
                  <a:gd name="T7" fmla="*/ 65 h 66"/>
                  <a:gd name="T8" fmla="*/ 15 w 72"/>
                  <a:gd name="T9" fmla="*/ 59 h 66"/>
                  <a:gd name="T10" fmla="*/ 15 w 72"/>
                  <a:gd name="T11" fmla="*/ 56 h 66"/>
                  <a:gd name="T12" fmla="*/ 16 w 72"/>
                  <a:gd name="T13" fmla="*/ 51 h 66"/>
                  <a:gd name="T14" fmla="*/ 11 w 72"/>
                  <a:gd name="T15" fmla="*/ 41 h 66"/>
                  <a:gd name="T16" fmla="*/ 3 w 72"/>
                  <a:gd name="T17" fmla="*/ 28 h 66"/>
                  <a:gd name="T18" fmla="*/ 6 w 72"/>
                  <a:gd name="T19" fmla="*/ 26 h 66"/>
                  <a:gd name="T20" fmla="*/ 13 w 72"/>
                  <a:gd name="T21" fmla="*/ 25 h 66"/>
                  <a:gd name="T22" fmla="*/ 17 w 72"/>
                  <a:gd name="T23" fmla="*/ 17 h 66"/>
                  <a:gd name="T24" fmla="*/ 16 w 72"/>
                  <a:gd name="T25" fmla="*/ 13 h 66"/>
                  <a:gd name="T26" fmla="*/ 18 w 72"/>
                  <a:gd name="T27" fmla="*/ 4 h 66"/>
                  <a:gd name="T28" fmla="*/ 31 w 72"/>
                  <a:gd name="T29" fmla="*/ 7 h 66"/>
                  <a:gd name="T30" fmla="*/ 42 w 72"/>
                  <a:gd name="T31" fmla="*/ 7 h 66"/>
                  <a:gd name="T32" fmla="*/ 58 w 72"/>
                  <a:gd name="T33" fmla="*/ 7 h 66"/>
                  <a:gd name="T34" fmla="*/ 58 w 72"/>
                  <a:gd name="T35" fmla="*/ 11 h 66"/>
                  <a:gd name="T36" fmla="*/ 56 w 72"/>
                  <a:gd name="T37" fmla="*/ 18 h 66"/>
                  <a:gd name="T38" fmla="*/ 59 w 72"/>
                  <a:gd name="T39" fmla="*/ 24 h 66"/>
                  <a:gd name="T40" fmla="*/ 62 w 72"/>
                  <a:gd name="T41" fmla="*/ 25 h 66"/>
                  <a:gd name="T42" fmla="*/ 70 w 72"/>
                  <a:gd name="T43" fmla="*/ 37 h 66"/>
                  <a:gd name="T44" fmla="*/ 67 w 72"/>
                  <a:gd name="T45" fmla="*/ 41 h 66"/>
                  <a:gd name="T46" fmla="*/ 60 w 72"/>
                  <a:gd name="T47" fmla="*/ 42 h 66"/>
                  <a:gd name="T48" fmla="*/ 56 w 72"/>
                  <a:gd name="T49" fmla="*/ 49 h 66"/>
                  <a:gd name="T50" fmla="*/ 57 w 72"/>
                  <a:gd name="T51" fmla="*/ 53 h 66"/>
                  <a:gd name="T52" fmla="*/ 47 w 72"/>
                  <a:gd name="T53" fmla="*/ 65 h 66"/>
                  <a:gd name="T54" fmla="*/ 36 w 72"/>
                  <a:gd name="T55" fmla="*/ 22 h 66"/>
                  <a:gd name="T56" fmla="*/ 25 w 72"/>
                  <a:gd name="T57" fmla="*/ 33 h 66"/>
                  <a:gd name="T58" fmla="*/ 36 w 72"/>
                  <a:gd name="T59" fmla="*/ 45 h 66"/>
                  <a:gd name="T60" fmla="*/ 48 w 72"/>
                  <a:gd name="T61" fmla="*/ 33 h 66"/>
                  <a:gd name="T62" fmla="*/ 36 w 72"/>
                  <a:gd name="T63" fmla="*/ 2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2" h="66">
                    <a:moveTo>
                      <a:pt x="47" y="65"/>
                    </a:moveTo>
                    <a:cubicBezTo>
                      <a:pt x="46" y="64"/>
                      <a:pt x="44" y="62"/>
                      <a:pt x="42" y="60"/>
                    </a:cubicBezTo>
                    <a:cubicBezTo>
                      <a:pt x="37" y="54"/>
                      <a:pt x="36" y="54"/>
                      <a:pt x="30" y="60"/>
                    </a:cubicBezTo>
                    <a:cubicBezTo>
                      <a:pt x="29" y="62"/>
                      <a:pt x="26" y="65"/>
                      <a:pt x="25" y="65"/>
                    </a:cubicBezTo>
                    <a:cubicBezTo>
                      <a:pt x="21" y="64"/>
                      <a:pt x="18" y="62"/>
                      <a:pt x="15" y="59"/>
                    </a:cubicBezTo>
                    <a:cubicBezTo>
                      <a:pt x="14" y="59"/>
                      <a:pt x="14" y="57"/>
                      <a:pt x="15" y="56"/>
                    </a:cubicBezTo>
                    <a:cubicBezTo>
                      <a:pt x="15" y="54"/>
                      <a:pt x="16" y="53"/>
                      <a:pt x="16" y="51"/>
                    </a:cubicBezTo>
                    <a:cubicBezTo>
                      <a:pt x="19" y="45"/>
                      <a:pt x="17" y="42"/>
                      <a:pt x="11" y="41"/>
                    </a:cubicBezTo>
                    <a:cubicBezTo>
                      <a:pt x="3" y="40"/>
                      <a:pt x="0" y="36"/>
                      <a:pt x="3" y="28"/>
                    </a:cubicBezTo>
                    <a:cubicBezTo>
                      <a:pt x="3" y="27"/>
                      <a:pt x="5" y="26"/>
                      <a:pt x="6" y="26"/>
                    </a:cubicBezTo>
                    <a:cubicBezTo>
                      <a:pt x="8" y="25"/>
                      <a:pt x="10" y="25"/>
                      <a:pt x="13" y="25"/>
                    </a:cubicBezTo>
                    <a:cubicBezTo>
                      <a:pt x="17" y="24"/>
                      <a:pt x="18" y="21"/>
                      <a:pt x="17" y="17"/>
                    </a:cubicBezTo>
                    <a:cubicBezTo>
                      <a:pt x="17" y="16"/>
                      <a:pt x="16" y="14"/>
                      <a:pt x="16" y="13"/>
                    </a:cubicBezTo>
                    <a:cubicBezTo>
                      <a:pt x="13" y="9"/>
                      <a:pt x="14" y="7"/>
                      <a:pt x="18" y="4"/>
                    </a:cubicBezTo>
                    <a:cubicBezTo>
                      <a:pt x="26" y="0"/>
                      <a:pt x="25" y="0"/>
                      <a:pt x="31" y="7"/>
                    </a:cubicBezTo>
                    <a:cubicBezTo>
                      <a:pt x="35" y="12"/>
                      <a:pt x="38" y="12"/>
                      <a:pt x="42" y="7"/>
                    </a:cubicBezTo>
                    <a:cubicBezTo>
                      <a:pt x="47" y="1"/>
                      <a:pt x="53" y="1"/>
                      <a:pt x="58" y="7"/>
                    </a:cubicBezTo>
                    <a:cubicBezTo>
                      <a:pt x="58" y="8"/>
                      <a:pt x="59" y="9"/>
                      <a:pt x="58" y="11"/>
                    </a:cubicBezTo>
                    <a:cubicBezTo>
                      <a:pt x="58" y="13"/>
                      <a:pt x="56" y="15"/>
                      <a:pt x="56" y="18"/>
                    </a:cubicBezTo>
                    <a:cubicBezTo>
                      <a:pt x="56" y="20"/>
                      <a:pt x="58" y="22"/>
                      <a:pt x="59" y="24"/>
                    </a:cubicBezTo>
                    <a:cubicBezTo>
                      <a:pt x="59" y="25"/>
                      <a:pt x="61" y="25"/>
                      <a:pt x="62" y="25"/>
                    </a:cubicBezTo>
                    <a:cubicBezTo>
                      <a:pt x="71" y="26"/>
                      <a:pt x="72" y="29"/>
                      <a:pt x="70" y="37"/>
                    </a:cubicBezTo>
                    <a:cubicBezTo>
                      <a:pt x="70" y="39"/>
                      <a:pt x="68" y="40"/>
                      <a:pt x="67" y="41"/>
                    </a:cubicBezTo>
                    <a:cubicBezTo>
                      <a:pt x="65" y="42"/>
                      <a:pt x="62" y="41"/>
                      <a:pt x="60" y="42"/>
                    </a:cubicBezTo>
                    <a:cubicBezTo>
                      <a:pt x="56" y="43"/>
                      <a:pt x="55" y="46"/>
                      <a:pt x="56" y="49"/>
                    </a:cubicBezTo>
                    <a:cubicBezTo>
                      <a:pt x="56" y="51"/>
                      <a:pt x="57" y="52"/>
                      <a:pt x="57" y="53"/>
                    </a:cubicBezTo>
                    <a:cubicBezTo>
                      <a:pt x="59" y="58"/>
                      <a:pt x="54" y="66"/>
                      <a:pt x="47" y="65"/>
                    </a:cubicBezTo>
                    <a:close/>
                    <a:moveTo>
                      <a:pt x="36" y="22"/>
                    </a:moveTo>
                    <a:cubicBezTo>
                      <a:pt x="31" y="22"/>
                      <a:pt x="25" y="28"/>
                      <a:pt x="25" y="33"/>
                    </a:cubicBezTo>
                    <a:cubicBezTo>
                      <a:pt x="25" y="39"/>
                      <a:pt x="31" y="45"/>
                      <a:pt x="36" y="45"/>
                    </a:cubicBezTo>
                    <a:cubicBezTo>
                      <a:pt x="42" y="45"/>
                      <a:pt x="48" y="39"/>
                      <a:pt x="48" y="33"/>
                    </a:cubicBezTo>
                    <a:cubicBezTo>
                      <a:pt x="48" y="27"/>
                      <a:pt x="42" y="22"/>
                      <a:pt x="36" y="2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83" name="Freeform 1168">
                <a:extLst>
                  <a:ext uri="{FF2B5EF4-FFF2-40B4-BE49-F238E27FC236}">
                    <a16:creationId xmlns="" xmlns:a16="http://schemas.microsoft.com/office/drawing/2014/main" id="{62DDF850-BF2F-4250-888E-BEF179392480}"/>
                  </a:ext>
                </a:extLst>
              </p:cNvPr>
              <p:cNvSpPr>
                <a:spLocks noEditPoints="1"/>
              </p:cNvSpPr>
              <p:nvPr/>
            </p:nvSpPr>
            <p:spPr bwMode="auto">
              <a:xfrm>
                <a:off x="11281311" y="865594"/>
                <a:ext cx="45919" cy="41354"/>
              </a:xfrm>
              <a:custGeom>
                <a:avLst/>
                <a:gdLst>
                  <a:gd name="T0" fmla="*/ 59 w 72"/>
                  <a:gd name="T1" fmla="*/ 9 h 65"/>
                  <a:gd name="T2" fmla="*/ 56 w 72"/>
                  <a:gd name="T3" fmla="*/ 16 h 65"/>
                  <a:gd name="T4" fmla="*/ 60 w 72"/>
                  <a:gd name="T5" fmla="*/ 24 h 65"/>
                  <a:gd name="T6" fmla="*/ 62 w 72"/>
                  <a:gd name="T7" fmla="*/ 24 h 65"/>
                  <a:gd name="T8" fmla="*/ 70 w 72"/>
                  <a:gd name="T9" fmla="*/ 37 h 65"/>
                  <a:gd name="T10" fmla="*/ 67 w 72"/>
                  <a:gd name="T11" fmla="*/ 40 h 65"/>
                  <a:gd name="T12" fmla="*/ 61 w 72"/>
                  <a:gd name="T13" fmla="*/ 41 h 65"/>
                  <a:gd name="T14" fmla="*/ 56 w 72"/>
                  <a:gd name="T15" fmla="*/ 49 h 65"/>
                  <a:gd name="T16" fmla="*/ 56 w 72"/>
                  <a:gd name="T17" fmla="*/ 50 h 65"/>
                  <a:gd name="T18" fmla="*/ 49 w 72"/>
                  <a:gd name="T19" fmla="*/ 64 h 65"/>
                  <a:gd name="T20" fmla="*/ 46 w 72"/>
                  <a:gd name="T21" fmla="*/ 63 h 65"/>
                  <a:gd name="T22" fmla="*/ 41 w 72"/>
                  <a:gd name="T23" fmla="*/ 58 h 65"/>
                  <a:gd name="T24" fmla="*/ 31 w 72"/>
                  <a:gd name="T25" fmla="*/ 58 h 65"/>
                  <a:gd name="T26" fmla="*/ 31 w 72"/>
                  <a:gd name="T27" fmla="*/ 59 h 65"/>
                  <a:gd name="T28" fmla="*/ 15 w 72"/>
                  <a:gd name="T29" fmla="*/ 59 h 65"/>
                  <a:gd name="T30" fmla="*/ 15 w 72"/>
                  <a:gd name="T31" fmla="*/ 55 h 65"/>
                  <a:gd name="T32" fmla="*/ 17 w 72"/>
                  <a:gd name="T33" fmla="*/ 50 h 65"/>
                  <a:gd name="T34" fmla="*/ 12 w 72"/>
                  <a:gd name="T35" fmla="*/ 41 h 65"/>
                  <a:gd name="T36" fmla="*/ 11 w 72"/>
                  <a:gd name="T37" fmla="*/ 41 h 65"/>
                  <a:gd name="T38" fmla="*/ 3 w 72"/>
                  <a:gd name="T39" fmla="*/ 28 h 65"/>
                  <a:gd name="T40" fmla="*/ 5 w 72"/>
                  <a:gd name="T41" fmla="*/ 25 h 65"/>
                  <a:gd name="T42" fmla="*/ 11 w 72"/>
                  <a:gd name="T43" fmla="*/ 24 h 65"/>
                  <a:gd name="T44" fmla="*/ 17 w 72"/>
                  <a:gd name="T45" fmla="*/ 15 h 65"/>
                  <a:gd name="T46" fmla="*/ 15 w 72"/>
                  <a:gd name="T47" fmla="*/ 11 h 65"/>
                  <a:gd name="T48" fmla="*/ 17 w 72"/>
                  <a:gd name="T49" fmla="*/ 5 h 65"/>
                  <a:gd name="T50" fmla="*/ 20 w 72"/>
                  <a:gd name="T51" fmla="*/ 3 h 65"/>
                  <a:gd name="T52" fmla="*/ 30 w 72"/>
                  <a:gd name="T53" fmla="*/ 5 h 65"/>
                  <a:gd name="T54" fmla="*/ 43 w 72"/>
                  <a:gd name="T55" fmla="*/ 5 h 65"/>
                  <a:gd name="T56" fmla="*/ 48 w 72"/>
                  <a:gd name="T57" fmla="*/ 1 h 65"/>
                  <a:gd name="T58" fmla="*/ 58 w 72"/>
                  <a:gd name="T59" fmla="*/ 6 h 65"/>
                  <a:gd name="T60" fmla="*/ 59 w 72"/>
                  <a:gd name="T61" fmla="*/ 9 h 65"/>
                  <a:gd name="T62" fmla="*/ 48 w 72"/>
                  <a:gd name="T63" fmla="*/ 33 h 65"/>
                  <a:gd name="T64" fmla="*/ 37 w 72"/>
                  <a:gd name="T65" fmla="*/ 21 h 65"/>
                  <a:gd name="T66" fmla="*/ 25 w 72"/>
                  <a:gd name="T67" fmla="*/ 33 h 65"/>
                  <a:gd name="T68" fmla="*/ 36 w 72"/>
                  <a:gd name="T69" fmla="*/ 44 h 65"/>
                  <a:gd name="T70" fmla="*/ 48 w 72"/>
                  <a:gd name="T71" fmla="*/ 3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65">
                    <a:moveTo>
                      <a:pt x="59" y="9"/>
                    </a:moveTo>
                    <a:cubicBezTo>
                      <a:pt x="58" y="11"/>
                      <a:pt x="57" y="14"/>
                      <a:pt x="56" y="16"/>
                    </a:cubicBezTo>
                    <a:cubicBezTo>
                      <a:pt x="54" y="20"/>
                      <a:pt x="56" y="23"/>
                      <a:pt x="60" y="24"/>
                    </a:cubicBezTo>
                    <a:cubicBezTo>
                      <a:pt x="61" y="24"/>
                      <a:pt x="61" y="24"/>
                      <a:pt x="62" y="24"/>
                    </a:cubicBezTo>
                    <a:cubicBezTo>
                      <a:pt x="71" y="26"/>
                      <a:pt x="72" y="28"/>
                      <a:pt x="70" y="37"/>
                    </a:cubicBezTo>
                    <a:cubicBezTo>
                      <a:pt x="70" y="38"/>
                      <a:pt x="68" y="39"/>
                      <a:pt x="67" y="40"/>
                    </a:cubicBezTo>
                    <a:cubicBezTo>
                      <a:pt x="65" y="41"/>
                      <a:pt x="63" y="41"/>
                      <a:pt x="61" y="41"/>
                    </a:cubicBezTo>
                    <a:cubicBezTo>
                      <a:pt x="56" y="42"/>
                      <a:pt x="54" y="45"/>
                      <a:pt x="56" y="49"/>
                    </a:cubicBezTo>
                    <a:cubicBezTo>
                      <a:pt x="56" y="50"/>
                      <a:pt x="56" y="50"/>
                      <a:pt x="56" y="50"/>
                    </a:cubicBezTo>
                    <a:cubicBezTo>
                      <a:pt x="60" y="58"/>
                      <a:pt x="57" y="63"/>
                      <a:pt x="49" y="64"/>
                    </a:cubicBezTo>
                    <a:cubicBezTo>
                      <a:pt x="48" y="65"/>
                      <a:pt x="47" y="64"/>
                      <a:pt x="46" y="63"/>
                    </a:cubicBezTo>
                    <a:cubicBezTo>
                      <a:pt x="44" y="62"/>
                      <a:pt x="43" y="60"/>
                      <a:pt x="41" y="58"/>
                    </a:cubicBezTo>
                    <a:cubicBezTo>
                      <a:pt x="38" y="54"/>
                      <a:pt x="35" y="54"/>
                      <a:pt x="31" y="58"/>
                    </a:cubicBezTo>
                    <a:cubicBezTo>
                      <a:pt x="31" y="58"/>
                      <a:pt x="31" y="59"/>
                      <a:pt x="31" y="59"/>
                    </a:cubicBezTo>
                    <a:cubicBezTo>
                      <a:pt x="26" y="65"/>
                      <a:pt x="21" y="65"/>
                      <a:pt x="15" y="59"/>
                    </a:cubicBezTo>
                    <a:cubicBezTo>
                      <a:pt x="14" y="58"/>
                      <a:pt x="14" y="57"/>
                      <a:pt x="15" y="55"/>
                    </a:cubicBezTo>
                    <a:cubicBezTo>
                      <a:pt x="15" y="53"/>
                      <a:pt x="16" y="52"/>
                      <a:pt x="17" y="50"/>
                    </a:cubicBezTo>
                    <a:cubicBezTo>
                      <a:pt x="19" y="45"/>
                      <a:pt x="17" y="42"/>
                      <a:pt x="12" y="41"/>
                    </a:cubicBezTo>
                    <a:cubicBezTo>
                      <a:pt x="12" y="41"/>
                      <a:pt x="11" y="41"/>
                      <a:pt x="11" y="41"/>
                    </a:cubicBezTo>
                    <a:cubicBezTo>
                      <a:pt x="3" y="40"/>
                      <a:pt x="0" y="36"/>
                      <a:pt x="3" y="28"/>
                    </a:cubicBezTo>
                    <a:cubicBezTo>
                      <a:pt x="3" y="27"/>
                      <a:pt x="4" y="26"/>
                      <a:pt x="5" y="25"/>
                    </a:cubicBezTo>
                    <a:cubicBezTo>
                      <a:pt x="7" y="25"/>
                      <a:pt x="9" y="24"/>
                      <a:pt x="11" y="24"/>
                    </a:cubicBezTo>
                    <a:cubicBezTo>
                      <a:pt x="17" y="23"/>
                      <a:pt x="19" y="21"/>
                      <a:pt x="17" y="15"/>
                    </a:cubicBezTo>
                    <a:cubicBezTo>
                      <a:pt x="16" y="14"/>
                      <a:pt x="15" y="12"/>
                      <a:pt x="15" y="11"/>
                    </a:cubicBezTo>
                    <a:cubicBezTo>
                      <a:pt x="14" y="8"/>
                      <a:pt x="14" y="6"/>
                      <a:pt x="17" y="5"/>
                    </a:cubicBezTo>
                    <a:cubicBezTo>
                      <a:pt x="18" y="4"/>
                      <a:pt x="19" y="4"/>
                      <a:pt x="20" y="3"/>
                    </a:cubicBezTo>
                    <a:cubicBezTo>
                      <a:pt x="26" y="0"/>
                      <a:pt x="26" y="0"/>
                      <a:pt x="30" y="5"/>
                    </a:cubicBezTo>
                    <a:cubicBezTo>
                      <a:pt x="35" y="12"/>
                      <a:pt x="37" y="12"/>
                      <a:pt x="43" y="5"/>
                    </a:cubicBezTo>
                    <a:cubicBezTo>
                      <a:pt x="44" y="3"/>
                      <a:pt x="47" y="0"/>
                      <a:pt x="48" y="1"/>
                    </a:cubicBezTo>
                    <a:cubicBezTo>
                      <a:pt x="52" y="2"/>
                      <a:pt x="55" y="4"/>
                      <a:pt x="58" y="6"/>
                    </a:cubicBezTo>
                    <a:cubicBezTo>
                      <a:pt x="59" y="7"/>
                      <a:pt x="59" y="8"/>
                      <a:pt x="59" y="9"/>
                    </a:cubicBezTo>
                    <a:close/>
                    <a:moveTo>
                      <a:pt x="48" y="33"/>
                    </a:moveTo>
                    <a:cubicBezTo>
                      <a:pt x="48" y="27"/>
                      <a:pt x="43" y="21"/>
                      <a:pt x="37" y="21"/>
                    </a:cubicBezTo>
                    <a:cubicBezTo>
                      <a:pt x="31" y="21"/>
                      <a:pt x="25" y="27"/>
                      <a:pt x="25" y="33"/>
                    </a:cubicBezTo>
                    <a:cubicBezTo>
                      <a:pt x="25" y="38"/>
                      <a:pt x="30" y="44"/>
                      <a:pt x="36" y="44"/>
                    </a:cubicBezTo>
                    <a:cubicBezTo>
                      <a:pt x="42" y="44"/>
                      <a:pt x="48" y="39"/>
                      <a:pt x="48"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302" name="Freeform 1169">
              <a:extLst>
                <a:ext uri="{FF2B5EF4-FFF2-40B4-BE49-F238E27FC236}">
                  <a16:creationId xmlns="" xmlns:a16="http://schemas.microsoft.com/office/drawing/2014/main" id="{47A0CD7B-178D-4BED-A767-DF1E71DDBCFE}"/>
                </a:ext>
              </a:extLst>
            </p:cNvPr>
            <p:cNvSpPr>
              <a:spLocks noEditPoints="1"/>
            </p:cNvSpPr>
            <p:nvPr/>
          </p:nvSpPr>
          <p:spPr bwMode="auto">
            <a:xfrm>
              <a:off x="10905637" y="242602"/>
              <a:ext cx="72503" cy="74383"/>
            </a:xfrm>
            <a:custGeom>
              <a:avLst/>
              <a:gdLst>
                <a:gd name="T0" fmla="*/ 88 w 114"/>
                <a:gd name="T1" fmla="*/ 105 h 117"/>
                <a:gd name="T2" fmla="*/ 81 w 114"/>
                <a:gd name="T3" fmla="*/ 99 h 117"/>
                <a:gd name="T4" fmla="*/ 75 w 114"/>
                <a:gd name="T5" fmla="*/ 97 h 117"/>
                <a:gd name="T6" fmla="*/ 69 w 114"/>
                <a:gd name="T7" fmla="*/ 103 h 117"/>
                <a:gd name="T8" fmla="*/ 56 w 114"/>
                <a:gd name="T9" fmla="*/ 114 h 117"/>
                <a:gd name="T10" fmla="*/ 45 w 114"/>
                <a:gd name="T11" fmla="*/ 104 h 117"/>
                <a:gd name="T12" fmla="*/ 32 w 114"/>
                <a:gd name="T13" fmla="*/ 99 h 117"/>
                <a:gd name="T14" fmla="*/ 28 w 114"/>
                <a:gd name="T15" fmla="*/ 102 h 117"/>
                <a:gd name="T16" fmla="*/ 21 w 114"/>
                <a:gd name="T17" fmla="*/ 102 h 117"/>
                <a:gd name="T18" fmla="*/ 13 w 114"/>
                <a:gd name="T19" fmla="*/ 93 h 117"/>
                <a:gd name="T20" fmla="*/ 12 w 114"/>
                <a:gd name="T21" fmla="*/ 85 h 117"/>
                <a:gd name="T22" fmla="*/ 16 w 114"/>
                <a:gd name="T23" fmla="*/ 80 h 117"/>
                <a:gd name="T24" fmla="*/ 13 w 114"/>
                <a:gd name="T25" fmla="*/ 70 h 117"/>
                <a:gd name="T26" fmla="*/ 11 w 114"/>
                <a:gd name="T27" fmla="*/ 70 h 117"/>
                <a:gd name="T28" fmla="*/ 1 w 114"/>
                <a:gd name="T29" fmla="*/ 66 h 117"/>
                <a:gd name="T30" fmla="*/ 1 w 114"/>
                <a:gd name="T31" fmla="*/ 49 h 117"/>
                <a:gd name="T32" fmla="*/ 4 w 114"/>
                <a:gd name="T33" fmla="*/ 47 h 117"/>
                <a:gd name="T34" fmla="*/ 12 w 114"/>
                <a:gd name="T35" fmla="*/ 45 h 117"/>
                <a:gd name="T36" fmla="*/ 16 w 114"/>
                <a:gd name="T37" fmla="*/ 34 h 117"/>
                <a:gd name="T38" fmla="*/ 18 w 114"/>
                <a:gd name="T39" fmla="*/ 17 h 117"/>
                <a:gd name="T40" fmla="*/ 20 w 114"/>
                <a:gd name="T41" fmla="*/ 14 h 117"/>
                <a:gd name="T42" fmla="*/ 29 w 114"/>
                <a:gd name="T43" fmla="*/ 13 h 117"/>
                <a:gd name="T44" fmla="*/ 35 w 114"/>
                <a:gd name="T45" fmla="*/ 18 h 117"/>
                <a:gd name="T46" fmla="*/ 44 w 114"/>
                <a:gd name="T47" fmla="*/ 14 h 117"/>
                <a:gd name="T48" fmla="*/ 48 w 114"/>
                <a:gd name="T49" fmla="*/ 2 h 117"/>
                <a:gd name="T50" fmla="*/ 65 w 114"/>
                <a:gd name="T51" fmla="*/ 1 h 117"/>
                <a:gd name="T52" fmla="*/ 68 w 114"/>
                <a:gd name="T53" fmla="*/ 5 h 117"/>
                <a:gd name="T54" fmla="*/ 69 w 114"/>
                <a:gd name="T55" fmla="*/ 13 h 117"/>
                <a:gd name="T56" fmla="*/ 80 w 114"/>
                <a:gd name="T57" fmla="*/ 17 h 117"/>
                <a:gd name="T58" fmla="*/ 80 w 114"/>
                <a:gd name="T59" fmla="*/ 17 h 117"/>
                <a:gd name="T60" fmla="*/ 89 w 114"/>
                <a:gd name="T61" fmla="*/ 12 h 117"/>
                <a:gd name="T62" fmla="*/ 102 w 114"/>
                <a:gd name="T63" fmla="*/ 25 h 117"/>
                <a:gd name="T64" fmla="*/ 100 w 114"/>
                <a:gd name="T65" fmla="*/ 31 h 117"/>
                <a:gd name="T66" fmla="*/ 95 w 114"/>
                <a:gd name="T67" fmla="*/ 38 h 117"/>
                <a:gd name="T68" fmla="*/ 103 w 114"/>
                <a:gd name="T69" fmla="*/ 46 h 117"/>
                <a:gd name="T70" fmla="*/ 114 w 114"/>
                <a:gd name="T71" fmla="*/ 58 h 117"/>
                <a:gd name="T72" fmla="*/ 103 w 114"/>
                <a:gd name="T73" fmla="*/ 70 h 117"/>
                <a:gd name="T74" fmla="*/ 98 w 114"/>
                <a:gd name="T75" fmla="*/ 82 h 117"/>
                <a:gd name="T76" fmla="*/ 101 w 114"/>
                <a:gd name="T77" fmla="*/ 86 h 117"/>
                <a:gd name="T78" fmla="*/ 101 w 114"/>
                <a:gd name="T79" fmla="*/ 93 h 117"/>
                <a:gd name="T80" fmla="*/ 92 w 114"/>
                <a:gd name="T81" fmla="*/ 102 h 117"/>
                <a:gd name="T82" fmla="*/ 88 w 114"/>
                <a:gd name="T83" fmla="*/ 105 h 117"/>
                <a:gd name="T84" fmla="*/ 34 w 114"/>
                <a:gd name="T85" fmla="*/ 58 h 117"/>
                <a:gd name="T86" fmla="*/ 57 w 114"/>
                <a:gd name="T87" fmla="*/ 80 h 117"/>
                <a:gd name="T88" fmla="*/ 80 w 114"/>
                <a:gd name="T89" fmla="*/ 58 h 117"/>
                <a:gd name="T90" fmla="*/ 57 w 114"/>
                <a:gd name="T91" fmla="*/ 35 h 117"/>
                <a:gd name="T92" fmla="*/ 34 w 114"/>
                <a:gd name="T93" fmla="*/ 58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4" h="117">
                  <a:moveTo>
                    <a:pt x="88" y="105"/>
                  </a:moveTo>
                  <a:cubicBezTo>
                    <a:pt x="86" y="103"/>
                    <a:pt x="83" y="101"/>
                    <a:pt x="81" y="99"/>
                  </a:cubicBezTo>
                  <a:cubicBezTo>
                    <a:pt x="79" y="98"/>
                    <a:pt x="77" y="97"/>
                    <a:pt x="75" y="97"/>
                  </a:cubicBezTo>
                  <a:cubicBezTo>
                    <a:pt x="71" y="97"/>
                    <a:pt x="69" y="99"/>
                    <a:pt x="69" y="103"/>
                  </a:cubicBezTo>
                  <a:cubicBezTo>
                    <a:pt x="67" y="117"/>
                    <a:pt x="68" y="114"/>
                    <a:pt x="56" y="114"/>
                  </a:cubicBezTo>
                  <a:cubicBezTo>
                    <a:pt x="46" y="114"/>
                    <a:pt x="46" y="116"/>
                    <a:pt x="45" y="104"/>
                  </a:cubicBezTo>
                  <a:cubicBezTo>
                    <a:pt x="44" y="96"/>
                    <a:pt x="39" y="94"/>
                    <a:pt x="32" y="99"/>
                  </a:cubicBezTo>
                  <a:cubicBezTo>
                    <a:pt x="31" y="100"/>
                    <a:pt x="30" y="101"/>
                    <a:pt x="28" y="102"/>
                  </a:cubicBezTo>
                  <a:cubicBezTo>
                    <a:pt x="26" y="105"/>
                    <a:pt x="24" y="104"/>
                    <a:pt x="21" y="102"/>
                  </a:cubicBezTo>
                  <a:cubicBezTo>
                    <a:pt x="19" y="99"/>
                    <a:pt x="16" y="96"/>
                    <a:pt x="13" y="93"/>
                  </a:cubicBezTo>
                  <a:cubicBezTo>
                    <a:pt x="10" y="91"/>
                    <a:pt x="10" y="88"/>
                    <a:pt x="12" y="85"/>
                  </a:cubicBezTo>
                  <a:cubicBezTo>
                    <a:pt x="14" y="84"/>
                    <a:pt x="15" y="82"/>
                    <a:pt x="16" y="80"/>
                  </a:cubicBezTo>
                  <a:cubicBezTo>
                    <a:pt x="19" y="77"/>
                    <a:pt x="17" y="71"/>
                    <a:pt x="13" y="70"/>
                  </a:cubicBezTo>
                  <a:cubicBezTo>
                    <a:pt x="12" y="70"/>
                    <a:pt x="12" y="70"/>
                    <a:pt x="11" y="70"/>
                  </a:cubicBezTo>
                  <a:cubicBezTo>
                    <a:pt x="8" y="68"/>
                    <a:pt x="2" y="68"/>
                    <a:pt x="1" y="66"/>
                  </a:cubicBezTo>
                  <a:cubicBezTo>
                    <a:pt x="0" y="61"/>
                    <a:pt x="0" y="55"/>
                    <a:pt x="1" y="49"/>
                  </a:cubicBezTo>
                  <a:cubicBezTo>
                    <a:pt x="1" y="48"/>
                    <a:pt x="2" y="47"/>
                    <a:pt x="4" y="47"/>
                  </a:cubicBezTo>
                  <a:cubicBezTo>
                    <a:pt x="6" y="46"/>
                    <a:pt x="9" y="46"/>
                    <a:pt x="12" y="45"/>
                  </a:cubicBezTo>
                  <a:cubicBezTo>
                    <a:pt x="18" y="44"/>
                    <a:pt x="19" y="39"/>
                    <a:pt x="16" y="34"/>
                  </a:cubicBezTo>
                  <a:cubicBezTo>
                    <a:pt x="9" y="25"/>
                    <a:pt x="9" y="25"/>
                    <a:pt x="18" y="17"/>
                  </a:cubicBezTo>
                  <a:cubicBezTo>
                    <a:pt x="18" y="16"/>
                    <a:pt x="20" y="15"/>
                    <a:pt x="20" y="14"/>
                  </a:cubicBezTo>
                  <a:cubicBezTo>
                    <a:pt x="23" y="11"/>
                    <a:pt x="26" y="11"/>
                    <a:pt x="29" y="13"/>
                  </a:cubicBezTo>
                  <a:cubicBezTo>
                    <a:pt x="31" y="15"/>
                    <a:pt x="33" y="16"/>
                    <a:pt x="35" y="18"/>
                  </a:cubicBezTo>
                  <a:cubicBezTo>
                    <a:pt x="38" y="20"/>
                    <a:pt x="43" y="18"/>
                    <a:pt x="44" y="14"/>
                  </a:cubicBezTo>
                  <a:cubicBezTo>
                    <a:pt x="45" y="10"/>
                    <a:pt x="45" y="3"/>
                    <a:pt x="48" y="2"/>
                  </a:cubicBezTo>
                  <a:cubicBezTo>
                    <a:pt x="53" y="0"/>
                    <a:pt x="59" y="1"/>
                    <a:pt x="65" y="1"/>
                  </a:cubicBezTo>
                  <a:cubicBezTo>
                    <a:pt x="66" y="1"/>
                    <a:pt x="67" y="3"/>
                    <a:pt x="68" y="5"/>
                  </a:cubicBezTo>
                  <a:cubicBezTo>
                    <a:pt x="68" y="7"/>
                    <a:pt x="69" y="10"/>
                    <a:pt x="69" y="13"/>
                  </a:cubicBezTo>
                  <a:cubicBezTo>
                    <a:pt x="70" y="18"/>
                    <a:pt x="75" y="20"/>
                    <a:pt x="80" y="17"/>
                  </a:cubicBezTo>
                  <a:cubicBezTo>
                    <a:pt x="80" y="17"/>
                    <a:pt x="80" y="17"/>
                    <a:pt x="80" y="17"/>
                  </a:cubicBezTo>
                  <a:cubicBezTo>
                    <a:pt x="83" y="15"/>
                    <a:pt x="88" y="11"/>
                    <a:pt x="89" y="12"/>
                  </a:cubicBezTo>
                  <a:cubicBezTo>
                    <a:pt x="94" y="15"/>
                    <a:pt x="98" y="20"/>
                    <a:pt x="102" y="25"/>
                  </a:cubicBezTo>
                  <a:cubicBezTo>
                    <a:pt x="103" y="25"/>
                    <a:pt x="101" y="29"/>
                    <a:pt x="100" y="31"/>
                  </a:cubicBezTo>
                  <a:cubicBezTo>
                    <a:pt x="99" y="33"/>
                    <a:pt x="96" y="35"/>
                    <a:pt x="95" y="38"/>
                  </a:cubicBezTo>
                  <a:cubicBezTo>
                    <a:pt x="94" y="41"/>
                    <a:pt x="98" y="45"/>
                    <a:pt x="103" y="46"/>
                  </a:cubicBezTo>
                  <a:cubicBezTo>
                    <a:pt x="114" y="48"/>
                    <a:pt x="114" y="45"/>
                    <a:pt x="114" y="58"/>
                  </a:cubicBezTo>
                  <a:cubicBezTo>
                    <a:pt x="114" y="70"/>
                    <a:pt x="114" y="68"/>
                    <a:pt x="103" y="70"/>
                  </a:cubicBezTo>
                  <a:cubicBezTo>
                    <a:pt x="95" y="71"/>
                    <a:pt x="93" y="76"/>
                    <a:pt x="98" y="82"/>
                  </a:cubicBezTo>
                  <a:cubicBezTo>
                    <a:pt x="99" y="83"/>
                    <a:pt x="100" y="84"/>
                    <a:pt x="101" y="86"/>
                  </a:cubicBezTo>
                  <a:cubicBezTo>
                    <a:pt x="103" y="88"/>
                    <a:pt x="104" y="91"/>
                    <a:pt x="101" y="93"/>
                  </a:cubicBezTo>
                  <a:cubicBezTo>
                    <a:pt x="98" y="96"/>
                    <a:pt x="95" y="99"/>
                    <a:pt x="92" y="102"/>
                  </a:cubicBezTo>
                  <a:cubicBezTo>
                    <a:pt x="91" y="103"/>
                    <a:pt x="90" y="103"/>
                    <a:pt x="88" y="105"/>
                  </a:cubicBezTo>
                  <a:close/>
                  <a:moveTo>
                    <a:pt x="34" y="58"/>
                  </a:moveTo>
                  <a:cubicBezTo>
                    <a:pt x="34" y="70"/>
                    <a:pt x="45" y="80"/>
                    <a:pt x="57" y="80"/>
                  </a:cubicBezTo>
                  <a:cubicBezTo>
                    <a:pt x="69" y="80"/>
                    <a:pt x="80" y="70"/>
                    <a:pt x="80" y="58"/>
                  </a:cubicBezTo>
                  <a:cubicBezTo>
                    <a:pt x="80" y="45"/>
                    <a:pt x="69" y="35"/>
                    <a:pt x="57" y="35"/>
                  </a:cubicBezTo>
                  <a:cubicBezTo>
                    <a:pt x="44" y="35"/>
                    <a:pt x="34" y="45"/>
                    <a:pt x="34" y="58"/>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3" name="Freeform 1170">
              <a:extLst>
                <a:ext uri="{FF2B5EF4-FFF2-40B4-BE49-F238E27FC236}">
                  <a16:creationId xmlns="" xmlns:a16="http://schemas.microsoft.com/office/drawing/2014/main" id="{326AAAF5-261C-4B65-8722-CFE391DD1BBE}"/>
                </a:ext>
              </a:extLst>
            </p:cNvPr>
            <p:cNvSpPr>
              <a:spLocks noEditPoints="1"/>
            </p:cNvSpPr>
            <p:nvPr/>
          </p:nvSpPr>
          <p:spPr bwMode="auto">
            <a:xfrm>
              <a:off x="10969279" y="287178"/>
              <a:ext cx="45650" cy="41354"/>
            </a:xfrm>
            <a:custGeom>
              <a:avLst/>
              <a:gdLst>
                <a:gd name="T0" fmla="*/ 47 w 72"/>
                <a:gd name="T1" fmla="*/ 65 h 65"/>
                <a:gd name="T2" fmla="*/ 42 w 72"/>
                <a:gd name="T3" fmla="*/ 60 h 65"/>
                <a:gd name="T4" fmla="*/ 30 w 72"/>
                <a:gd name="T5" fmla="*/ 60 h 65"/>
                <a:gd name="T6" fmla="*/ 24 w 72"/>
                <a:gd name="T7" fmla="*/ 65 h 65"/>
                <a:gd name="T8" fmla="*/ 14 w 72"/>
                <a:gd name="T9" fmla="*/ 59 h 65"/>
                <a:gd name="T10" fmla="*/ 14 w 72"/>
                <a:gd name="T11" fmla="*/ 55 h 65"/>
                <a:gd name="T12" fmla="*/ 16 w 72"/>
                <a:gd name="T13" fmla="*/ 51 h 65"/>
                <a:gd name="T14" fmla="*/ 11 w 72"/>
                <a:gd name="T15" fmla="*/ 41 h 65"/>
                <a:gd name="T16" fmla="*/ 2 w 72"/>
                <a:gd name="T17" fmla="*/ 28 h 65"/>
                <a:gd name="T18" fmla="*/ 5 w 72"/>
                <a:gd name="T19" fmla="*/ 26 h 65"/>
                <a:gd name="T20" fmla="*/ 12 w 72"/>
                <a:gd name="T21" fmla="*/ 24 h 65"/>
                <a:gd name="T22" fmla="*/ 17 w 72"/>
                <a:gd name="T23" fmla="*/ 17 h 65"/>
                <a:gd name="T24" fmla="*/ 15 w 72"/>
                <a:gd name="T25" fmla="*/ 13 h 65"/>
                <a:gd name="T26" fmla="*/ 18 w 72"/>
                <a:gd name="T27" fmla="*/ 4 h 65"/>
                <a:gd name="T28" fmla="*/ 30 w 72"/>
                <a:gd name="T29" fmla="*/ 6 h 65"/>
                <a:gd name="T30" fmla="*/ 42 w 72"/>
                <a:gd name="T31" fmla="*/ 6 h 65"/>
                <a:gd name="T32" fmla="*/ 57 w 72"/>
                <a:gd name="T33" fmla="*/ 6 h 65"/>
                <a:gd name="T34" fmla="*/ 58 w 72"/>
                <a:gd name="T35" fmla="*/ 10 h 65"/>
                <a:gd name="T36" fmla="*/ 55 w 72"/>
                <a:gd name="T37" fmla="*/ 17 h 65"/>
                <a:gd name="T38" fmla="*/ 59 w 72"/>
                <a:gd name="T39" fmla="*/ 24 h 65"/>
                <a:gd name="T40" fmla="*/ 62 w 72"/>
                <a:gd name="T41" fmla="*/ 25 h 65"/>
                <a:gd name="T42" fmla="*/ 70 w 72"/>
                <a:gd name="T43" fmla="*/ 37 h 65"/>
                <a:gd name="T44" fmla="*/ 66 w 72"/>
                <a:gd name="T45" fmla="*/ 40 h 65"/>
                <a:gd name="T46" fmla="*/ 59 w 72"/>
                <a:gd name="T47" fmla="*/ 42 h 65"/>
                <a:gd name="T48" fmla="*/ 56 w 72"/>
                <a:gd name="T49" fmla="*/ 49 h 65"/>
                <a:gd name="T50" fmla="*/ 57 w 72"/>
                <a:gd name="T51" fmla="*/ 52 h 65"/>
                <a:gd name="T52" fmla="*/ 47 w 72"/>
                <a:gd name="T53" fmla="*/ 65 h 65"/>
                <a:gd name="T54" fmla="*/ 36 w 72"/>
                <a:gd name="T55" fmla="*/ 21 h 65"/>
                <a:gd name="T56" fmla="*/ 25 w 72"/>
                <a:gd name="T57" fmla="*/ 33 h 65"/>
                <a:gd name="T58" fmla="*/ 36 w 72"/>
                <a:gd name="T59" fmla="*/ 44 h 65"/>
                <a:gd name="T60" fmla="*/ 48 w 72"/>
                <a:gd name="T61" fmla="*/ 33 h 65"/>
                <a:gd name="T62" fmla="*/ 36 w 72"/>
                <a:gd name="T63" fmla="*/ 2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2" h="65">
                  <a:moveTo>
                    <a:pt x="47" y="65"/>
                  </a:moveTo>
                  <a:cubicBezTo>
                    <a:pt x="46" y="63"/>
                    <a:pt x="44" y="62"/>
                    <a:pt x="42" y="60"/>
                  </a:cubicBezTo>
                  <a:cubicBezTo>
                    <a:pt x="37" y="53"/>
                    <a:pt x="35" y="54"/>
                    <a:pt x="30" y="60"/>
                  </a:cubicBezTo>
                  <a:cubicBezTo>
                    <a:pt x="28" y="62"/>
                    <a:pt x="26" y="65"/>
                    <a:pt x="24" y="65"/>
                  </a:cubicBezTo>
                  <a:cubicBezTo>
                    <a:pt x="21" y="64"/>
                    <a:pt x="18" y="61"/>
                    <a:pt x="14" y="59"/>
                  </a:cubicBezTo>
                  <a:cubicBezTo>
                    <a:pt x="14" y="59"/>
                    <a:pt x="14" y="57"/>
                    <a:pt x="14" y="55"/>
                  </a:cubicBezTo>
                  <a:cubicBezTo>
                    <a:pt x="15" y="54"/>
                    <a:pt x="15" y="52"/>
                    <a:pt x="16" y="51"/>
                  </a:cubicBezTo>
                  <a:cubicBezTo>
                    <a:pt x="18" y="45"/>
                    <a:pt x="17" y="42"/>
                    <a:pt x="11" y="41"/>
                  </a:cubicBezTo>
                  <a:cubicBezTo>
                    <a:pt x="2" y="40"/>
                    <a:pt x="0" y="36"/>
                    <a:pt x="2" y="28"/>
                  </a:cubicBezTo>
                  <a:cubicBezTo>
                    <a:pt x="3" y="27"/>
                    <a:pt x="4" y="26"/>
                    <a:pt x="5" y="26"/>
                  </a:cubicBezTo>
                  <a:cubicBezTo>
                    <a:pt x="8" y="25"/>
                    <a:pt x="10" y="25"/>
                    <a:pt x="12" y="24"/>
                  </a:cubicBezTo>
                  <a:cubicBezTo>
                    <a:pt x="16" y="24"/>
                    <a:pt x="18" y="21"/>
                    <a:pt x="17" y="17"/>
                  </a:cubicBezTo>
                  <a:cubicBezTo>
                    <a:pt x="16" y="15"/>
                    <a:pt x="16" y="14"/>
                    <a:pt x="15" y="13"/>
                  </a:cubicBezTo>
                  <a:cubicBezTo>
                    <a:pt x="13" y="9"/>
                    <a:pt x="14" y="6"/>
                    <a:pt x="18" y="4"/>
                  </a:cubicBezTo>
                  <a:cubicBezTo>
                    <a:pt x="25" y="0"/>
                    <a:pt x="25" y="0"/>
                    <a:pt x="30" y="6"/>
                  </a:cubicBezTo>
                  <a:cubicBezTo>
                    <a:pt x="35" y="12"/>
                    <a:pt x="37" y="12"/>
                    <a:pt x="42" y="6"/>
                  </a:cubicBezTo>
                  <a:cubicBezTo>
                    <a:pt x="47" y="0"/>
                    <a:pt x="53" y="0"/>
                    <a:pt x="57" y="6"/>
                  </a:cubicBezTo>
                  <a:cubicBezTo>
                    <a:pt x="58" y="7"/>
                    <a:pt x="58" y="9"/>
                    <a:pt x="58" y="10"/>
                  </a:cubicBezTo>
                  <a:cubicBezTo>
                    <a:pt x="57" y="13"/>
                    <a:pt x="55" y="15"/>
                    <a:pt x="55" y="17"/>
                  </a:cubicBezTo>
                  <a:cubicBezTo>
                    <a:pt x="56" y="20"/>
                    <a:pt x="57" y="22"/>
                    <a:pt x="59" y="24"/>
                  </a:cubicBezTo>
                  <a:cubicBezTo>
                    <a:pt x="59" y="25"/>
                    <a:pt x="61" y="24"/>
                    <a:pt x="62" y="25"/>
                  </a:cubicBezTo>
                  <a:cubicBezTo>
                    <a:pt x="70" y="26"/>
                    <a:pt x="72" y="29"/>
                    <a:pt x="70" y="37"/>
                  </a:cubicBezTo>
                  <a:cubicBezTo>
                    <a:pt x="70" y="38"/>
                    <a:pt x="68" y="40"/>
                    <a:pt x="66" y="40"/>
                  </a:cubicBezTo>
                  <a:cubicBezTo>
                    <a:pt x="64" y="41"/>
                    <a:pt x="62" y="41"/>
                    <a:pt x="59" y="42"/>
                  </a:cubicBezTo>
                  <a:cubicBezTo>
                    <a:pt x="56" y="43"/>
                    <a:pt x="54" y="46"/>
                    <a:pt x="56" y="49"/>
                  </a:cubicBezTo>
                  <a:cubicBezTo>
                    <a:pt x="56" y="50"/>
                    <a:pt x="57" y="51"/>
                    <a:pt x="57" y="52"/>
                  </a:cubicBezTo>
                  <a:cubicBezTo>
                    <a:pt x="59" y="58"/>
                    <a:pt x="54" y="65"/>
                    <a:pt x="47" y="65"/>
                  </a:cubicBezTo>
                  <a:close/>
                  <a:moveTo>
                    <a:pt x="36" y="21"/>
                  </a:moveTo>
                  <a:cubicBezTo>
                    <a:pt x="30" y="22"/>
                    <a:pt x="25" y="27"/>
                    <a:pt x="25" y="33"/>
                  </a:cubicBezTo>
                  <a:cubicBezTo>
                    <a:pt x="25" y="39"/>
                    <a:pt x="30" y="44"/>
                    <a:pt x="36" y="44"/>
                  </a:cubicBezTo>
                  <a:cubicBezTo>
                    <a:pt x="42" y="44"/>
                    <a:pt x="48" y="39"/>
                    <a:pt x="48" y="33"/>
                  </a:cubicBezTo>
                  <a:cubicBezTo>
                    <a:pt x="47" y="27"/>
                    <a:pt x="42" y="21"/>
                    <a:pt x="36" y="21"/>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4" name="Freeform 1171">
              <a:extLst>
                <a:ext uri="{FF2B5EF4-FFF2-40B4-BE49-F238E27FC236}">
                  <a16:creationId xmlns="" xmlns:a16="http://schemas.microsoft.com/office/drawing/2014/main" id="{5993DC26-47FD-45F3-8E52-7DC73DB72EEA}"/>
                </a:ext>
              </a:extLst>
            </p:cNvPr>
            <p:cNvSpPr>
              <a:spLocks noEditPoints="1"/>
            </p:cNvSpPr>
            <p:nvPr/>
          </p:nvSpPr>
          <p:spPr bwMode="auto">
            <a:xfrm>
              <a:off x="10969279" y="229176"/>
              <a:ext cx="45650" cy="42159"/>
            </a:xfrm>
            <a:custGeom>
              <a:avLst/>
              <a:gdLst>
                <a:gd name="T0" fmla="*/ 58 w 72"/>
                <a:gd name="T1" fmla="*/ 10 h 66"/>
                <a:gd name="T2" fmla="*/ 56 w 72"/>
                <a:gd name="T3" fmla="*/ 17 h 66"/>
                <a:gd name="T4" fmla="*/ 60 w 72"/>
                <a:gd name="T5" fmla="*/ 25 h 66"/>
                <a:gd name="T6" fmla="*/ 62 w 72"/>
                <a:gd name="T7" fmla="*/ 25 h 66"/>
                <a:gd name="T8" fmla="*/ 70 w 72"/>
                <a:gd name="T9" fmla="*/ 38 h 66"/>
                <a:gd name="T10" fmla="*/ 67 w 72"/>
                <a:gd name="T11" fmla="*/ 41 h 66"/>
                <a:gd name="T12" fmla="*/ 60 w 72"/>
                <a:gd name="T13" fmla="*/ 42 h 66"/>
                <a:gd name="T14" fmla="*/ 56 w 72"/>
                <a:gd name="T15" fmla="*/ 50 h 66"/>
                <a:gd name="T16" fmla="*/ 56 w 72"/>
                <a:gd name="T17" fmla="*/ 51 h 66"/>
                <a:gd name="T18" fmla="*/ 49 w 72"/>
                <a:gd name="T19" fmla="*/ 65 h 66"/>
                <a:gd name="T20" fmla="*/ 45 w 72"/>
                <a:gd name="T21" fmla="*/ 64 h 66"/>
                <a:gd name="T22" fmla="*/ 41 w 72"/>
                <a:gd name="T23" fmla="*/ 59 h 66"/>
                <a:gd name="T24" fmla="*/ 31 w 72"/>
                <a:gd name="T25" fmla="*/ 59 h 66"/>
                <a:gd name="T26" fmla="*/ 30 w 72"/>
                <a:gd name="T27" fmla="*/ 60 h 66"/>
                <a:gd name="T28" fmla="*/ 15 w 72"/>
                <a:gd name="T29" fmla="*/ 60 h 66"/>
                <a:gd name="T30" fmla="*/ 14 w 72"/>
                <a:gd name="T31" fmla="*/ 56 h 66"/>
                <a:gd name="T32" fmla="*/ 16 w 72"/>
                <a:gd name="T33" fmla="*/ 51 h 66"/>
                <a:gd name="T34" fmla="*/ 12 w 72"/>
                <a:gd name="T35" fmla="*/ 42 h 66"/>
                <a:gd name="T36" fmla="*/ 11 w 72"/>
                <a:gd name="T37" fmla="*/ 42 h 66"/>
                <a:gd name="T38" fmla="*/ 2 w 72"/>
                <a:gd name="T39" fmla="*/ 28 h 66"/>
                <a:gd name="T40" fmla="*/ 5 w 72"/>
                <a:gd name="T41" fmla="*/ 26 h 66"/>
                <a:gd name="T42" fmla="*/ 11 w 72"/>
                <a:gd name="T43" fmla="*/ 25 h 66"/>
                <a:gd name="T44" fmla="*/ 16 w 72"/>
                <a:gd name="T45" fmla="*/ 16 h 66"/>
                <a:gd name="T46" fmla="*/ 14 w 72"/>
                <a:gd name="T47" fmla="*/ 11 h 66"/>
                <a:gd name="T48" fmla="*/ 16 w 72"/>
                <a:gd name="T49" fmla="*/ 5 h 66"/>
                <a:gd name="T50" fmla="*/ 19 w 72"/>
                <a:gd name="T51" fmla="*/ 4 h 66"/>
                <a:gd name="T52" fmla="*/ 30 w 72"/>
                <a:gd name="T53" fmla="*/ 6 h 66"/>
                <a:gd name="T54" fmla="*/ 43 w 72"/>
                <a:gd name="T55" fmla="*/ 6 h 66"/>
                <a:gd name="T56" fmla="*/ 48 w 72"/>
                <a:gd name="T57" fmla="*/ 2 h 66"/>
                <a:gd name="T58" fmla="*/ 58 w 72"/>
                <a:gd name="T59" fmla="*/ 7 h 66"/>
                <a:gd name="T60" fmla="*/ 58 w 72"/>
                <a:gd name="T61" fmla="*/ 10 h 66"/>
                <a:gd name="T62" fmla="*/ 48 w 72"/>
                <a:gd name="T63" fmla="*/ 34 h 66"/>
                <a:gd name="T64" fmla="*/ 36 w 72"/>
                <a:gd name="T65" fmla="*/ 22 h 66"/>
                <a:gd name="T66" fmla="*/ 25 w 72"/>
                <a:gd name="T67" fmla="*/ 33 h 66"/>
                <a:gd name="T68" fmla="*/ 36 w 72"/>
                <a:gd name="T69" fmla="*/ 45 h 66"/>
                <a:gd name="T70" fmla="*/ 48 w 72"/>
                <a:gd name="T71" fmla="*/ 3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66">
                  <a:moveTo>
                    <a:pt x="58" y="10"/>
                  </a:moveTo>
                  <a:cubicBezTo>
                    <a:pt x="57" y="12"/>
                    <a:pt x="57" y="14"/>
                    <a:pt x="56" y="17"/>
                  </a:cubicBezTo>
                  <a:cubicBezTo>
                    <a:pt x="54" y="21"/>
                    <a:pt x="56" y="24"/>
                    <a:pt x="60" y="25"/>
                  </a:cubicBezTo>
                  <a:cubicBezTo>
                    <a:pt x="61" y="25"/>
                    <a:pt x="61" y="25"/>
                    <a:pt x="62" y="25"/>
                  </a:cubicBezTo>
                  <a:cubicBezTo>
                    <a:pt x="70" y="26"/>
                    <a:pt x="72" y="29"/>
                    <a:pt x="70" y="38"/>
                  </a:cubicBezTo>
                  <a:cubicBezTo>
                    <a:pt x="70" y="39"/>
                    <a:pt x="68" y="40"/>
                    <a:pt x="67" y="41"/>
                  </a:cubicBezTo>
                  <a:cubicBezTo>
                    <a:pt x="65" y="41"/>
                    <a:pt x="63" y="41"/>
                    <a:pt x="60" y="42"/>
                  </a:cubicBezTo>
                  <a:cubicBezTo>
                    <a:pt x="56" y="42"/>
                    <a:pt x="54" y="46"/>
                    <a:pt x="56" y="50"/>
                  </a:cubicBezTo>
                  <a:cubicBezTo>
                    <a:pt x="56" y="50"/>
                    <a:pt x="56" y="50"/>
                    <a:pt x="56" y="51"/>
                  </a:cubicBezTo>
                  <a:cubicBezTo>
                    <a:pt x="59" y="59"/>
                    <a:pt x="57" y="63"/>
                    <a:pt x="49" y="65"/>
                  </a:cubicBezTo>
                  <a:cubicBezTo>
                    <a:pt x="48" y="65"/>
                    <a:pt x="46" y="65"/>
                    <a:pt x="45" y="64"/>
                  </a:cubicBezTo>
                  <a:cubicBezTo>
                    <a:pt x="44" y="62"/>
                    <a:pt x="42" y="61"/>
                    <a:pt x="41" y="59"/>
                  </a:cubicBezTo>
                  <a:cubicBezTo>
                    <a:pt x="37" y="55"/>
                    <a:pt x="35" y="55"/>
                    <a:pt x="31" y="59"/>
                  </a:cubicBezTo>
                  <a:cubicBezTo>
                    <a:pt x="31" y="59"/>
                    <a:pt x="31" y="59"/>
                    <a:pt x="30" y="60"/>
                  </a:cubicBezTo>
                  <a:cubicBezTo>
                    <a:pt x="25" y="66"/>
                    <a:pt x="20" y="66"/>
                    <a:pt x="15" y="60"/>
                  </a:cubicBezTo>
                  <a:cubicBezTo>
                    <a:pt x="14" y="59"/>
                    <a:pt x="14" y="57"/>
                    <a:pt x="14" y="56"/>
                  </a:cubicBezTo>
                  <a:cubicBezTo>
                    <a:pt x="15" y="54"/>
                    <a:pt x="16" y="52"/>
                    <a:pt x="16" y="51"/>
                  </a:cubicBezTo>
                  <a:cubicBezTo>
                    <a:pt x="18" y="45"/>
                    <a:pt x="17" y="43"/>
                    <a:pt x="12" y="42"/>
                  </a:cubicBezTo>
                  <a:cubicBezTo>
                    <a:pt x="11" y="42"/>
                    <a:pt x="11" y="42"/>
                    <a:pt x="11" y="42"/>
                  </a:cubicBezTo>
                  <a:cubicBezTo>
                    <a:pt x="2" y="40"/>
                    <a:pt x="0" y="36"/>
                    <a:pt x="2" y="28"/>
                  </a:cubicBezTo>
                  <a:cubicBezTo>
                    <a:pt x="3" y="27"/>
                    <a:pt x="4" y="26"/>
                    <a:pt x="5" y="26"/>
                  </a:cubicBezTo>
                  <a:cubicBezTo>
                    <a:pt x="7" y="25"/>
                    <a:pt x="9" y="25"/>
                    <a:pt x="11" y="25"/>
                  </a:cubicBezTo>
                  <a:cubicBezTo>
                    <a:pt x="17" y="24"/>
                    <a:pt x="18" y="22"/>
                    <a:pt x="16" y="16"/>
                  </a:cubicBezTo>
                  <a:cubicBezTo>
                    <a:pt x="16" y="14"/>
                    <a:pt x="15" y="13"/>
                    <a:pt x="14" y="11"/>
                  </a:cubicBezTo>
                  <a:cubicBezTo>
                    <a:pt x="13" y="9"/>
                    <a:pt x="14" y="7"/>
                    <a:pt x="16" y="5"/>
                  </a:cubicBezTo>
                  <a:cubicBezTo>
                    <a:pt x="17" y="5"/>
                    <a:pt x="18" y="4"/>
                    <a:pt x="19" y="4"/>
                  </a:cubicBezTo>
                  <a:cubicBezTo>
                    <a:pt x="25" y="0"/>
                    <a:pt x="25" y="0"/>
                    <a:pt x="30" y="6"/>
                  </a:cubicBezTo>
                  <a:cubicBezTo>
                    <a:pt x="35" y="13"/>
                    <a:pt x="37" y="13"/>
                    <a:pt x="43" y="6"/>
                  </a:cubicBezTo>
                  <a:cubicBezTo>
                    <a:pt x="44" y="4"/>
                    <a:pt x="47" y="1"/>
                    <a:pt x="48" y="2"/>
                  </a:cubicBezTo>
                  <a:cubicBezTo>
                    <a:pt x="51" y="3"/>
                    <a:pt x="55" y="5"/>
                    <a:pt x="58" y="7"/>
                  </a:cubicBezTo>
                  <a:cubicBezTo>
                    <a:pt x="58" y="7"/>
                    <a:pt x="58" y="9"/>
                    <a:pt x="58" y="10"/>
                  </a:cubicBezTo>
                  <a:close/>
                  <a:moveTo>
                    <a:pt x="48" y="34"/>
                  </a:moveTo>
                  <a:cubicBezTo>
                    <a:pt x="48" y="28"/>
                    <a:pt x="42" y="22"/>
                    <a:pt x="36" y="22"/>
                  </a:cubicBezTo>
                  <a:cubicBezTo>
                    <a:pt x="31" y="22"/>
                    <a:pt x="25" y="27"/>
                    <a:pt x="25" y="33"/>
                  </a:cubicBezTo>
                  <a:cubicBezTo>
                    <a:pt x="25" y="39"/>
                    <a:pt x="30" y="44"/>
                    <a:pt x="36" y="45"/>
                  </a:cubicBezTo>
                  <a:cubicBezTo>
                    <a:pt x="42" y="45"/>
                    <a:pt x="47" y="40"/>
                    <a:pt x="48" y="34"/>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5" name="Freeform 1172">
              <a:extLst>
                <a:ext uri="{FF2B5EF4-FFF2-40B4-BE49-F238E27FC236}">
                  <a16:creationId xmlns="" xmlns:a16="http://schemas.microsoft.com/office/drawing/2014/main" id="{F26C2956-0EDD-4E89-950C-63C920BB9C6B}"/>
                </a:ext>
              </a:extLst>
            </p:cNvPr>
            <p:cNvSpPr>
              <a:spLocks/>
            </p:cNvSpPr>
            <p:nvPr/>
          </p:nvSpPr>
          <p:spPr bwMode="auto">
            <a:xfrm>
              <a:off x="11048764" y="166876"/>
              <a:ext cx="92643" cy="71429"/>
            </a:xfrm>
            <a:custGeom>
              <a:avLst/>
              <a:gdLst>
                <a:gd name="T0" fmla="*/ 146 w 146"/>
                <a:gd name="T1" fmla="*/ 54 h 112"/>
                <a:gd name="T2" fmla="*/ 143 w 146"/>
                <a:gd name="T3" fmla="*/ 53 h 112"/>
                <a:gd name="T4" fmla="*/ 128 w 146"/>
                <a:gd name="T5" fmla="*/ 37 h 112"/>
                <a:gd name="T6" fmla="*/ 102 w 146"/>
                <a:gd name="T7" fmla="*/ 63 h 112"/>
                <a:gd name="T8" fmla="*/ 75 w 146"/>
                <a:gd name="T9" fmla="*/ 91 h 112"/>
                <a:gd name="T10" fmla="*/ 67 w 146"/>
                <a:gd name="T11" fmla="*/ 91 h 112"/>
                <a:gd name="T12" fmla="*/ 52 w 146"/>
                <a:gd name="T13" fmla="*/ 76 h 112"/>
                <a:gd name="T14" fmla="*/ 50 w 146"/>
                <a:gd name="T15" fmla="*/ 78 h 112"/>
                <a:gd name="T16" fmla="*/ 25 w 146"/>
                <a:gd name="T17" fmla="*/ 103 h 112"/>
                <a:gd name="T18" fmla="*/ 0 w 146"/>
                <a:gd name="T19" fmla="*/ 98 h 112"/>
                <a:gd name="T20" fmla="*/ 0 w 146"/>
                <a:gd name="T21" fmla="*/ 93 h 112"/>
                <a:gd name="T22" fmla="*/ 8 w 146"/>
                <a:gd name="T23" fmla="*/ 83 h 112"/>
                <a:gd name="T24" fmla="*/ 48 w 146"/>
                <a:gd name="T25" fmla="*/ 42 h 112"/>
                <a:gd name="T26" fmla="*/ 56 w 146"/>
                <a:gd name="T27" fmla="*/ 42 h 112"/>
                <a:gd name="T28" fmla="*/ 70 w 146"/>
                <a:gd name="T29" fmla="*/ 56 h 112"/>
                <a:gd name="T30" fmla="*/ 71 w 146"/>
                <a:gd name="T31" fmla="*/ 56 h 112"/>
                <a:gd name="T32" fmla="*/ 108 w 146"/>
                <a:gd name="T33" fmla="*/ 18 h 112"/>
                <a:gd name="T34" fmla="*/ 91 w 146"/>
                <a:gd name="T35" fmla="*/ 1 h 112"/>
                <a:gd name="T36" fmla="*/ 96 w 146"/>
                <a:gd name="T37" fmla="*/ 0 h 112"/>
                <a:gd name="T38" fmla="*/ 137 w 146"/>
                <a:gd name="T39" fmla="*/ 0 h 112"/>
                <a:gd name="T40" fmla="*/ 146 w 146"/>
                <a:gd name="T41" fmla="*/ 4 h 112"/>
                <a:gd name="T42" fmla="*/ 146 w 146"/>
                <a:gd name="T43" fmla="*/ 5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6" h="112">
                  <a:moveTo>
                    <a:pt x="146" y="54"/>
                  </a:moveTo>
                  <a:cubicBezTo>
                    <a:pt x="145" y="54"/>
                    <a:pt x="144" y="54"/>
                    <a:pt x="143" y="53"/>
                  </a:cubicBezTo>
                  <a:cubicBezTo>
                    <a:pt x="138" y="48"/>
                    <a:pt x="133" y="43"/>
                    <a:pt x="128" y="37"/>
                  </a:cubicBezTo>
                  <a:cubicBezTo>
                    <a:pt x="119" y="46"/>
                    <a:pt x="110" y="55"/>
                    <a:pt x="102" y="63"/>
                  </a:cubicBezTo>
                  <a:cubicBezTo>
                    <a:pt x="93" y="73"/>
                    <a:pt x="84" y="82"/>
                    <a:pt x="75" y="91"/>
                  </a:cubicBezTo>
                  <a:cubicBezTo>
                    <a:pt x="72" y="94"/>
                    <a:pt x="70" y="94"/>
                    <a:pt x="67" y="91"/>
                  </a:cubicBezTo>
                  <a:cubicBezTo>
                    <a:pt x="62" y="86"/>
                    <a:pt x="57" y="81"/>
                    <a:pt x="52" y="76"/>
                  </a:cubicBezTo>
                  <a:cubicBezTo>
                    <a:pt x="51" y="77"/>
                    <a:pt x="51" y="77"/>
                    <a:pt x="50" y="78"/>
                  </a:cubicBezTo>
                  <a:cubicBezTo>
                    <a:pt x="42" y="86"/>
                    <a:pt x="33" y="94"/>
                    <a:pt x="25" y="103"/>
                  </a:cubicBezTo>
                  <a:cubicBezTo>
                    <a:pt x="17" y="112"/>
                    <a:pt x="4" y="111"/>
                    <a:pt x="0" y="98"/>
                  </a:cubicBezTo>
                  <a:cubicBezTo>
                    <a:pt x="0" y="96"/>
                    <a:pt x="0" y="95"/>
                    <a:pt x="0" y="93"/>
                  </a:cubicBezTo>
                  <a:cubicBezTo>
                    <a:pt x="3" y="89"/>
                    <a:pt x="5" y="86"/>
                    <a:pt x="8" y="83"/>
                  </a:cubicBezTo>
                  <a:cubicBezTo>
                    <a:pt x="21" y="69"/>
                    <a:pt x="35" y="56"/>
                    <a:pt x="48" y="42"/>
                  </a:cubicBezTo>
                  <a:cubicBezTo>
                    <a:pt x="52" y="38"/>
                    <a:pt x="53" y="38"/>
                    <a:pt x="56" y="42"/>
                  </a:cubicBezTo>
                  <a:cubicBezTo>
                    <a:pt x="61" y="47"/>
                    <a:pt x="66" y="51"/>
                    <a:pt x="70" y="56"/>
                  </a:cubicBezTo>
                  <a:cubicBezTo>
                    <a:pt x="70" y="56"/>
                    <a:pt x="71" y="56"/>
                    <a:pt x="71" y="56"/>
                  </a:cubicBezTo>
                  <a:cubicBezTo>
                    <a:pt x="83" y="44"/>
                    <a:pt x="96" y="31"/>
                    <a:pt x="108" y="18"/>
                  </a:cubicBezTo>
                  <a:cubicBezTo>
                    <a:pt x="103" y="13"/>
                    <a:pt x="97" y="7"/>
                    <a:pt x="91" y="1"/>
                  </a:cubicBezTo>
                  <a:cubicBezTo>
                    <a:pt x="93" y="0"/>
                    <a:pt x="95" y="0"/>
                    <a:pt x="96" y="0"/>
                  </a:cubicBezTo>
                  <a:cubicBezTo>
                    <a:pt x="109" y="0"/>
                    <a:pt x="123" y="0"/>
                    <a:pt x="137" y="0"/>
                  </a:cubicBezTo>
                  <a:cubicBezTo>
                    <a:pt x="141" y="0"/>
                    <a:pt x="144" y="1"/>
                    <a:pt x="146" y="4"/>
                  </a:cubicBezTo>
                  <a:cubicBezTo>
                    <a:pt x="146" y="21"/>
                    <a:pt x="146" y="38"/>
                    <a:pt x="146"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6" name="Freeform 1173">
              <a:extLst>
                <a:ext uri="{FF2B5EF4-FFF2-40B4-BE49-F238E27FC236}">
                  <a16:creationId xmlns="" xmlns:a16="http://schemas.microsoft.com/office/drawing/2014/main" id="{678FA26C-6770-45BC-A78A-B0077DF48D25}"/>
                </a:ext>
              </a:extLst>
            </p:cNvPr>
            <p:cNvSpPr>
              <a:spLocks/>
            </p:cNvSpPr>
            <p:nvPr/>
          </p:nvSpPr>
          <p:spPr bwMode="auto">
            <a:xfrm>
              <a:off x="11121804" y="200711"/>
              <a:ext cx="7519" cy="50752"/>
            </a:xfrm>
            <a:custGeom>
              <a:avLst/>
              <a:gdLst>
                <a:gd name="T0" fmla="*/ 12 w 12"/>
                <a:gd name="T1" fmla="*/ 80 h 80"/>
                <a:gd name="T2" fmla="*/ 0 w 12"/>
                <a:gd name="T3" fmla="*/ 80 h 80"/>
                <a:gd name="T4" fmla="*/ 0 w 12"/>
                <a:gd name="T5" fmla="*/ 76 h 80"/>
                <a:gd name="T6" fmla="*/ 0 w 12"/>
                <a:gd name="T7" fmla="*/ 17 h 80"/>
                <a:gd name="T8" fmla="*/ 4 w 12"/>
                <a:gd name="T9" fmla="*/ 7 h 80"/>
                <a:gd name="T10" fmla="*/ 9 w 12"/>
                <a:gd name="T11" fmla="*/ 2 h 80"/>
                <a:gd name="T12" fmla="*/ 12 w 12"/>
                <a:gd name="T13" fmla="*/ 0 h 80"/>
                <a:gd name="T14" fmla="*/ 12 w 12"/>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80">
                  <a:moveTo>
                    <a:pt x="12" y="80"/>
                  </a:moveTo>
                  <a:cubicBezTo>
                    <a:pt x="8" y="80"/>
                    <a:pt x="4" y="80"/>
                    <a:pt x="0" y="80"/>
                  </a:cubicBezTo>
                  <a:cubicBezTo>
                    <a:pt x="0" y="79"/>
                    <a:pt x="0" y="77"/>
                    <a:pt x="0" y="76"/>
                  </a:cubicBezTo>
                  <a:cubicBezTo>
                    <a:pt x="0" y="57"/>
                    <a:pt x="0" y="37"/>
                    <a:pt x="0" y="17"/>
                  </a:cubicBezTo>
                  <a:cubicBezTo>
                    <a:pt x="0" y="13"/>
                    <a:pt x="1" y="9"/>
                    <a:pt x="4" y="7"/>
                  </a:cubicBezTo>
                  <a:cubicBezTo>
                    <a:pt x="6" y="5"/>
                    <a:pt x="8" y="3"/>
                    <a:pt x="9" y="2"/>
                  </a:cubicBezTo>
                  <a:cubicBezTo>
                    <a:pt x="10" y="1"/>
                    <a:pt x="11" y="0"/>
                    <a:pt x="12" y="0"/>
                  </a:cubicBezTo>
                  <a:cubicBezTo>
                    <a:pt x="12" y="27"/>
                    <a:pt x="12" y="53"/>
                    <a:pt x="12" y="8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7" name="Freeform 1174">
              <a:extLst>
                <a:ext uri="{FF2B5EF4-FFF2-40B4-BE49-F238E27FC236}">
                  <a16:creationId xmlns="" xmlns:a16="http://schemas.microsoft.com/office/drawing/2014/main" id="{F7FE1B9C-4678-4DC9-A8FA-0401EE996FC0}"/>
                </a:ext>
              </a:extLst>
            </p:cNvPr>
            <p:cNvSpPr>
              <a:spLocks/>
            </p:cNvSpPr>
            <p:nvPr/>
          </p:nvSpPr>
          <p:spPr bwMode="auto">
            <a:xfrm>
              <a:off x="11108915" y="212258"/>
              <a:ext cx="8325" cy="39206"/>
            </a:xfrm>
            <a:custGeom>
              <a:avLst/>
              <a:gdLst>
                <a:gd name="T0" fmla="*/ 0 w 13"/>
                <a:gd name="T1" fmla="*/ 62 h 62"/>
                <a:gd name="T2" fmla="*/ 0 w 13"/>
                <a:gd name="T3" fmla="*/ 16 h 62"/>
                <a:gd name="T4" fmla="*/ 1 w 13"/>
                <a:gd name="T5" fmla="*/ 13 h 62"/>
                <a:gd name="T6" fmla="*/ 12 w 13"/>
                <a:gd name="T7" fmla="*/ 0 h 62"/>
                <a:gd name="T8" fmla="*/ 13 w 13"/>
                <a:gd name="T9" fmla="*/ 1 h 62"/>
                <a:gd name="T10" fmla="*/ 13 w 13"/>
                <a:gd name="T11" fmla="*/ 62 h 62"/>
                <a:gd name="T12" fmla="*/ 0 w 13"/>
                <a:gd name="T13" fmla="*/ 62 h 62"/>
              </a:gdLst>
              <a:ahLst/>
              <a:cxnLst>
                <a:cxn ang="0">
                  <a:pos x="T0" y="T1"/>
                </a:cxn>
                <a:cxn ang="0">
                  <a:pos x="T2" y="T3"/>
                </a:cxn>
                <a:cxn ang="0">
                  <a:pos x="T4" y="T5"/>
                </a:cxn>
                <a:cxn ang="0">
                  <a:pos x="T6" y="T7"/>
                </a:cxn>
                <a:cxn ang="0">
                  <a:pos x="T8" y="T9"/>
                </a:cxn>
                <a:cxn ang="0">
                  <a:pos x="T10" y="T11"/>
                </a:cxn>
                <a:cxn ang="0">
                  <a:pos x="T12" y="T13"/>
                </a:cxn>
              </a:cxnLst>
              <a:rect l="0" t="0" r="r" b="b"/>
              <a:pathLst>
                <a:path w="13" h="62">
                  <a:moveTo>
                    <a:pt x="0" y="62"/>
                  </a:moveTo>
                  <a:cubicBezTo>
                    <a:pt x="0" y="46"/>
                    <a:pt x="0" y="31"/>
                    <a:pt x="0" y="16"/>
                  </a:cubicBezTo>
                  <a:cubicBezTo>
                    <a:pt x="0" y="15"/>
                    <a:pt x="0" y="14"/>
                    <a:pt x="1" y="13"/>
                  </a:cubicBezTo>
                  <a:cubicBezTo>
                    <a:pt x="4" y="9"/>
                    <a:pt x="8" y="5"/>
                    <a:pt x="12" y="0"/>
                  </a:cubicBezTo>
                  <a:cubicBezTo>
                    <a:pt x="12" y="1"/>
                    <a:pt x="13" y="1"/>
                    <a:pt x="13" y="1"/>
                  </a:cubicBezTo>
                  <a:cubicBezTo>
                    <a:pt x="13" y="21"/>
                    <a:pt x="13" y="41"/>
                    <a:pt x="13" y="62"/>
                  </a:cubicBezTo>
                  <a:cubicBezTo>
                    <a:pt x="9" y="62"/>
                    <a:pt x="5" y="62"/>
                    <a:pt x="0" y="6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8" name="Freeform 1175">
              <a:extLst>
                <a:ext uri="{FF2B5EF4-FFF2-40B4-BE49-F238E27FC236}">
                  <a16:creationId xmlns="" xmlns:a16="http://schemas.microsoft.com/office/drawing/2014/main" id="{AEF1954A-A461-4702-BCB9-1677D2A5DB86}"/>
                </a:ext>
              </a:extLst>
            </p:cNvPr>
            <p:cNvSpPr>
              <a:spLocks/>
            </p:cNvSpPr>
            <p:nvPr/>
          </p:nvSpPr>
          <p:spPr bwMode="auto">
            <a:xfrm>
              <a:off x="11096294" y="224879"/>
              <a:ext cx="8325" cy="26585"/>
            </a:xfrm>
            <a:custGeom>
              <a:avLst/>
              <a:gdLst>
                <a:gd name="T0" fmla="*/ 13 w 13"/>
                <a:gd name="T1" fmla="*/ 0 h 42"/>
                <a:gd name="T2" fmla="*/ 13 w 13"/>
                <a:gd name="T3" fmla="*/ 42 h 42"/>
                <a:gd name="T4" fmla="*/ 0 w 13"/>
                <a:gd name="T5" fmla="*/ 42 h 42"/>
                <a:gd name="T6" fmla="*/ 0 w 13"/>
                <a:gd name="T7" fmla="*/ 39 h 42"/>
                <a:gd name="T8" fmla="*/ 0 w 13"/>
                <a:gd name="T9" fmla="*/ 18 h 42"/>
                <a:gd name="T10" fmla="*/ 3 w 13"/>
                <a:gd name="T11" fmla="*/ 9 h 42"/>
                <a:gd name="T12" fmla="*/ 10 w 13"/>
                <a:gd name="T13" fmla="*/ 3 h 42"/>
                <a:gd name="T14" fmla="*/ 13 w 13"/>
                <a:gd name="T15" fmla="*/ 0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42">
                  <a:moveTo>
                    <a:pt x="13" y="0"/>
                  </a:moveTo>
                  <a:cubicBezTo>
                    <a:pt x="13" y="15"/>
                    <a:pt x="13" y="28"/>
                    <a:pt x="13" y="42"/>
                  </a:cubicBezTo>
                  <a:cubicBezTo>
                    <a:pt x="9" y="42"/>
                    <a:pt x="5" y="42"/>
                    <a:pt x="0" y="42"/>
                  </a:cubicBezTo>
                  <a:cubicBezTo>
                    <a:pt x="0" y="41"/>
                    <a:pt x="0" y="40"/>
                    <a:pt x="0" y="39"/>
                  </a:cubicBezTo>
                  <a:cubicBezTo>
                    <a:pt x="0" y="32"/>
                    <a:pt x="0" y="25"/>
                    <a:pt x="0" y="18"/>
                  </a:cubicBezTo>
                  <a:cubicBezTo>
                    <a:pt x="0" y="14"/>
                    <a:pt x="1" y="12"/>
                    <a:pt x="3" y="9"/>
                  </a:cubicBezTo>
                  <a:cubicBezTo>
                    <a:pt x="6" y="7"/>
                    <a:pt x="8" y="5"/>
                    <a:pt x="10" y="3"/>
                  </a:cubicBezTo>
                  <a:cubicBezTo>
                    <a:pt x="11" y="2"/>
                    <a:pt x="12" y="1"/>
                    <a:pt x="13"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09" name="Freeform 1176">
              <a:extLst>
                <a:ext uri="{FF2B5EF4-FFF2-40B4-BE49-F238E27FC236}">
                  <a16:creationId xmlns="" xmlns:a16="http://schemas.microsoft.com/office/drawing/2014/main" id="{4872485E-CC66-4278-BB97-9E7E04206644}"/>
                </a:ext>
              </a:extLst>
            </p:cNvPr>
            <p:cNvSpPr>
              <a:spLocks/>
            </p:cNvSpPr>
            <p:nvPr/>
          </p:nvSpPr>
          <p:spPr bwMode="auto">
            <a:xfrm>
              <a:off x="11070783" y="226759"/>
              <a:ext cx="8325" cy="24705"/>
            </a:xfrm>
            <a:custGeom>
              <a:avLst/>
              <a:gdLst>
                <a:gd name="T0" fmla="*/ 0 w 13"/>
                <a:gd name="T1" fmla="*/ 39 h 39"/>
                <a:gd name="T2" fmla="*/ 0 w 13"/>
                <a:gd name="T3" fmla="*/ 14 h 39"/>
                <a:gd name="T4" fmla="*/ 1 w 13"/>
                <a:gd name="T5" fmla="*/ 12 h 39"/>
                <a:gd name="T6" fmla="*/ 12 w 13"/>
                <a:gd name="T7" fmla="*/ 0 h 39"/>
                <a:gd name="T8" fmla="*/ 13 w 13"/>
                <a:gd name="T9" fmla="*/ 0 h 39"/>
                <a:gd name="T10" fmla="*/ 13 w 13"/>
                <a:gd name="T11" fmla="*/ 39 h 39"/>
                <a:gd name="T12" fmla="*/ 0 w 13"/>
                <a:gd name="T13" fmla="*/ 39 h 39"/>
              </a:gdLst>
              <a:ahLst/>
              <a:cxnLst>
                <a:cxn ang="0">
                  <a:pos x="T0" y="T1"/>
                </a:cxn>
                <a:cxn ang="0">
                  <a:pos x="T2" y="T3"/>
                </a:cxn>
                <a:cxn ang="0">
                  <a:pos x="T4" y="T5"/>
                </a:cxn>
                <a:cxn ang="0">
                  <a:pos x="T6" y="T7"/>
                </a:cxn>
                <a:cxn ang="0">
                  <a:pos x="T8" y="T9"/>
                </a:cxn>
                <a:cxn ang="0">
                  <a:pos x="T10" y="T11"/>
                </a:cxn>
                <a:cxn ang="0">
                  <a:pos x="T12" y="T13"/>
                </a:cxn>
              </a:cxnLst>
              <a:rect l="0" t="0" r="r" b="b"/>
              <a:pathLst>
                <a:path w="13" h="39">
                  <a:moveTo>
                    <a:pt x="0" y="39"/>
                  </a:moveTo>
                  <a:cubicBezTo>
                    <a:pt x="0" y="31"/>
                    <a:pt x="0" y="23"/>
                    <a:pt x="0" y="14"/>
                  </a:cubicBezTo>
                  <a:cubicBezTo>
                    <a:pt x="0" y="14"/>
                    <a:pt x="1" y="12"/>
                    <a:pt x="1" y="12"/>
                  </a:cubicBezTo>
                  <a:cubicBezTo>
                    <a:pt x="5" y="8"/>
                    <a:pt x="9" y="4"/>
                    <a:pt x="12" y="0"/>
                  </a:cubicBezTo>
                  <a:cubicBezTo>
                    <a:pt x="13" y="0"/>
                    <a:pt x="13" y="0"/>
                    <a:pt x="13" y="0"/>
                  </a:cubicBezTo>
                  <a:cubicBezTo>
                    <a:pt x="13" y="13"/>
                    <a:pt x="13" y="26"/>
                    <a:pt x="13" y="39"/>
                  </a:cubicBezTo>
                  <a:cubicBezTo>
                    <a:pt x="9" y="39"/>
                    <a:pt x="5" y="39"/>
                    <a:pt x="0"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0" name="Freeform 1177">
              <a:extLst>
                <a:ext uri="{FF2B5EF4-FFF2-40B4-BE49-F238E27FC236}">
                  <a16:creationId xmlns="" xmlns:a16="http://schemas.microsoft.com/office/drawing/2014/main" id="{84ABF6F0-14F9-48BE-A660-47EDE4A3F38C}"/>
                </a:ext>
              </a:extLst>
            </p:cNvPr>
            <p:cNvSpPr>
              <a:spLocks/>
            </p:cNvSpPr>
            <p:nvPr/>
          </p:nvSpPr>
          <p:spPr bwMode="auto">
            <a:xfrm>
              <a:off x="11083673" y="226222"/>
              <a:ext cx="9399" cy="25242"/>
            </a:xfrm>
            <a:custGeom>
              <a:avLst/>
              <a:gdLst>
                <a:gd name="T0" fmla="*/ 14 w 15"/>
                <a:gd name="T1" fmla="*/ 40 h 40"/>
                <a:gd name="T2" fmla="*/ 0 w 15"/>
                <a:gd name="T3" fmla="*/ 40 h 40"/>
                <a:gd name="T4" fmla="*/ 0 w 15"/>
                <a:gd name="T5" fmla="*/ 0 h 40"/>
                <a:gd name="T6" fmla="*/ 3 w 15"/>
                <a:gd name="T7" fmla="*/ 2 h 40"/>
                <a:gd name="T8" fmla="*/ 14 w 15"/>
                <a:gd name="T9" fmla="*/ 26 h 40"/>
                <a:gd name="T10" fmla="*/ 14 w 15"/>
                <a:gd name="T11" fmla="*/ 40 h 40"/>
              </a:gdLst>
              <a:ahLst/>
              <a:cxnLst>
                <a:cxn ang="0">
                  <a:pos x="T0" y="T1"/>
                </a:cxn>
                <a:cxn ang="0">
                  <a:pos x="T2" y="T3"/>
                </a:cxn>
                <a:cxn ang="0">
                  <a:pos x="T4" y="T5"/>
                </a:cxn>
                <a:cxn ang="0">
                  <a:pos x="T6" y="T7"/>
                </a:cxn>
                <a:cxn ang="0">
                  <a:pos x="T8" y="T9"/>
                </a:cxn>
                <a:cxn ang="0">
                  <a:pos x="T10" y="T11"/>
                </a:cxn>
              </a:cxnLst>
              <a:rect l="0" t="0" r="r" b="b"/>
              <a:pathLst>
                <a:path w="15" h="40">
                  <a:moveTo>
                    <a:pt x="14" y="40"/>
                  </a:moveTo>
                  <a:cubicBezTo>
                    <a:pt x="9" y="40"/>
                    <a:pt x="5" y="40"/>
                    <a:pt x="0" y="40"/>
                  </a:cubicBezTo>
                  <a:cubicBezTo>
                    <a:pt x="0" y="27"/>
                    <a:pt x="0" y="14"/>
                    <a:pt x="0" y="0"/>
                  </a:cubicBezTo>
                  <a:cubicBezTo>
                    <a:pt x="2" y="1"/>
                    <a:pt x="3" y="2"/>
                    <a:pt x="3" y="2"/>
                  </a:cubicBezTo>
                  <a:cubicBezTo>
                    <a:pt x="15" y="15"/>
                    <a:pt x="13" y="9"/>
                    <a:pt x="14" y="26"/>
                  </a:cubicBezTo>
                  <a:cubicBezTo>
                    <a:pt x="14" y="31"/>
                    <a:pt x="14" y="35"/>
                    <a:pt x="14" y="4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1" name="Freeform 1178">
              <a:extLst>
                <a:ext uri="{FF2B5EF4-FFF2-40B4-BE49-F238E27FC236}">
                  <a16:creationId xmlns="" xmlns:a16="http://schemas.microsoft.com/office/drawing/2014/main" id="{0F62AF0E-2C24-4BB4-81A6-591E8F45A8FC}"/>
                </a:ext>
              </a:extLst>
            </p:cNvPr>
            <p:cNvSpPr>
              <a:spLocks/>
            </p:cNvSpPr>
            <p:nvPr/>
          </p:nvSpPr>
          <p:spPr bwMode="auto">
            <a:xfrm>
              <a:off x="11056820" y="239380"/>
              <a:ext cx="9667" cy="12084"/>
            </a:xfrm>
            <a:custGeom>
              <a:avLst/>
              <a:gdLst>
                <a:gd name="T0" fmla="*/ 0 w 15"/>
                <a:gd name="T1" fmla="*/ 19 h 19"/>
                <a:gd name="T2" fmla="*/ 3 w 15"/>
                <a:gd name="T3" fmla="*/ 12 h 19"/>
                <a:gd name="T4" fmla="*/ 14 w 15"/>
                <a:gd name="T5" fmla="*/ 1 h 19"/>
                <a:gd name="T6" fmla="*/ 15 w 15"/>
                <a:gd name="T7" fmla="*/ 0 h 19"/>
                <a:gd name="T8" fmla="*/ 15 w 15"/>
                <a:gd name="T9" fmla="*/ 19 h 19"/>
                <a:gd name="T10" fmla="*/ 0 w 15"/>
                <a:gd name="T11" fmla="*/ 19 h 19"/>
              </a:gdLst>
              <a:ahLst/>
              <a:cxnLst>
                <a:cxn ang="0">
                  <a:pos x="T0" y="T1"/>
                </a:cxn>
                <a:cxn ang="0">
                  <a:pos x="T2" y="T3"/>
                </a:cxn>
                <a:cxn ang="0">
                  <a:pos x="T4" y="T5"/>
                </a:cxn>
                <a:cxn ang="0">
                  <a:pos x="T6" y="T7"/>
                </a:cxn>
                <a:cxn ang="0">
                  <a:pos x="T8" y="T9"/>
                </a:cxn>
                <a:cxn ang="0">
                  <a:pos x="T10" y="T11"/>
                </a:cxn>
              </a:cxnLst>
              <a:rect l="0" t="0" r="r" b="b"/>
              <a:pathLst>
                <a:path w="15" h="19">
                  <a:moveTo>
                    <a:pt x="0" y="19"/>
                  </a:moveTo>
                  <a:cubicBezTo>
                    <a:pt x="1" y="16"/>
                    <a:pt x="1" y="14"/>
                    <a:pt x="3" y="12"/>
                  </a:cubicBezTo>
                  <a:cubicBezTo>
                    <a:pt x="6" y="8"/>
                    <a:pt x="10" y="5"/>
                    <a:pt x="14" y="1"/>
                  </a:cubicBezTo>
                  <a:cubicBezTo>
                    <a:pt x="14" y="1"/>
                    <a:pt x="14" y="0"/>
                    <a:pt x="15" y="0"/>
                  </a:cubicBezTo>
                  <a:cubicBezTo>
                    <a:pt x="15" y="6"/>
                    <a:pt x="15" y="12"/>
                    <a:pt x="15" y="19"/>
                  </a:cubicBezTo>
                  <a:cubicBezTo>
                    <a:pt x="11" y="19"/>
                    <a:pt x="6" y="19"/>
                    <a:pt x="0" y="1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2" name="Freeform 1179">
              <a:extLst>
                <a:ext uri="{FF2B5EF4-FFF2-40B4-BE49-F238E27FC236}">
                  <a16:creationId xmlns="" xmlns:a16="http://schemas.microsoft.com/office/drawing/2014/main" id="{4B20206F-076C-43E7-B84D-3E0075EE5CE5}"/>
                </a:ext>
              </a:extLst>
            </p:cNvPr>
            <p:cNvSpPr>
              <a:spLocks/>
            </p:cNvSpPr>
            <p:nvPr/>
          </p:nvSpPr>
          <p:spPr bwMode="auto">
            <a:xfrm>
              <a:off x="11049838" y="618814"/>
              <a:ext cx="63105" cy="48336"/>
            </a:xfrm>
            <a:custGeom>
              <a:avLst/>
              <a:gdLst>
                <a:gd name="T0" fmla="*/ 99 w 99"/>
                <a:gd name="T1" fmla="*/ 37 h 76"/>
                <a:gd name="T2" fmla="*/ 97 w 99"/>
                <a:gd name="T3" fmla="*/ 35 h 76"/>
                <a:gd name="T4" fmla="*/ 87 w 99"/>
                <a:gd name="T5" fmla="*/ 25 h 76"/>
                <a:gd name="T6" fmla="*/ 69 w 99"/>
                <a:gd name="T7" fmla="*/ 43 h 76"/>
                <a:gd name="T8" fmla="*/ 51 w 99"/>
                <a:gd name="T9" fmla="*/ 61 h 76"/>
                <a:gd name="T10" fmla="*/ 46 w 99"/>
                <a:gd name="T11" fmla="*/ 61 h 76"/>
                <a:gd name="T12" fmla="*/ 36 w 99"/>
                <a:gd name="T13" fmla="*/ 51 h 76"/>
                <a:gd name="T14" fmla="*/ 34 w 99"/>
                <a:gd name="T15" fmla="*/ 52 h 76"/>
                <a:gd name="T16" fmla="*/ 18 w 99"/>
                <a:gd name="T17" fmla="*/ 69 h 76"/>
                <a:gd name="T18" fmla="*/ 0 w 99"/>
                <a:gd name="T19" fmla="*/ 66 h 76"/>
                <a:gd name="T20" fmla="*/ 0 w 99"/>
                <a:gd name="T21" fmla="*/ 63 h 76"/>
                <a:gd name="T22" fmla="*/ 6 w 99"/>
                <a:gd name="T23" fmla="*/ 56 h 76"/>
                <a:gd name="T24" fmla="*/ 33 w 99"/>
                <a:gd name="T25" fmla="*/ 28 h 76"/>
                <a:gd name="T26" fmla="*/ 38 w 99"/>
                <a:gd name="T27" fmla="*/ 28 h 76"/>
                <a:gd name="T28" fmla="*/ 48 w 99"/>
                <a:gd name="T29" fmla="*/ 38 h 76"/>
                <a:gd name="T30" fmla="*/ 48 w 99"/>
                <a:gd name="T31" fmla="*/ 38 h 76"/>
                <a:gd name="T32" fmla="*/ 74 w 99"/>
                <a:gd name="T33" fmla="*/ 12 h 76"/>
                <a:gd name="T34" fmla="*/ 62 w 99"/>
                <a:gd name="T35" fmla="*/ 0 h 76"/>
                <a:gd name="T36" fmla="*/ 65 w 99"/>
                <a:gd name="T37" fmla="*/ 0 h 76"/>
                <a:gd name="T38" fmla="*/ 93 w 99"/>
                <a:gd name="T39" fmla="*/ 0 h 76"/>
                <a:gd name="T40" fmla="*/ 99 w 99"/>
                <a:gd name="T41" fmla="*/ 3 h 76"/>
                <a:gd name="T42" fmla="*/ 99 w 99"/>
                <a:gd name="T43" fmla="*/ 3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9" h="76">
                  <a:moveTo>
                    <a:pt x="99" y="37"/>
                  </a:moveTo>
                  <a:cubicBezTo>
                    <a:pt x="99" y="36"/>
                    <a:pt x="98" y="36"/>
                    <a:pt x="97" y="35"/>
                  </a:cubicBezTo>
                  <a:cubicBezTo>
                    <a:pt x="94" y="32"/>
                    <a:pt x="90" y="29"/>
                    <a:pt x="87" y="25"/>
                  </a:cubicBezTo>
                  <a:cubicBezTo>
                    <a:pt x="81" y="31"/>
                    <a:pt x="75" y="37"/>
                    <a:pt x="69" y="43"/>
                  </a:cubicBezTo>
                  <a:cubicBezTo>
                    <a:pt x="63" y="49"/>
                    <a:pt x="57" y="55"/>
                    <a:pt x="51" y="61"/>
                  </a:cubicBezTo>
                  <a:cubicBezTo>
                    <a:pt x="49" y="63"/>
                    <a:pt x="48" y="63"/>
                    <a:pt x="46" y="61"/>
                  </a:cubicBezTo>
                  <a:cubicBezTo>
                    <a:pt x="42" y="58"/>
                    <a:pt x="39" y="54"/>
                    <a:pt x="36" y="51"/>
                  </a:cubicBezTo>
                  <a:cubicBezTo>
                    <a:pt x="35" y="51"/>
                    <a:pt x="35" y="52"/>
                    <a:pt x="34" y="52"/>
                  </a:cubicBezTo>
                  <a:cubicBezTo>
                    <a:pt x="29" y="58"/>
                    <a:pt x="23" y="63"/>
                    <a:pt x="18" y="69"/>
                  </a:cubicBezTo>
                  <a:cubicBezTo>
                    <a:pt x="12" y="76"/>
                    <a:pt x="3" y="75"/>
                    <a:pt x="0" y="66"/>
                  </a:cubicBezTo>
                  <a:cubicBezTo>
                    <a:pt x="0" y="65"/>
                    <a:pt x="0" y="64"/>
                    <a:pt x="0" y="63"/>
                  </a:cubicBezTo>
                  <a:cubicBezTo>
                    <a:pt x="2" y="60"/>
                    <a:pt x="4" y="58"/>
                    <a:pt x="6" y="56"/>
                  </a:cubicBezTo>
                  <a:cubicBezTo>
                    <a:pt x="15" y="46"/>
                    <a:pt x="24" y="37"/>
                    <a:pt x="33" y="28"/>
                  </a:cubicBezTo>
                  <a:cubicBezTo>
                    <a:pt x="35" y="26"/>
                    <a:pt x="36" y="26"/>
                    <a:pt x="38" y="28"/>
                  </a:cubicBezTo>
                  <a:cubicBezTo>
                    <a:pt x="42" y="31"/>
                    <a:pt x="45" y="34"/>
                    <a:pt x="48" y="38"/>
                  </a:cubicBezTo>
                  <a:cubicBezTo>
                    <a:pt x="48" y="38"/>
                    <a:pt x="48" y="38"/>
                    <a:pt x="48" y="38"/>
                  </a:cubicBezTo>
                  <a:cubicBezTo>
                    <a:pt x="57" y="29"/>
                    <a:pt x="65" y="21"/>
                    <a:pt x="74" y="12"/>
                  </a:cubicBezTo>
                  <a:cubicBezTo>
                    <a:pt x="70" y="8"/>
                    <a:pt x="66" y="4"/>
                    <a:pt x="62" y="0"/>
                  </a:cubicBezTo>
                  <a:cubicBezTo>
                    <a:pt x="63" y="0"/>
                    <a:pt x="64" y="0"/>
                    <a:pt x="65" y="0"/>
                  </a:cubicBezTo>
                  <a:cubicBezTo>
                    <a:pt x="74" y="0"/>
                    <a:pt x="84" y="0"/>
                    <a:pt x="93" y="0"/>
                  </a:cubicBezTo>
                  <a:cubicBezTo>
                    <a:pt x="96" y="0"/>
                    <a:pt x="98" y="0"/>
                    <a:pt x="99" y="3"/>
                  </a:cubicBezTo>
                  <a:cubicBezTo>
                    <a:pt x="99" y="14"/>
                    <a:pt x="99" y="25"/>
                    <a:pt x="99" y="37"/>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3" name="Freeform 1180">
              <a:extLst>
                <a:ext uri="{FF2B5EF4-FFF2-40B4-BE49-F238E27FC236}">
                  <a16:creationId xmlns="" xmlns:a16="http://schemas.microsoft.com/office/drawing/2014/main" id="{90F44175-74EA-42EF-9C87-3B5BAE0DDF6E}"/>
                </a:ext>
              </a:extLst>
            </p:cNvPr>
            <p:cNvSpPr>
              <a:spLocks/>
            </p:cNvSpPr>
            <p:nvPr/>
          </p:nvSpPr>
          <p:spPr bwMode="auto">
            <a:xfrm>
              <a:off x="11099516" y="641102"/>
              <a:ext cx="5639" cy="34909"/>
            </a:xfrm>
            <a:custGeom>
              <a:avLst/>
              <a:gdLst>
                <a:gd name="T0" fmla="*/ 9 w 9"/>
                <a:gd name="T1" fmla="*/ 55 h 55"/>
                <a:gd name="T2" fmla="*/ 0 w 9"/>
                <a:gd name="T3" fmla="*/ 55 h 55"/>
                <a:gd name="T4" fmla="*/ 0 w 9"/>
                <a:gd name="T5" fmla="*/ 52 h 55"/>
                <a:gd name="T6" fmla="*/ 0 w 9"/>
                <a:gd name="T7" fmla="*/ 12 h 55"/>
                <a:gd name="T8" fmla="*/ 3 w 9"/>
                <a:gd name="T9" fmla="*/ 5 h 55"/>
                <a:gd name="T10" fmla="*/ 7 w 9"/>
                <a:gd name="T11" fmla="*/ 2 h 55"/>
                <a:gd name="T12" fmla="*/ 9 w 9"/>
                <a:gd name="T13" fmla="*/ 0 h 55"/>
                <a:gd name="T14" fmla="*/ 9 w 9"/>
                <a:gd name="T15" fmla="*/ 55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5">
                  <a:moveTo>
                    <a:pt x="9" y="55"/>
                  </a:moveTo>
                  <a:cubicBezTo>
                    <a:pt x="6" y="55"/>
                    <a:pt x="3" y="55"/>
                    <a:pt x="0" y="55"/>
                  </a:cubicBezTo>
                  <a:cubicBezTo>
                    <a:pt x="0" y="54"/>
                    <a:pt x="0" y="53"/>
                    <a:pt x="0" y="52"/>
                  </a:cubicBezTo>
                  <a:cubicBezTo>
                    <a:pt x="0" y="39"/>
                    <a:pt x="0" y="25"/>
                    <a:pt x="0" y="12"/>
                  </a:cubicBezTo>
                  <a:cubicBezTo>
                    <a:pt x="0" y="9"/>
                    <a:pt x="1" y="7"/>
                    <a:pt x="3" y="5"/>
                  </a:cubicBezTo>
                  <a:cubicBezTo>
                    <a:pt x="4" y="4"/>
                    <a:pt x="5" y="3"/>
                    <a:pt x="7" y="2"/>
                  </a:cubicBezTo>
                  <a:cubicBezTo>
                    <a:pt x="7" y="1"/>
                    <a:pt x="8" y="1"/>
                    <a:pt x="9" y="0"/>
                  </a:cubicBezTo>
                  <a:cubicBezTo>
                    <a:pt x="9" y="19"/>
                    <a:pt x="9" y="37"/>
                    <a:pt x="9" y="5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4" name="Freeform 1181">
              <a:extLst>
                <a:ext uri="{FF2B5EF4-FFF2-40B4-BE49-F238E27FC236}">
                  <a16:creationId xmlns="" xmlns:a16="http://schemas.microsoft.com/office/drawing/2014/main" id="{50C7BE8E-E2ED-4123-9262-24962F761918}"/>
                </a:ext>
              </a:extLst>
            </p:cNvPr>
            <p:cNvSpPr>
              <a:spLocks/>
            </p:cNvSpPr>
            <p:nvPr/>
          </p:nvSpPr>
          <p:spPr bwMode="auto">
            <a:xfrm>
              <a:off x="11091192" y="649426"/>
              <a:ext cx="5639" cy="26585"/>
            </a:xfrm>
            <a:custGeom>
              <a:avLst/>
              <a:gdLst>
                <a:gd name="T0" fmla="*/ 0 w 9"/>
                <a:gd name="T1" fmla="*/ 42 h 42"/>
                <a:gd name="T2" fmla="*/ 0 w 9"/>
                <a:gd name="T3" fmla="*/ 11 h 42"/>
                <a:gd name="T4" fmla="*/ 0 w 9"/>
                <a:gd name="T5" fmla="*/ 9 h 42"/>
                <a:gd name="T6" fmla="*/ 8 w 9"/>
                <a:gd name="T7" fmla="*/ 0 h 42"/>
                <a:gd name="T8" fmla="*/ 9 w 9"/>
                <a:gd name="T9" fmla="*/ 0 h 42"/>
                <a:gd name="T10" fmla="*/ 9 w 9"/>
                <a:gd name="T11" fmla="*/ 42 h 42"/>
                <a:gd name="T12" fmla="*/ 0 w 9"/>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9" h="42">
                  <a:moveTo>
                    <a:pt x="0" y="42"/>
                  </a:moveTo>
                  <a:cubicBezTo>
                    <a:pt x="0" y="31"/>
                    <a:pt x="0" y="21"/>
                    <a:pt x="0" y="11"/>
                  </a:cubicBezTo>
                  <a:cubicBezTo>
                    <a:pt x="0" y="10"/>
                    <a:pt x="0" y="9"/>
                    <a:pt x="0" y="9"/>
                  </a:cubicBezTo>
                  <a:cubicBezTo>
                    <a:pt x="3" y="6"/>
                    <a:pt x="5" y="3"/>
                    <a:pt x="8" y="0"/>
                  </a:cubicBezTo>
                  <a:cubicBezTo>
                    <a:pt x="8" y="0"/>
                    <a:pt x="8" y="0"/>
                    <a:pt x="9" y="0"/>
                  </a:cubicBezTo>
                  <a:cubicBezTo>
                    <a:pt x="9" y="14"/>
                    <a:pt x="9" y="28"/>
                    <a:pt x="9" y="42"/>
                  </a:cubicBezTo>
                  <a:cubicBezTo>
                    <a:pt x="6" y="42"/>
                    <a:pt x="3" y="42"/>
                    <a:pt x="0"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5" name="Freeform 1182">
              <a:extLst>
                <a:ext uri="{FF2B5EF4-FFF2-40B4-BE49-F238E27FC236}">
                  <a16:creationId xmlns="" xmlns:a16="http://schemas.microsoft.com/office/drawing/2014/main" id="{6CB543B3-70DE-42B7-97AB-44F116E400DF}"/>
                </a:ext>
              </a:extLst>
            </p:cNvPr>
            <p:cNvSpPr>
              <a:spLocks/>
            </p:cNvSpPr>
            <p:nvPr/>
          </p:nvSpPr>
          <p:spPr bwMode="auto">
            <a:xfrm>
              <a:off x="11082330" y="658288"/>
              <a:ext cx="5639" cy="17723"/>
            </a:xfrm>
            <a:custGeom>
              <a:avLst/>
              <a:gdLst>
                <a:gd name="T0" fmla="*/ 9 w 9"/>
                <a:gd name="T1" fmla="*/ 0 h 28"/>
                <a:gd name="T2" fmla="*/ 9 w 9"/>
                <a:gd name="T3" fmla="*/ 28 h 28"/>
                <a:gd name="T4" fmla="*/ 0 w 9"/>
                <a:gd name="T5" fmla="*/ 28 h 28"/>
                <a:gd name="T6" fmla="*/ 0 w 9"/>
                <a:gd name="T7" fmla="*/ 26 h 28"/>
                <a:gd name="T8" fmla="*/ 0 w 9"/>
                <a:gd name="T9" fmla="*/ 11 h 28"/>
                <a:gd name="T10" fmla="*/ 2 w 9"/>
                <a:gd name="T11" fmla="*/ 6 h 28"/>
                <a:gd name="T12" fmla="*/ 7 w 9"/>
                <a:gd name="T13" fmla="*/ 1 h 28"/>
                <a:gd name="T14" fmla="*/ 9 w 9"/>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28">
                  <a:moveTo>
                    <a:pt x="9" y="0"/>
                  </a:moveTo>
                  <a:cubicBezTo>
                    <a:pt x="9" y="9"/>
                    <a:pt x="9" y="18"/>
                    <a:pt x="9" y="28"/>
                  </a:cubicBezTo>
                  <a:cubicBezTo>
                    <a:pt x="6" y="28"/>
                    <a:pt x="3" y="28"/>
                    <a:pt x="0" y="28"/>
                  </a:cubicBezTo>
                  <a:cubicBezTo>
                    <a:pt x="0" y="27"/>
                    <a:pt x="0" y="26"/>
                    <a:pt x="0" y="26"/>
                  </a:cubicBezTo>
                  <a:cubicBezTo>
                    <a:pt x="0" y="21"/>
                    <a:pt x="0" y="16"/>
                    <a:pt x="0" y="11"/>
                  </a:cubicBezTo>
                  <a:cubicBezTo>
                    <a:pt x="0" y="9"/>
                    <a:pt x="1" y="7"/>
                    <a:pt x="2" y="6"/>
                  </a:cubicBezTo>
                  <a:cubicBezTo>
                    <a:pt x="4" y="4"/>
                    <a:pt x="6" y="3"/>
                    <a:pt x="7" y="1"/>
                  </a:cubicBezTo>
                  <a:cubicBezTo>
                    <a:pt x="8" y="1"/>
                    <a:pt x="8" y="0"/>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6" name="Freeform 1183">
              <a:extLst>
                <a:ext uri="{FF2B5EF4-FFF2-40B4-BE49-F238E27FC236}">
                  <a16:creationId xmlns="" xmlns:a16="http://schemas.microsoft.com/office/drawing/2014/main" id="{A20489CE-DA5C-4F0F-987E-6751466D287D}"/>
                </a:ext>
              </a:extLst>
            </p:cNvPr>
            <p:cNvSpPr>
              <a:spLocks/>
            </p:cNvSpPr>
            <p:nvPr/>
          </p:nvSpPr>
          <p:spPr bwMode="auto">
            <a:xfrm>
              <a:off x="11065144" y="658825"/>
              <a:ext cx="5639" cy="17186"/>
            </a:xfrm>
            <a:custGeom>
              <a:avLst/>
              <a:gdLst>
                <a:gd name="T0" fmla="*/ 0 w 9"/>
                <a:gd name="T1" fmla="*/ 27 h 27"/>
                <a:gd name="T2" fmla="*/ 0 w 9"/>
                <a:gd name="T3" fmla="*/ 10 h 27"/>
                <a:gd name="T4" fmla="*/ 1 w 9"/>
                <a:gd name="T5" fmla="*/ 8 h 27"/>
                <a:gd name="T6" fmla="*/ 8 w 9"/>
                <a:gd name="T7" fmla="*/ 0 h 27"/>
                <a:gd name="T8" fmla="*/ 9 w 9"/>
                <a:gd name="T9" fmla="*/ 0 h 27"/>
                <a:gd name="T10" fmla="*/ 9 w 9"/>
                <a:gd name="T11" fmla="*/ 27 h 27"/>
                <a:gd name="T12" fmla="*/ 0 w 9"/>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9" h="27">
                  <a:moveTo>
                    <a:pt x="0" y="27"/>
                  </a:moveTo>
                  <a:cubicBezTo>
                    <a:pt x="0" y="21"/>
                    <a:pt x="0" y="16"/>
                    <a:pt x="0" y="10"/>
                  </a:cubicBezTo>
                  <a:cubicBezTo>
                    <a:pt x="0" y="9"/>
                    <a:pt x="0" y="9"/>
                    <a:pt x="1" y="8"/>
                  </a:cubicBezTo>
                  <a:cubicBezTo>
                    <a:pt x="3" y="6"/>
                    <a:pt x="6" y="3"/>
                    <a:pt x="8" y="0"/>
                  </a:cubicBezTo>
                  <a:cubicBezTo>
                    <a:pt x="9" y="0"/>
                    <a:pt x="9" y="0"/>
                    <a:pt x="9" y="0"/>
                  </a:cubicBezTo>
                  <a:cubicBezTo>
                    <a:pt x="9" y="9"/>
                    <a:pt x="9" y="18"/>
                    <a:pt x="9" y="27"/>
                  </a:cubicBezTo>
                  <a:cubicBezTo>
                    <a:pt x="6" y="27"/>
                    <a:pt x="3" y="27"/>
                    <a:pt x="0"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7" name="Freeform 1184">
              <a:extLst>
                <a:ext uri="{FF2B5EF4-FFF2-40B4-BE49-F238E27FC236}">
                  <a16:creationId xmlns="" xmlns:a16="http://schemas.microsoft.com/office/drawing/2014/main" id="{D301A4A1-59E5-49EC-B529-3C479AB6E771}"/>
                </a:ext>
              </a:extLst>
            </p:cNvPr>
            <p:cNvSpPr>
              <a:spLocks/>
            </p:cNvSpPr>
            <p:nvPr/>
          </p:nvSpPr>
          <p:spPr bwMode="auto">
            <a:xfrm>
              <a:off x="11074006" y="658825"/>
              <a:ext cx="6445" cy="17186"/>
            </a:xfrm>
            <a:custGeom>
              <a:avLst/>
              <a:gdLst>
                <a:gd name="T0" fmla="*/ 9 w 10"/>
                <a:gd name="T1" fmla="*/ 27 h 27"/>
                <a:gd name="T2" fmla="*/ 0 w 10"/>
                <a:gd name="T3" fmla="*/ 27 h 27"/>
                <a:gd name="T4" fmla="*/ 0 w 10"/>
                <a:gd name="T5" fmla="*/ 0 h 27"/>
                <a:gd name="T6" fmla="*/ 2 w 10"/>
                <a:gd name="T7" fmla="*/ 1 h 27"/>
                <a:gd name="T8" fmla="*/ 9 w 10"/>
                <a:gd name="T9" fmla="*/ 17 h 27"/>
                <a:gd name="T10" fmla="*/ 9 w 10"/>
                <a:gd name="T11" fmla="*/ 27 h 27"/>
              </a:gdLst>
              <a:ahLst/>
              <a:cxnLst>
                <a:cxn ang="0">
                  <a:pos x="T0" y="T1"/>
                </a:cxn>
                <a:cxn ang="0">
                  <a:pos x="T2" y="T3"/>
                </a:cxn>
                <a:cxn ang="0">
                  <a:pos x="T4" y="T5"/>
                </a:cxn>
                <a:cxn ang="0">
                  <a:pos x="T6" y="T7"/>
                </a:cxn>
                <a:cxn ang="0">
                  <a:pos x="T8" y="T9"/>
                </a:cxn>
                <a:cxn ang="0">
                  <a:pos x="T10" y="T11"/>
                </a:cxn>
              </a:cxnLst>
              <a:rect l="0" t="0" r="r" b="b"/>
              <a:pathLst>
                <a:path w="10" h="27">
                  <a:moveTo>
                    <a:pt x="9" y="27"/>
                  </a:moveTo>
                  <a:cubicBezTo>
                    <a:pt x="6" y="27"/>
                    <a:pt x="3" y="27"/>
                    <a:pt x="0" y="27"/>
                  </a:cubicBezTo>
                  <a:cubicBezTo>
                    <a:pt x="0" y="18"/>
                    <a:pt x="0" y="9"/>
                    <a:pt x="0" y="0"/>
                  </a:cubicBezTo>
                  <a:cubicBezTo>
                    <a:pt x="1" y="0"/>
                    <a:pt x="1" y="1"/>
                    <a:pt x="2" y="1"/>
                  </a:cubicBezTo>
                  <a:cubicBezTo>
                    <a:pt x="10" y="9"/>
                    <a:pt x="9" y="6"/>
                    <a:pt x="9" y="17"/>
                  </a:cubicBezTo>
                  <a:cubicBezTo>
                    <a:pt x="9" y="20"/>
                    <a:pt x="9" y="23"/>
                    <a:pt x="9"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8" name="Freeform 1185">
              <a:extLst>
                <a:ext uri="{FF2B5EF4-FFF2-40B4-BE49-F238E27FC236}">
                  <a16:creationId xmlns="" xmlns:a16="http://schemas.microsoft.com/office/drawing/2014/main" id="{21B09D04-56B2-4587-AB37-5F1ADF16B55B}"/>
                </a:ext>
              </a:extLst>
            </p:cNvPr>
            <p:cNvSpPr>
              <a:spLocks/>
            </p:cNvSpPr>
            <p:nvPr/>
          </p:nvSpPr>
          <p:spPr bwMode="auto">
            <a:xfrm>
              <a:off x="11055745" y="667955"/>
              <a:ext cx="6982" cy="8056"/>
            </a:xfrm>
            <a:custGeom>
              <a:avLst/>
              <a:gdLst>
                <a:gd name="T0" fmla="*/ 0 w 11"/>
                <a:gd name="T1" fmla="*/ 13 h 13"/>
                <a:gd name="T2" fmla="*/ 2 w 11"/>
                <a:gd name="T3" fmla="*/ 8 h 13"/>
                <a:gd name="T4" fmla="*/ 9 w 11"/>
                <a:gd name="T5" fmla="*/ 0 h 13"/>
                <a:gd name="T6" fmla="*/ 11 w 11"/>
                <a:gd name="T7" fmla="*/ 0 h 13"/>
                <a:gd name="T8" fmla="*/ 11 w 11"/>
                <a:gd name="T9" fmla="*/ 13 h 13"/>
                <a:gd name="T10" fmla="*/ 0 w 11"/>
                <a:gd name="T11" fmla="*/ 13 h 13"/>
              </a:gdLst>
              <a:ahLst/>
              <a:cxnLst>
                <a:cxn ang="0">
                  <a:pos x="T0" y="T1"/>
                </a:cxn>
                <a:cxn ang="0">
                  <a:pos x="T2" y="T3"/>
                </a:cxn>
                <a:cxn ang="0">
                  <a:pos x="T4" y="T5"/>
                </a:cxn>
                <a:cxn ang="0">
                  <a:pos x="T6" y="T7"/>
                </a:cxn>
                <a:cxn ang="0">
                  <a:pos x="T8" y="T9"/>
                </a:cxn>
                <a:cxn ang="0">
                  <a:pos x="T10" y="T11"/>
                </a:cxn>
              </a:cxnLst>
              <a:rect l="0" t="0" r="r" b="b"/>
              <a:pathLst>
                <a:path w="11" h="13">
                  <a:moveTo>
                    <a:pt x="0" y="13"/>
                  </a:moveTo>
                  <a:cubicBezTo>
                    <a:pt x="1" y="11"/>
                    <a:pt x="1" y="9"/>
                    <a:pt x="2" y="8"/>
                  </a:cubicBezTo>
                  <a:cubicBezTo>
                    <a:pt x="4" y="5"/>
                    <a:pt x="7" y="3"/>
                    <a:pt x="9" y="0"/>
                  </a:cubicBezTo>
                  <a:cubicBezTo>
                    <a:pt x="10" y="0"/>
                    <a:pt x="10" y="0"/>
                    <a:pt x="11" y="0"/>
                  </a:cubicBezTo>
                  <a:cubicBezTo>
                    <a:pt x="11" y="4"/>
                    <a:pt x="11" y="8"/>
                    <a:pt x="11" y="13"/>
                  </a:cubicBezTo>
                  <a:cubicBezTo>
                    <a:pt x="7" y="13"/>
                    <a:pt x="4" y="13"/>
                    <a:pt x="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19" name="Freeform 1186">
              <a:extLst>
                <a:ext uri="{FF2B5EF4-FFF2-40B4-BE49-F238E27FC236}">
                  <a16:creationId xmlns="" xmlns:a16="http://schemas.microsoft.com/office/drawing/2014/main" id="{E7901E35-E529-41AB-9F46-4628C9BCAAA1}"/>
                </a:ext>
              </a:extLst>
            </p:cNvPr>
            <p:cNvSpPr>
              <a:spLocks/>
            </p:cNvSpPr>
            <p:nvPr/>
          </p:nvSpPr>
          <p:spPr bwMode="auto">
            <a:xfrm>
              <a:off x="10759287" y="454204"/>
              <a:ext cx="63105" cy="48336"/>
            </a:xfrm>
            <a:custGeom>
              <a:avLst/>
              <a:gdLst>
                <a:gd name="T0" fmla="*/ 99 w 99"/>
                <a:gd name="T1" fmla="*/ 37 h 76"/>
                <a:gd name="T2" fmla="*/ 97 w 99"/>
                <a:gd name="T3" fmla="*/ 35 h 76"/>
                <a:gd name="T4" fmla="*/ 87 w 99"/>
                <a:gd name="T5" fmla="*/ 25 h 76"/>
                <a:gd name="T6" fmla="*/ 69 w 99"/>
                <a:gd name="T7" fmla="*/ 43 h 76"/>
                <a:gd name="T8" fmla="*/ 51 w 99"/>
                <a:gd name="T9" fmla="*/ 61 h 76"/>
                <a:gd name="T10" fmla="*/ 46 w 99"/>
                <a:gd name="T11" fmla="*/ 61 h 76"/>
                <a:gd name="T12" fmla="*/ 36 w 99"/>
                <a:gd name="T13" fmla="*/ 51 h 76"/>
                <a:gd name="T14" fmla="*/ 34 w 99"/>
                <a:gd name="T15" fmla="*/ 53 h 76"/>
                <a:gd name="T16" fmla="*/ 17 w 99"/>
                <a:gd name="T17" fmla="*/ 69 h 76"/>
                <a:gd name="T18" fmla="*/ 0 w 99"/>
                <a:gd name="T19" fmla="*/ 66 h 76"/>
                <a:gd name="T20" fmla="*/ 0 w 99"/>
                <a:gd name="T21" fmla="*/ 63 h 76"/>
                <a:gd name="T22" fmla="*/ 5 w 99"/>
                <a:gd name="T23" fmla="*/ 56 h 76"/>
                <a:gd name="T24" fmla="*/ 33 w 99"/>
                <a:gd name="T25" fmla="*/ 28 h 76"/>
                <a:gd name="T26" fmla="*/ 38 w 99"/>
                <a:gd name="T27" fmla="*/ 28 h 76"/>
                <a:gd name="T28" fmla="*/ 48 w 99"/>
                <a:gd name="T29" fmla="*/ 38 h 76"/>
                <a:gd name="T30" fmla="*/ 48 w 99"/>
                <a:gd name="T31" fmla="*/ 38 h 76"/>
                <a:gd name="T32" fmla="*/ 73 w 99"/>
                <a:gd name="T33" fmla="*/ 12 h 76"/>
                <a:gd name="T34" fmla="*/ 62 w 99"/>
                <a:gd name="T35" fmla="*/ 0 h 76"/>
                <a:gd name="T36" fmla="*/ 65 w 99"/>
                <a:gd name="T37" fmla="*/ 0 h 76"/>
                <a:gd name="T38" fmla="*/ 93 w 99"/>
                <a:gd name="T39" fmla="*/ 0 h 76"/>
                <a:gd name="T40" fmla="*/ 99 w 99"/>
                <a:gd name="T41" fmla="*/ 3 h 76"/>
                <a:gd name="T42" fmla="*/ 99 w 99"/>
                <a:gd name="T43" fmla="*/ 3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9" h="76">
                  <a:moveTo>
                    <a:pt x="99" y="37"/>
                  </a:moveTo>
                  <a:cubicBezTo>
                    <a:pt x="98" y="36"/>
                    <a:pt x="97" y="36"/>
                    <a:pt x="97" y="35"/>
                  </a:cubicBezTo>
                  <a:cubicBezTo>
                    <a:pt x="93" y="32"/>
                    <a:pt x="90" y="29"/>
                    <a:pt x="87" y="25"/>
                  </a:cubicBezTo>
                  <a:cubicBezTo>
                    <a:pt x="81" y="31"/>
                    <a:pt x="75" y="37"/>
                    <a:pt x="69" y="43"/>
                  </a:cubicBezTo>
                  <a:cubicBezTo>
                    <a:pt x="63" y="49"/>
                    <a:pt x="57" y="55"/>
                    <a:pt x="51" y="61"/>
                  </a:cubicBezTo>
                  <a:cubicBezTo>
                    <a:pt x="49" y="63"/>
                    <a:pt x="48" y="63"/>
                    <a:pt x="46" y="61"/>
                  </a:cubicBezTo>
                  <a:cubicBezTo>
                    <a:pt x="42" y="58"/>
                    <a:pt x="39" y="54"/>
                    <a:pt x="36" y="51"/>
                  </a:cubicBezTo>
                  <a:cubicBezTo>
                    <a:pt x="35" y="52"/>
                    <a:pt x="34" y="52"/>
                    <a:pt x="34" y="53"/>
                  </a:cubicBezTo>
                  <a:cubicBezTo>
                    <a:pt x="28" y="58"/>
                    <a:pt x="22" y="63"/>
                    <a:pt x="17" y="69"/>
                  </a:cubicBezTo>
                  <a:cubicBezTo>
                    <a:pt x="12" y="76"/>
                    <a:pt x="3" y="75"/>
                    <a:pt x="0" y="66"/>
                  </a:cubicBezTo>
                  <a:cubicBezTo>
                    <a:pt x="0" y="65"/>
                    <a:pt x="0" y="64"/>
                    <a:pt x="0" y="63"/>
                  </a:cubicBezTo>
                  <a:cubicBezTo>
                    <a:pt x="2" y="60"/>
                    <a:pt x="3" y="58"/>
                    <a:pt x="5" y="56"/>
                  </a:cubicBezTo>
                  <a:cubicBezTo>
                    <a:pt x="14" y="47"/>
                    <a:pt x="24" y="37"/>
                    <a:pt x="33" y="28"/>
                  </a:cubicBezTo>
                  <a:cubicBezTo>
                    <a:pt x="35" y="26"/>
                    <a:pt x="36" y="26"/>
                    <a:pt x="38" y="28"/>
                  </a:cubicBezTo>
                  <a:cubicBezTo>
                    <a:pt x="41" y="31"/>
                    <a:pt x="45" y="35"/>
                    <a:pt x="48" y="38"/>
                  </a:cubicBezTo>
                  <a:cubicBezTo>
                    <a:pt x="48" y="38"/>
                    <a:pt x="48" y="38"/>
                    <a:pt x="48" y="38"/>
                  </a:cubicBezTo>
                  <a:cubicBezTo>
                    <a:pt x="56" y="29"/>
                    <a:pt x="65" y="21"/>
                    <a:pt x="73" y="12"/>
                  </a:cubicBezTo>
                  <a:cubicBezTo>
                    <a:pt x="70" y="9"/>
                    <a:pt x="66" y="5"/>
                    <a:pt x="62" y="0"/>
                  </a:cubicBezTo>
                  <a:cubicBezTo>
                    <a:pt x="63" y="0"/>
                    <a:pt x="64" y="0"/>
                    <a:pt x="65" y="0"/>
                  </a:cubicBezTo>
                  <a:cubicBezTo>
                    <a:pt x="74" y="0"/>
                    <a:pt x="83" y="0"/>
                    <a:pt x="93" y="0"/>
                  </a:cubicBezTo>
                  <a:cubicBezTo>
                    <a:pt x="95" y="0"/>
                    <a:pt x="98" y="0"/>
                    <a:pt x="99" y="3"/>
                  </a:cubicBezTo>
                  <a:cubicBezTo>
                    <a:pt x="99" y="14"/>
                    <a:pt x="99" y="25"/>
                    <a:pt x="99" y="3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0" name="Freeform 1187">
              <a:extLst>
                <a:ext uri="{FF2B5EF4-FFF2-40B4-BE49-F238E27FC236}">
                  <a16:creationId xmlns="" xmlns:a16="http://schemas.microsoft.com/office/drawing/2014/main" id="{6DE53CA5-E666-4118-B3B1-4ABAF366EF07}"/>
                </a:ext>
              </a:extLst>
            </p:cNvPr>
            <p:cNvSpPr>
              <a:spLocks/>
            </p:cNvSpPr>
            <p:nvPr/>
          </p:nvSpPr>
          <p:spPr bwMode="auto">
            <a:xfrm>
              <a:off x="10808966" y="476493"/>
              <a:ext cx="5102" cy="34909"/>
            </a:xfrm>
            <a:custGeom>
              <a:avLst/>
              <a:gdLst>
                <a:gd name="T0" fmla="*/ 8 w 8"/>
                <a:gd name="T1" fmla="*/ 55 h 55"/>
                <a:gd name="T2" fmla="*/ 0 w 8"/>
                <a:gd name="T3" fmla="*/ 55 h 55"/>
                <a:gd name="T4" fmla="*/ 0 w 8"/>
                <a:gd name="T5" fmla="*/ 52 h 55"/>
                <a:gd name="T6" fmla="*/ 0 w 8"/>
                <a:gd name="T7" fmla="*/ 12 h 55"/>
                <a:gd name="T8" fmla="*/ 3 w 8"/>
                <a:gd name="T9" fmla="*/ 5 h 55"/>
                <a:gd name="T10" fmla="*/ 6 w 8"/>
                <a:gd name="T11" fmla="*/ 2 h 55"/>
                <a:gd name="T12" fmla="*/ 8 w 8"/>
                <a:gd name="T13" fmla="*/ 0 h 55"/>
                <a:gd name="T14" fmla="*/ 8 w 8"/>
                <a:gd name="T15" fmla="*/ 55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55">
                  <a:moveTo>
                    <a:pt x="8" y="55"/>
                  </a:moveTo>
                  <a:cubicBezTo>
                    <a:pt x="6" y="55"/>
                    <a:pt x="3" y="55"/>
                    <a:pt x="0" y="55"/>
                  </a:cubicBezTo>
                  <a:cubicBezTo>
                    <a:pt x="0" y="54"/>
                    <a:pt x="0" y="53"/>
                    <a:pt x="0" y="52"/>
                  </a:cubicBezTo>
                  <a:cubicBezTo>
                    <a:pt x="0" y="39"/>
                    <a:pt x="0" y="26"/>
                    <a:pt x="0" y="12"/>
                  </a:cubicBezTo>
                  <a:cubicBezTo>
                    <a:pt x="0" y="9"/>
                    <a:pt x="1" y="7"/>
                    <a:pt x="3" y="5"/>
                  </a:cubicBezTo>
                  <a:cubicBezTo>
                    <a:pt x="4" y="4"/>
                    <a:pt x="5" y="3"/>
                    <a:pt x="6" y="2"/>
                  </a:cubicBezTo>
                  <a:cubicBezTo>
                    <a:pt x="7" y="1"/>
                    <a:pt x="7" y="1"/>
                    <a:pt x="8" y="0"/>
                  </a:cubicBezTo>
                  <a:cubicBezTo>
                    <a:pt x="8" y="19"/>
                    <a:pt x="8" y="37"/>
                    <a:pt x="8" y="5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1" name="Freeform 1188">
              <a:extLst>
                <a:ext uri="{FF2B5EF4-FFF2-40B4-BE49-F238E27FC236}">
                  <a16:creationId xmlns="" xmlns:a16="http://schemas.microsoft.com/office/drawing/2014/main" id="{B1EE7172-3667-4FB7-B34D-873D6F8A42E2}"/>
                </a:ext>
              </a:extLst>
            </p:cNvPr>
            <p:cNvSpPr>
              <a:spLocks/>
            </p:cNvSpPr>
            <p:nvPr/>
          </p:nvSpPr>
          <p:spPr bwMode="auto">
            <a:xfrm>
              <a:off x="10800104" y="484817"/>
              <a:ext cx="5639" cy="26585"/>
            </a:xfrm>
            <a:custGeom>
              <a:avLst/>
              <a:gdLst>
                <a:gd name="T0" fmla="*/ 0 w 9"/>
                <a:gd name="T1" fmla="*/ 42 h 42"/>
                <a:gd name="T2" fmla="*/ 0 w 9"/>
                <a:gd name="T3" fmla="*/ 11 h 42"/>
                <a:gd name="T4" fmla="*/ 1 w 9"/>
                <a:gd name="T5" fmla="*/ 9 h 42"/>
                <a:gd name="T6" fmla="*/ 9 w 9"/>
                <a:gd name="T7" fmla="*/ 0 h 42"/>
                <a:gd name="T8" fmla="*/ 9 w 9"/>
                <a:gd name="T9" fmla="*/ 1 h 42"/>
                <a:gd name="T10" fmla="*/ 9 w 9"/>
                <a:gd name="T11" fmla="*/ 42 h 42"/>
                <a:gd name="T12" fmla="*/ 0 w 9"/>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9" h="42">
                  <a:moveTo>
                    <a:pt x="0" y="42"/>
                  </a:moveTo>
                  <a:cubicBezTo>
                    <a:pt x="0" y="31"/>
                    <a:pt x="0" y="21"/>
                    <a:pt x="0" y="11"/>
                  </a:cubicBezTo>
                  <a:cubicBezTo>
                    <a:pt x="0" y="10"/>
                    <a:pt x="1" y="9"/>
                    <a:pt x="1" y="9"/>
                  </a:cubicBezTo>
                  <a:cubicBezTo>
                    <a:pt x="3" y="6"/>
                    <a:pt x="6" y="3"/>
                    <a:pt x="9" y="0"/>
                  </a:cubicBezTo>
                  <a:cubicBezTo>
                    <a:pt x="9" y="0"/>
                    <a:pt x="9" y="1"/>
                    <a:pt x="9" y="1"/>
                  </a:cubicBezTo>
                  <a:cubicBezTo>
                    <a:pt x="9" y="14"/>
                    <a:pt x="9" y="28"/>
                    <a:pt x="9" y="42"/>
                  </a:cubicBezTo>
                  <a:cubicBezTo>
                    <a:pt x="7" y="42"/>
                    <a:pt x="4" y="42"/>
                    <a:pt x="0"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2" name="Freeform 1189">
              <a:extLst>
                <a:ext uri="{FF2B5EF4-FFF2-40B4-BE49-F238E27FC236}">
                  <a16:creationId xmlns="" xmlns:a16="http://schemas.microsoft.com/office/drawing/2014/main" id="{CCD1C004-69AD-4C79-8293-995995ACF079}"/>
                </a:ext>
              </a:extLst>
            </p:cNvPr>
            <p:cNvSpPr>
              <a:spLocks/>
            </p:cNvSpPr>
            <p:nvPr/>
          </p:nvSpPr>
          <p:spPr bwMode="auto">
            <a:xfrm>
              <a:off x="10791780" y="493679"/>
              <a:ext cx="5639" cy="17723"/>
            </a:xfrm>
            <a:custGeom>
              <a:avLst/>
              <a:gdLst>
                <a:gd name="T0" fmla="*/ 9 w 9"/>
                <a:gd name="T1" fmla="*/ 0 h 28"/>
                <a:gd name="T2" fmla="*/ 9 w 9"/>
                <a:gd name="T3" fmla="*/ 28 h 28"/>
                <a:gd name="T4" fmla="*/ 0 w 9"/>
                <a:gd name="T5" fmla="*/ 28 h 28"/>
                <a:gd name="T6" fmla="*/ 0 w 9"/>
                <a:gd name="T7" fmla="*/ 26 h 28"/>
                <a:gd name="T8" fmla="*/ 0 w 9"/>
                <a:gd name="T9" fmla="*/ 11 h 28"/>
                <a:gd name="T10" fmla="*/ 2 w 9"/>
                <a:gd name="T11" fmla="*/ 6 h 28"/>
                <a:gd name="T12" fmla="*/ 7 w 9"/>
                <a:gd name="T13" fmla="*/ 1 h 28"/>
                <a:gd name="T14" fmla="*/ 9 w 9"/>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28">
                  <a:moveTo>
                    <a:pt x="9" y="0"/>
                  </a:moveTo>
                  <a:cubicBezTo>
                    <a:pt x="9" y="9"/>
                    <a:pt x="9" y="18"/>
                    <a:pt x="9" y="28"/>
                  </a:cubicBezTo>
                  <a:cubicBezTo>
                    <a:pt x="6" y="28"/>
                    <a:pt x="3" y="28"/>
                    <a:pt x="0" y="28"/>
                  </a:cubicBezTo>
                  <a:cubicBezTo>
                    <a:pt x="0" y="27"/>
                    <a:pt x="0" y="26"/>
                    <a:pt x="0" y="26"/>
                  </a:cubicBezTo>
                  <a:cubicBezTo>
                    <a:pt x="0" y="21"/>
                    <a:pt x="0" y="16"/>
                    <a:pt x="0" y="11"/>
                  </a:cubicBezTo>
                  <a:cubicBezTo>
                    <a:pt x="0" y="9"/>
                    <a:pt x="0" y="7"/>
                    <a:pt x="2" y="6"/>
                  </a:cubicBezTo>
                  <a:cubicBezTo>
                    <a:pt x="4" y="4"/>
                    <a:pt x="5" y="3"/>
                    <a:pt x="7" y="1"/>
                  </a:cubicBezTo>
                  <a:cubicBezTo>
                    <a:pt x="7" y="1"/>
                    <a:pt x="8" y="0"/>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3" name="Freeform 1190">
              <a:extLst>
                <a:ext uri="{FF2B5EF4-FFF2-40B4-BE49-F238E27FC236}">
                  <a16:creationId xmlns="" xmlns:a16="http://schemas.microsoft.com/office/drawing/2014/main" id="{A0B8F262-ED14-4A2F-80E7-C3C2CB59A463}"/>
                </a:ext>
              </a:extLst>
            </p:cNvPr>
            <p:cNvSpPr>
              <a:spLocks/>
            </p:cNvSpPr>
            <p:nvPr/>
          </p:nvSpPr>
          <p:spPr bwMode="auto">
            <a:xfrm>
              <a:off x="10774594" y="494216"/>
              <a:ext cx="5639" cy="17186"/>
            </a:xfrm>
            <a:custGeom>
              <a:avLst/>
              <a:gdLst>
                <a:gd name="T0" fmla="*/ 0 w 9"/>
                <a:gd name="T1" fmla="*/ 27 h 27"/>
                <a:gd name="T2" fmla="*/ 0 w 9"/>
                <a:gd name="T3" fmla="*/ 10 h 27"/>
                <a:gd name="T4" fmla="*/ 1 w 9"/>
                <a:gd name="T5" fmla="*/ 8 h 27"/>
                <a:gd name="T6" fmla="*/ 8 w 9"/>
                <a:gd name="T7" fmla="*/ 0 h 27"/>
                <a:gd name="T8" fmla="*/ 9 w 9"/>
                <a:gd name="T9" fmla="*/ 1 h 27"/>
                <a:gd name="T10" fmla="*/ 9 w 9"/>
                <a:gd name="T11" fmla="*/ 27 h 27"/>
                <a:gd name="T12" fmla="*/ 0 w 9"/>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9" h="27">
                  <a:moveTo>
                    <a:pt x="0" y="27"/>
                  </a:moveTo>
                  <a:cubicBezTo>
                    <a:pt x="0" y="21"/>
                    <a:pt x="0" y="16"/>
                    <a:pt x="0" y="10"/>
                  </a:cubicBezTo>
                  <a:cubicBezTo>
                    <a:pt x="0" y="10"/>
                    <a:pt x="0" y="9"/>
                    <a:pt x="1" y="8"/>
                  </a:cubicBezTo>
                  <a:cubicBezTo>
                    <a:pt x="3" y="6"/>
                    <a:pt x="6" y="3"/>
                    <a:pt x="8" y="0"/>
                  </a:cubicBezTo>
                  <a:cubicBezTo>
                    <a:pt x="8" y="0"/>
                    <a:pt x="9" y="1"/>
                    <a:pt x="9" y="1"/>
                  </a:cubicBezTo>
                  <a:cubicBezTo>
                    <a:pt x="9" y="9"/>
                    <a:pt x="9" y="18"/>
                    <a:pt x="9" y="27"/>
                  </a:cubicBezTo>
                  <a:cubicBezTo>
                    <a:pt x="6" y="27"/>
                    <a:pt x="3" y="27"/>
                    <a:pt x="0"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4" name="Freeform 1191">
              <a:extLst>
                <a:ext uri="{FF2B5EF4-FFF2-40B4-BE49-F238E27FC236}">
                  <a16:creationId xmlns="" xmlns:a16="http://schemas.microsoft.com/office/drawing/2014/main" id="{3B16BF73-7D4B-464E-984A-6F4C0EC663CC}"/>
                </a:ext>
              </a:extLst>
            </p:cNvPr>
            <p:cNvSpPr>
              <a:spLocks/>
            </p:cNvSpPr>
            <p:nvPr/>
          </p:nvSpPr>
          <p:spPr bwMode="auto">
            <a:xfrm>
              <a:off x="10783455" y="494216"/>
              <a:ext cx="6445" cy="17186"/>
            </a:xfrm>
            <a:custGeom>
              <a:avLst/>
              <a:gdLst>
                <a:gd name="T0" fmla="*/ 9 w 10"/>
                <a:gd name="T1" fmla="*/ 27 h 27"/>
                <a:gd name="T2" fmla="*/ 0 w 10"/>
                <a:gd name="T3" fmla="*/ 27 h 27"/>
                <a:gd name="T4" fmla="*/ 0 w 10"/>
                <a:gd name="T5" fmla="*/ 0 h 27"/>
                <a:gd name="T6" fmla="*/ 2 w 10"/>
                <a:gd name="T7" fmla="*/ 1 h 27"/>
                <a:gd name="T8" fmla="*/ 9 w 10"/>
                <a:gd name="T9" fmla="*/ 18 h 27"/>
                <a:gd name="T10" fmla="*/ 9 w 10"/>
                <a:gd name="T11" fmla="*/ 27 h 27"/>
              </a:gdLst>
              <a:ahLst/>
              <a:cxnLst>
                <a:cxn ang="0">
                  <a:pos x="T0" y="T1"/>
                </a:cxn>
                <a:cxn ang="0">
                  <a:pos x="T2" y="T3"/>
                </a:cxn>
                <a:cxn ang="0">
                  <a:pos x="T4" y="T5"/>
                </a:cxn>
                <a:cxn ang="0">
                  <a:pos x="T6" y="T7"/>
                </a:cxn>
                <a:cxn ang="0">
                  <a:pos x="T8" y="T9"/>
                </a:cxn>
                <a:cxn ang="0">
                  <a:pos x="T10" y="T11"/>
                </a:cxn>
              </a:cxnLst>
              <a:rect l="0" t="0" r="r" b="b"/>
              <a:pathLst>
                <a:path w="10" h="27">
                  <a:moveTo>
                    <a:pt x="9" y="27"/>
                  </a:moveTo>
                  <a:cubicBezTo>
                    <a:pt x="5" y="27"/>
                    <a:pt x="3" y="27"/>
                    <a:pt x="0" y="27"/>
                  </a:cubicBezTo>
                  <a:cubicBezTo>
                    <a:pt x="0" y="18"/>
                    <a:pt x="0" y="9"/>
                    <a:pt x="0" y="0"/>
                  </a:cubicBezTo>
                  <a:cubicBezTo>
                    <a:pt x="0" y="0"/>
                    <a:pt x="1" y="1"/>
                    <a:pt x="2" y="1"/>
                  </a:cubicBezTo>
                  <a:cubicBezTo>
                    <a:pt x="10" y="10"/>
                    <a:pt x="8" y="6"/>
                    <a:pt x="9" y="18"/>
                  </a:cubicBezTo>
                  <a:cubicBezTo>
                    <a:pt x="9" y="21"/>
                    <a:pt x="9" y="24"/>
                    <a:pt x="9"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5" name="Freeform 1192">
              <a:extLst>
                <a:ext uri="{FF2B5EF4-FFF2-40B4-BE49-F238E27FC236}">
                  <a16:creationId xmlns="" xmlns:a16="http://schemas.microsoft.com/office/drawing/2014/main" id="{825A6DF9-C34B-4660-99A3-5AA71A520DFB}"/>
                </a:ext>
              </a:extLst>
            </p:cNvPr>
            <p:cNvSpPr>
              <a:spLocks/>
            </p:cNvSpPr>
            <p:nvPr/>
          </p:nvSpPr>
          <p:spPr bwMode="auto">
            <a:xfrm>
              <a:off x="10765195" y="503346"/>
              <a:ext cx="6176" cy="8056"/>
            </a:xfrm>
            <a:custGeom>
              <a:avLst/>
              <a:gdLst>
                <a:gd name="T0" fmla="*/ 0 w 10"/>
                <a:gd name="T1" fmla="*/ 13 h 13"/>
                <a:gd name="T2" fmla="*/ 2 w 10"/>
                <a:gd name="T3" fmla="*/ 8 h 13"/>
                <a:gd name="T4" fmla="*/ 9 w 10"/>
                <a:gd name="T5" fmla="*/ 1 h 13"/>
                <a:gd name="T6" fmla="*/ 10 w 10"/>
                <a:gd name="T7" fmla="*/ 0 h 13"/>
                <a:gd name="T8" fmla="*/ 10 w 10"/>
                <a:gd name="T9" fmla="*/ 13 h 13"/>
                <a:gd name="T10" fmla="*/ 0 w 10"/>
                <a:gd name="T11" fmla="*/ 13 h 13"/>
              </a:gdLst>
              <a:ahLst/>
              <a:cxnLst>
                <a:cxn ang="0">
                  <a:pos x="T0" y="T1"/>
                </a:cxn>
                <a:cxn ang="0">
                  <a:pos x="T2" y="T3"/>
                </a:cxn>
                <a:cxn ang="0">
                  <a:pos x="T4" y="T5"/>
                </a:cxn>
                <a:cxn ang="0">
                  <a:pos x="T6" y="T7"/>
                </a:cxn>
                <a:cxn ang="0">
                  <a:pos x="T8" y="T9"/>
                </a:cxn>
                <a:cxn ang="0">
                  <a:pos x="T10" y="T11"/>
                </a:cxn>
              </a:cxnLst>
              <a:rect l="0" t="0" r="r" b="b"/>
              <a:pathLst>
                <a:path w="10" h="13">
                  <a:moveTo>
                    <a:pt x="0" y="13"/>
                  </a:moveTo>
                  <a:cubicBezTo>
                    <a:pt x="0" y="11"/>
                    <a:pt x="1" y="9"/>
                    <a:pt x="2" y="8"/>
                  </a:cubicBezTo>
                  <a:cubicBezTo>
                    <a:pt x="4" y="5"/>
                    <a:pt x="7" y="3"/>
                    <a:pt x="9" y="1"/>
                  </a:cubicBezTo>
                  <a:cubicBezTo>
                    <a:pt x="9" y="0"/>
                    <a:pt x="10" y="0"/>
                    <a:pt x="10" y="0"/>
                  </a:cubicBezTo>
                  <a:cubicBezTo>
                    <a:pt x="10" y="4"/>
                    <a:pt x="10" y="8"/>
                    <a:pt x="10" y="13"/>
                  </a:cubicBezTo>
                  <a:cubicBezTo>
                    <a:pt x="7" y="13"/>
                    <a:pt x="4" y="13"/>
                    <a:pt x="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6" name="Freeform 1193">
              <a:extLst>
                <a:ext uri="{FF2B5EF4-FFF2-40B4-BE49-F238E27FC236}">
                  <a16:creationId xmlns="" xmlns:a16="http://schemas.microsoft.com/office/drawing/2014/main" id="{B97677E6-308E-4B1E-92DB-156F056ED788}"/>
                </a:ext>
              </a:extLst>
            </p:cNvPr>
            <p:cNvSpPr>
              <a:spLocks/>
            </p:cNvSpPr>
            <p:nvPr/>
          </p:nvSpPr>
          <p:spPr bwMode="auto">
            <a:xfrm>
              <a:off x="11125026" y="967099"/>
              <a:ext cx="66059" cy="65522"/>
            </a:xfrm>
            <a:custGeom>
              <a:avLst/>
              <a:gdLst>
                <a:gd name="T0" fmla="*/ 46 w 104"/>
                <a:gd name="T1" fmla="*/ 103 h 103"/>
                <a:gd name="T2" fmla="*/ 44 w 104"/>
                <a:gd name="T3" fmla="*/ 102 h 103"/>
                <a:gd name="T4" fmla="*/ 10 w 104"/>
                <a:gd name="T5" fmla="*/ 81 h 103"/>
                <a:gd name="T6" fmla="*/ 3 w 104"/>
                <a:gd name="T7" fmla="*/ 66 h 103"/>
                <a:gd name="T8" fmla="*/ 1 w 104"/>
                <a:gd name="T9" fmla="*/ 47 h 103"/>
                <a:gd name="T10" fmla="*/ 15 w 104"/>
                <a:gd name="T11" fmla="*/ 16 h 103"/>
                <a:gd name="T12" fmla="*/ 31 w 104"/>
                <a:gd name="T13" fmla="*/ 5 h 103"/>
                <a:gd name="T14" fmla="*/ 53 w 104"/>
                <a:gd name="T15" fmla="*/ 0 h 103"/>
                <a:gd name="T16" fmla="*/ 67 w 104"/>
                <a:gd name="T17" fmla="*/ 3 h 103"/>
                <a:gd name="T18" fmla="*/ 74 w 104"/>
                <a:gd name="T19" fmla="*/ 6 h 103"/>
                <a:gd name="T20" fmla="*/ 75 w 104"/>
                <a:gd name="T21" fmla="*/ 7 h 103"/>
                <a:gd name="T22" fmla="*/ 76 w 104"/>
                <a:gd name="T23" fmla="*/ 14 h 103"/>
                <a:gd name="T24" fmla="*/ 75 w 104"/>
                <a:gd name="T25" fmla="*/ 16 h 103"/>
                <a:gd name="T26" fmla="*/ 74 w 104"/>
                <a:gd name="T27" fmla="*/ 17 h 103"/>
                <a:gd name="T28" fmla="*/ 69 w 104"/>
                <a:gd name="T29" fmla="*/ 18 h 103"/>
                <a:gd name="T30" fmla="*/ 48 w 104"/>
                <a:gd name="T31" fmla="*/ 14 h 103"/>
                <a:gd name="T32" fmla="*/ 23 w 104"/>
                <a:gd name="T33" fmla="*/ 27 h 103"/>
                <a:gd name="T34" fmla="*/ 16 w 104"/>
                <a:gd name="T35" fmla="*/ 39 h 103"/>
                <a:gd name="T36" fmla="*/ 15 w 104"/>
                <a:gd name="T37" fmla="*/ 59 h 103"/>
                <a:gd name="T38" fmla="*/ 29 w 104"/>
                <a:gd name="T39" fmla="*/ 82 h 103"/>
                <a:gd name="T40" fmla="*/ 40 w 104"/>
                <a:gd name="T41" fmla="*/ 87 h 103"/>
                <a:gd name="T42" fmla="*/ 58 w 104"/>
                <a:gd name="T43" fmla="*/ 89 h 103"/>
                <a:gd name="T44" fmla="*/ 71 w 104"/>
                <a:gd name="T45" fmla="*/ 84 h 103"/>
                <a:gd name="T46" fmla="*/ 86 w 104"/>
                <a:gd name="T47" fmla="*/ 68 h 103"/>
                <a:gd name="T48" fmla="*/ 89 w 104"/>
                <a:gd name="T49" fmla="*/ 46 h 103"/>
                <a:gd name="T50" fmla="*/ 84 w 104"/>
                <a:gd name="T51" fmla="*/ 33 h 103"/>
                <a:gd name="T52" fmla="*/ 85 w 104"/>
                <a:gd name="T53" fmla="*/ 31 h 103"/>
                <a:gd name="T54" fmla="*/ 87 w 104"/>
                <a:gd name="T55" fmla="*/ 29 h 103"/>
                <a:gd name="T56" fmla="*/ 92 w 104"/>
                <a:gd name="T57" fmla="*/ 27 h 103"/>
                <a:gd name="T58" fmla="*/ 95 w 104"/>
                <a:gd name="T59" fmla="*/ 28 h 103"/>
                <a:gd name="T60" fmla="*/ 98 w 104"/>
                <a:gd name="T61" fmla="*/ 30 h 103"/>
                <a:gd name="T62" fmla="*/ 103 w 104"/>
                <a:gd name="T63" fmla="*/ 58 h 103"/>
                <a:gd name="T64" fmla="*/ 93 w 104"/>
                <a:gd name="T65" fmla="*/ 81 h 103"/>
                <a:gd name="T66" fmla="*/ 78 w 104"/>
                <a:gd name="T67" fmla="*/ 95 h 103"/>
                <a:gd name="T68" fmla="*/ 67 w 104"/>
                <a:gd name="T69" fmla="*/ 100 h 103"/>
                <a:gd name="T70" fmla="*/ 59 w 104"/>
                <a:gd name="T71" fmla="*/ 102 h 103"/>
                <a:gd name="T72" fmla="*/ 57 w 104"/>
                <a:gd name="T73" fmla="*/ 103 h 103"/>
                <a:gd name="T74" fmla="*/ 46 w 104"/>
                <a:gd name="T75"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46" y="103"/>
                  </a:moveTo>
                  <a:cubicBezTo>
                    <a:pt x="46" y="102"/>
                    <a:pt x="45" y="102"/>
                    <a:pt x="44" y="102"/>
                  </a:cubicBezTo>
                  <a:cubicBezTo>
                    <a:pt x="30" y="100"/>
                    <a:pt x="18" y="93"/>
                    <a:pt x="10" y="81"/>
                  </a:cubicBezTo>
                  <a:cubicBezTo>
                    <a:pt x="7" y="76"/>
                    <a:pt x="4" y="71"/>
                    <a:pt x="3" y="66"/>
                  </a:cubicBezTo>
                  <a:cubicBezTo>
                    <a:pt x="1" y="60"/>
                    <a:pt x="0" y="53"/>
                    <a:pt x="1" y="47"/>
                  </a:cubicBezTo>
                  <a:cubicBezTo>
                    <a:pt x="2" y="35"/>
                    <a:pt x="7" y="24"/>
                    <a:pt x="15" y="16"/>
                  </a:cubicBezTo>
                  <a:cubicBezTo>
                    <a:pt x="19" y="11"/>
                    <a:pt x="25" y="7"/>
                    <a:pt x="31" y="5"/>
                  </a:cubicBezTo>
                  <a:cubicBezTo>
                    <a:pt x="38" y="1"/>
                    <a:pt x="46" y="0"/>
                    <a:pt x="53" y="0"/>
                  </a:cubicBezTo>
                  <a:cubicBezTo>
                    <a:pt x="58" y="0"/>
                    <a:pt x="63" y="1"/>
                    <a:pt x="67" y="3"/>
                  </a:cubicBezTo>
                  <a:cubicBezTo>
                    <a:pt x="69" y="4"/>
                    <a:pt x="72" y="5"/>
                    <a:pt x="74" y="6"/>
                  </a:cubicBezTo>
                  <a:cubicBezTo>
                    <a:pt x="75" y="6"/>
                    <a:pt x="75" y="6"/>
                    <a:pt x="75" y="7"/>
                  </a:cubicBezTo>
                  <a:cubicBezTo>
                    <a:pt x="75" y="9"/>
                    <a:pt x="76" y="12"/>
                    <a:pt x="76" y="14"/>
                  </a:cubicBezTo>
                  <a:cubicBezTo>
                    <a:pt x="76" y="14"/>
                    <a:pt x="75" y="15"/>
                    <a:pt x="75" y="16"/>
                  </a:cubicBezTo>
                  <a:cubicBezTo>
                    <a:pt x="75" y="16"/>
                    <a:pt x="74" y="17"/>
                    <a:pt x="74" y="17"/>
                  </a:cubicBezTo>
                  <a:cubicBezTo>
                    <a:pt x="71" y="19"/>
                    <a:pt x="72" y="19"/>
                    <a:pt x="69" y="18"/>
                  </a:cubicBezTo>
                  <a:cubicBezTo>
                    <a:pt x="62" y="14"/>
                    <a:pt x="55" y="13"/>
                    <a:pt x="48" y="14"/>
                  </a:cubicBezTo>
                  <a:cubicBezTo>
                    <a:pt x="38" y="15"/>
                    <a:pt x="29" y="19"/>
                    <a:pt x="23" y="27"/>
                  </a:cubicBezTo>
                  <a:cubicBezTo>
                    <a:pt x="20" y="31"/>
                    <a:pt x="18" y="35"/>
                    <a:pt x="16" y="39"/>
                  </a:cubicBezTo>
                  <a:cubicBezTo>
                    <a:pt x="14" y="45"/>
                    <a:pt x="13" y="52"/>
                    <a:pt x="15" y="59"/>
                  </a:cubicBezTo>
                  <a:cubicBezTo>
                    <a:pt x="16" y="68"/>
                    <a:pt x="21" y="76"/>
                    <a:pt x="29" y="82"/>
                  </a:cubicBezTo>
                  <a:cubicBezTo>
                    <a:pt x="32" y="84"/>
                    <a:pt x="36" y="86"/>
                    <a:pt x="40" y="87"/>
                  </a:cubicBezTo>
                  <a:cubicBezTo>
                    <a:pt x="46" y="89"/>
                    <a:pt x="51" y="90"/>
                    <a:pt x="58" y="89"/>
                  </a:cubicBezTo>
                  <a:cubicBezTo>
                    <a:pt x="62" y="88"/>
                    <a:pt x="67" y="86"/>
                    <a:pt x="71" y="84"/>
                  </a:cubicBezTo>
                  <a:cubicBezTo>
                    <a:pt x="77" y="80"/>
                    <a:pt x="82" y="75"/>
                    <a:pt x="86" y="68"/>
                  </a:cubicBezTo>
                  <a:cubicBezTo>
                    <a:pt x="89" y="61"/>
                    <a:pt x="90" y="53"/>
                    <a:pt x="89" y="46"/>
                  </a:cubicBezTo>
                  <a:cubicBezTo>
                    <a:pt x="89" y="41"/>
                    <a:pt x="87" y="37"/>
                    <a:pt x="84" y="33"/>
                  </a:cubicBezTo>
                  <a:cubicBezTo>
                    <a:pt x="84" y="32"/>
                    <a:pt x="84" y="31"/>
                    <a:pt x="85" y="31"/>
                  </a:cubicBezTo>
                  <a:cubicBezTo>
                    <a:pt x="85" y="30"/>
                    <a:pt x="86" y="30"/>
                    <a:pt x="87" y="29"/>
                  </a:cubicBezTo>
                  <a:cubicBezTo>
                    <a:pt x="88" y="27"/>
                    <a:pt x="90" y="27"/>
                    <a:pt x="92" y="27"/>
                  </a:cubicBezTo>
                  <a:cubicBezTo>
                    <a:pt x="93" y="27"/>
                    <a:pt x="94" y="28"/>
                    <a:pt x="95" y="28"/>
                  </a:cubicBezTo>
                  <a:cubicBezTo>
                    <a:pt x="97" y="27"/>
                    <a:pt x="97" y="28"/>
                    <a:pt x="98" y="30"/>
                  </a:cubicBezTo>
                  <a:cubicBezTo>
                    <a:pt x="102" y="39"/>
                    <a:pt x="104" y="48"/>
                    <a:pt x="103" y="58"/>
                  </a:cubicBezTo>
                  <a:cubicBezTo>
                    <a:pt x="102" y="66"/>
                    <a:pt x="98" y="74"/>
                    <a:pt x="93" y="81"/>
                  </a:cubicBezTo>
                  <a:cubicBezTo>
                    <a:pt x="89" y="87"/>
                    <a:pt x="84" y="92"/>
                    <a:pt x="78" y="95"/>
                  </a:cubicBezTo>
                  <a:cubicBezTo>
                    <a:pt x="75" y="97"/>
                    <a:pt x="71" y="99"/>
                    <a:pt x="67" y="100"/>
                  </a:cubicBezTo>
                  <a:cubicBezTo>
                    <a:pt x="64" y="101"/>
                    <a:pt x="61" y="101"/>
                    <a:pt x="59" y="102"/>
                  </a:cubicBezTo>
                  <a:cubicBezTo>
                    <a:pt x="58" y="102"/>
                    <a:pt x="58" y="102"/>
                    <a:pt x="57" y="103"/>
                  </a:cubicBezTo>
                  <a:cubicBezTo>
                    <a:pt x="54" y="103"/>
                    <a:pt x="50" y="103"/>
                    <a:pt x="46" y="10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7" name="Freeform 1194">
              <a:extLst>
                <a:ext uri="{FF2B5EF4-FFF2-40B4-BE49-F238E27FC236}">
                  <a16:creationId xmlns="" xmlns:a16="http://schemas.microsoft.com/office/drawing/2014/main" id="{A4D175CF-8EFD-4578-82E0-C3EBD1B317F2}"/>
                </a:ext>
              </a:extLst>
            </p:cNvPr>
            <p:cNvSpPr>
              <a:spLocks/>
            </p:cNvSpPr>
            <p:nvPr/>
          </p:nvSpPr>
          <p:spPr bwMode="auto">
            <a:xfrm>
              <a:off x="11158056" y="960117"/>
              <a:ext cx="39474" cy="39474"/>
            </a:xfrm>
            <a:custGeom>
              <a:avLst/>
              <a:gdLst>
                <a:gd name="T0" fmla="*/ 44 w 62"/>
                <a:gd name="T1" fmla="*/ 0 h 62"/>
                <a:gd name="T2" fmla="*/ 44 w 62"/>
                <a:gd name="T3" fmla="*/ 4 h 62"/>
                <a:gd name="T4" fmla="*/ 45 w 62"/>
                <a:gd name="T5" fmla="*/ 8 h 62"/>
                <a:gd name="T6" fmla="*/ 46 w 62"/>
                <a:gd name="T7" fmla="*/ 9 h 62"/>
                <a:gd name="T8" fmla="*/ 48 w 62"/>
                <a:gd name="T9" fmla="*/ 7 h 62"/>
                <a:gd name="T10" fmla="*/ 54 w 62"/>
                <a:gd name="T11" fmla="*/ 7 h 62"/>
                <a:gd name="T12" fmla="*/ 56 w 62"/>
                <a:gd name="T13" fmla="*/ 9 h 62"/>
                <a:gd name="T14" fmla="*/ 55 w 62"/>
                <a:gd name="T15" fmla="*/ 14 h 62"/>
                <a:gd name="T16" fmla="*/ 53 w 62"/>
                <a:gd name="T17" fmla="*/ 16 h 62"/>
                <a:gd name="T18" fmla="*/ 53 w 62"/>
                <a:gd name="T19" fmla="*/ 17 h 62"/>
                <a:gd name="T20" fmla="*/ 56 w 62"/>
                <a:gd name="T21" fmla="*/ 17 h 62"/>
                <a:gd name="T22" fmla="*/ 60 w 62"/>
                <a:gd name="T23" fmla="*/ 17 h 62"/>
                <a:gd name="T24" fmla="*/ 61 w 62"/>
                <a:gd name="T25" fmla="*/ 18 h 62"/>
                <a:gd name="T26" fmla="*/ 61 w 62"/>
                <a:gd name="T27" fmla="*/ 20 h 62"/>
                <a:gd name="T28" fmla="*/ 56 w 62"/>
                <a:gd name="T29" fmla="*/ 25 h 62"/>
                <a:gd name="T30" fmla="*/ 48 w 62"/>
                <a:gd name="T31" fmla="*/ 33 h 62"/>
                <a:gd name="T32" fmla="*/ 44 w 62"/>
                <a:gd name="T33" fmla="*/ 35 h 62"/>
                <a:gd name="T34" fmla="*/ 36 w 62"/>
                <a:gd name="T35" fmla="*/ 34 h 62"/>
                <a:gd name="T36" fmla="*/ 34 w 62"/>
                <a:gd name="T37" fmla="*/ 35 h 62"/>
                <a:gd name="T38" fmla="*/ 9 w 62"/>
                <a:gd name="T39" fmla="*/ 60 h 62"/>
                <a:gd name="T40" fmla="*/ 2 w 62"/>
                <a:gd name="T41" fmla="*/ 62 h 62"/>
                <a:gd name="T42" fmla="*/ 0 w 62"/>
                <a:gd name="T43" fmla="*/ 60 h 62"/>
                <a:gd name="T44" fmla="*/ 2 w 62"/>
                <a:gd name="T45" fmla="*/ 53 h 62"/>
                <a:gd name="T46" fmla="*/ 26 w 62"/>
                <a:gd name="T47" fmla="*/ 29 h 62"/>
                <a:gd name="T48" fmla="*/ 27 w 62"/>
                <a:gd name="T49" fmla="*/ 26 h 62"/>
                <a:gd name="T50" fmla="*/ 27 w 62"/>
                <a:gd name="T51" fmla="*/ 20 h 62"/>
                <a:gd name="T52" fmla="*/ 29 w 62"/>
                <a:gd name="T53" fmla="*/ 13 h 62"/>
                <a:gd name="T54" fmla="*/ 41 w 62"/>
                <a:gd name="T55" fmla="*/ 1 h 62"/>
                <a:gd name="T56" fmla="*/ 42 w 62"/>
                <a:gd name="T57" fmla="*/ 0 h 62"/>
                <a:gd name="T58" fmla="*/ 44 w 62"/>
                <a:gd name="T59"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2" h="62">
                  <a:moveTo>
                    <a:pt x="44" y="0"/>
                  </a:moveTo>
                  <a:cubicBezTo>
                    <a:pt x="44" y="1"/>
                    <a:pt x="44" y="3"/>
                    <a:pt x="44" y="4"/>
                  </a:cubicBezTo>
                  <a:cubicBezTo>
                    <a:pt x="45" y="6"/>
                    <a:pt x="45" y="7"/>
                    <a:pt x="45" y="8"/>
                  </a:cubicBezTo>
                  <a:cubicBezTo>
                    <a:pt x="45" y="10"/>
                    <a:pt x="45" y="10"/>
                    <a:pt x="46" y="9"/>
                  </a:cubicBezTo>
                  <a:cubicBezTo>
                    <a:pt x="47" y="8"/>
                    <a:pt x="48" y="8"/>
                    <a:pt x="48" y="7"/>
                  </a:cubicBezTo>
                  <a:cubicBezTo>
                    <a:pt x="49" y="5"/>
                    <a:pt x="53" y="5"/>
                    <a:pt x="54" y="7"/>
                  </a:cubicBezTo>
                  <a:cubicBezTo>
                    <a:pt x="54" y="8"/>
                    <a:pt x="55" y="8"/>
                    <a:pt x="56" y="9"/>
                  </a:cubicBezTo>
                  <a:cubicBezTo>
                    <a:pt x="57" y="10"/>
                    <a:pt x="57" y="12"/>
                    <a:pt x="55" y="14"/>
                  </a:cubicBezTo>
                  <a:cubicBezTo>
                    <a:pt x="55" y="15"/>
                    <a:pt x="54" y="15"/>
                    <a:pt x="53" y="16"/>
                  </a:cubicBezTo>
                  <a:cubicBezTo>
                    <a:pt x="53" y="16"/>
                    <a:pt x="53" y="16"/>
                    <a:pt x="53" y="17"/>
                  </a:cubicBezTo>
                  <a:cubicBezTo>
                    <a:pt x="54" y="17"/>
                    <a:pt x="55" y="17"/>
                    <a:pt x="56" y="17"/>
                  </a:cubicBezTo>
                  <a:cubicBezTo>
                    <a:pt x="58" y="17"/>
                    <a:pt x="59" y="17"/>
                    <a:pt x="60" y="17"/>
                  </a:cubicBezTo>
                  <a:cubicBezTo>
                    <a:pt x="60" y="18"/>
                    <a:pt x="61" y="18"/>
                    <a:pt x="61" y="18"/>
                  </a:cubicBezTo>
                  <a:cubicBezTo>
                    <a:pt x="62" y="19"/>
                    <a:pt x="61" y="20"/>
                    <a:pt x="61" y="20"/>
                  </a:cubicBezTo>
                  <a:cubicBezTo>
                    <a:pt x="59" y="22"/>
                    <a:pt x="58" y="23"/>
                    <a:pt x="56" y="25"/>
                  </a:cubicBezTo>
                  <a:cubicBezTo>
                    <a:pt x="53" y="28"/>
                    <a:pt x="51" y="30"/>
                    <a:pt x="48" y="33"/>
                  </a:cubicBezTo>
                  <a:cubicBezTo>
                    <a:pt x="47" y="34"/>
                    <a:pt x="46" y="35"/>
                    <a:pt x="44" y="35"/>
                  </a:cubicBezTo>
                  <a:cubicBezTo>
                    <a:pt x="41" y="34"/>
                    <a:pt x="39" y="34"/>
                    <a:pt x="36" y="34"/>
                  </a:cubicBezTo>
                  <a:cubicBezTo>
                    <a:pt x="36" y="34"/>
                    <a:pt x="34" y="35"/>
                    <a:pt x="34" y="35"/>
                  </a:cubicBezTo>
                  <a:cubicBezTo>
                    <a:pt x="26" y="44"/>
                    <a:pt x="17" y="52"/>
                    <a:pt x="9" y="60"/>
                  </a:cubicBezTo>
                  <a:cubicBezTo>
                    <a:pt x="7" y="62"/>
                    <a:pt x="4" y="62"/>
                    <a:pt x="2" y="62"/>
                  </a:cubicBezTo>
                  <a:cubicBezTo>
                    <a:pt x="1" y="62"/>
                    <a:pt x="0" y="61"/>
                    <a:pt x="0" y="60"/>
                  </a:cubicBezTo>
                  <a:cubicBezTo>
                    <a:pt x="0" y="57"/>
                    <a:pt x="0" y="55"/>
                    <a:pt x="2" y="53"/>
                  </a:cubicBezTo>
                  <a:cubicBezTo>
                    <a:pt x="10" y="45"/>
                    <a:pt x="18" y="37"/>
                    <a:pt x="26" y="29"/>
                  </a:cubicBezTo>
                  <a:cubicBezTo>
                    <a:pt x="27" y="28"/>
                    <a:pt x="28" y="27"/>
                    <a:pt x="27" y="26"/>
                  </a:cubicBezTo>
                  <a:cubicBezTo>
                    <a:pt x="27" y="24"/>
                    <a:pt x="27" y="22"/>
                    <a:pt x="27" y="20"/>
                  </a:cubicBezTo>
                  <a:cubicBezTo>
                    <a:pt x="27" y="17"/>
                    <a:pt x="27" y="15"/>
                    <a:pt x="29" y="13"/>
                  </a:cubicBezTo>
                  <a:cubicBezTo>
                    <a:pt x="33" y="9"/>
                    <a:pt x="37" y="5"/>
                    <a:pt x="41" y="1"/>
                  </a:cubicBezTo>
                  <a:cubicBezTo>
                    <a:pt x="42" y="0"/>
                    <a:pt x="42" y="0"/>
                    <a:pt x="42" y="0"/>
                  </a:cubicBezTo>
                  <a:cubicBezTo>
                    <a:pt x="43" y="0"/>
                    <a:pt x="43" y="0"/>
                    <a:pt x="4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8" name="Freeform 1195">
              <a:extLst>
                <a:ext uri="{FF2B5EF4-FFF2-40B4-BE49-F238E27FC236}">
                  <a16:creationId xmlns="" xmlns:a16="http://schemas.microsoft.com/office/drawing/2014/main" id="{BD512123-6C97-4C78-A42B-2E429E40CABD}"/>
                </a:ext>
              </a:extLst>
            </p:cNvPr>
            <p:cNvSpPr>
              <a:spLocks/>
            </p:cNvSpPr>
            <p:nvPr/>
          </p:nvSpPr>
          <p:spPr bwMode="auto">
            <a:xfrm>
              <a:off x="11141407" y="983747"/>
              <a:ext cx="32492" cy="32492"/>
            </a:xfrm>
            <a:custGeom>
              <a:avLst/>
              <a:gdLst>
                <a:gd name="T0" fmla="*/ 49 w 51"/>
                <a:gd name="T1" fmla="*/ 15 h 51"/>
                <a:gd name="T2" fmla="*/ 50 w 51"/>
                <a:gd name="T3" fmla="*/ 31 h 51"/>
                <a:gd name="T4" fmla="*/ 35 w 51"/>
                <a:gd name="T5" fmla="*/ 49 h 51"/>
                <a:gd name="T6" fmla="*/ 22 w 51"/>
                <a:gd name="T7" fmla="*/ 50 h 51"/>
                <a:gd name="T8" fmla="*/ 3 w 51"/>
                <a:gd name="T9" fmla="*/ 36 h 51"/>
                <a:gd name="T10" fmla="*/ 1 w 51"/>
                <a:gd name="T11" fmla="*/ 24 h 51"/>
                <a:gd name="T12" fmla="*/ 15 w 51"/>
                <a:gd name="T13" fmla="*/ 3 h 51"/>
                <a:gd name="T14" fmla="*/ 32 w 51"/>
                <a:gd name="T15" fmla="*/ 1 h 51"/>
                <a:gd name="T16" fmla="*/ 35 w 51"/>
                <a:gd name="T17" fmla="*/ 2 h 51"/>
                <a:gd name="T18" fmla="*/ 35 w 51"/>
                <a:gd name="T19" fmla="*/ 4 h 51"/>
                <a:gd name="T20" fmla="*/ 27 w 51"/>
                <a:gd name="T21" fmla="*/ 11 h 51"/>
                <a:gd name="T22" fmla="*/ 23 w 51"/>
                <a:gd name="T23" fmla="*/ 12 h 51"/>
                <a:gd name="T24" fmla="*/ 13 w 51"/>
                <a:gd name="T25" fmla="*/ 20 h 51"/>
                <a:gd name="T26" fmla="*/ 19 w 51"/>
                <a:gd name="T27" fmla="*/ 37 h 51"/>
                <a:gd name="T28" fmla="*/ 38 w 51"/>
                <a:gd name="T29" fmla="*/ 29 h 51"/>
                <a:gd name="T30" fmla="*/ 39 w 51"/>
                <a:gd name="T31" fmla="*/ 25 h 51"/>
                <a:gd name="T32" fmla="*/ 40 w 51"/>
                <a:gd name="T33" fmla="*/ 24 h 51"/>
                <a:gd name="T34" fmla="*/ 48 w 51"/>
                <a:gd name="T35" fmla="*/ 15 h 51"/>
                <a:gd name="T36" fmla="*/ 49 w 51"/>
                <a:gd name="T37" fmla="*/ 1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1">
                  <a:moveTo>
                    <a:pt x="49" y="15"/>
                  </a:moveTo>
                  <a:cubicBezTo>
                    <a:pt x="51" y="20"/>
                    <a:pt x="51" y="26"/>
                    <a:pt x="50" y="31"/>
                  </a:cubicBezTo>
                  <a:cubicBezTo>
                    <a:pt x="48" y="40"/>
                    <a:pt x="43" y="46"/>
                    <a:pt x="35" y="49"/>
                  </a:cubicBezTo>
                  <a:cubicBezTo>
                    <a:pt x="31" y="51"/>
                    <a:pt x="27" y="51"/>
                    <a:pt x="22" y="50"/>
                  </a:cubicBezTo>
                  <a:cubicBezTo>
                    <a:pt x="13" y="49"/>
                    <a:pt x="7" y="44"/>
                    <a:pt x="3" y="36"/>
                  </a:cubicBezTo>
                  <a:cubicBezTo>
                    <a:pt x="1" y="32"/>
                    <a:pt x="0" y="28"/>
                    <a:pt x="1" y="24"/>
                  </a:cubicBezTo>
                  <a:cubicBezTo>
                    <a:pt x="1" y="14"/>
                    <a:pt x="6" y="7"/>
                    <a:pt x="15" y="3"/>
                  </a:cubicBezTo>
                  <a:cubicBezTo>
                    <a:pt x="21" y="0"/>
                    <a:pt x="26" y="0"/>
                    <a:pt x="32" y="1"/>
                  </a:cubicBezTo>
                  <a:cubicBezTo>
                    <a:pt x="33" y="1"/>
                    <a:pt x="34" y="2"/>
                    <a:pt x="35" y="2"/>
                  </a:cubicBezTo>
                  <a:cubicBezTo>
                    <a:pt x="36" y="2"/>
                    <a:pt x="36" y="3"/>
                    <a:pt x="35" y="4"/>
                  </a:cubicBezTo>
                  <a:cubicBezTo>
                    <a:pt x="33" y="6"/>
                    <a:pt x="30" y="9"/>
                    <a:pt x="27" y="11"/>
                  </a:cubicBezTo>
                  <a:cubicBezTo>
                    <a:pt x="26" y="12"/>
                    <a:pt x="24" y="12"/>
                    <a:pt x="23" y="12"/>
                  </a:cubicBezTo>
                  <a:cubicBezTo>
                    <a:pt x="18" y="13"/>
                    <a:pt x="15" y="16"/>
                    <a:pt x="13" y="20"/>
                  </a:cubicBezTo>
                  <a:cubicBezTo>
                    <a:pt x="11" y="26"/>
                    <a:pt x="13" y="33"/>
                    <a:pt x="19" y="37"/>
                  </a:cubicBezTo>
                  <a:cubicBezTo>
                    <a:pt x="26" y="41"/>
                    <a:pt x="36" y="38"/>
                    <a:pt x="38" y="29"/>
                  </a:cubicBezTo>
                  <a:cubicBezTo>
                    <a:pt x="39" y="28"/>
                    <a:pt x="39" y="26"/>
                    <a:pt x="39" y="25"/>
                  </a:cubicBezTo>
                  <a:cubicBezTo>
                    <a:pt x="39" y="25"/>
                    <a:pt x="39" y="24"/>
                    <a:pt x="40" y="24"/>
                  </a:cubicBezTo>
                  <a:cubicBezTo>
                    <a:pt x="42" y="21"/>
                    <a:pt x="45" y="18"/>
                    <a:pt x="48" y="15"/>
                  </a:cubicBezTo>
                  <a:cubicBezTo>
                    <a:pt x="48" y="15"/>
                    <a:pt x="48" y="15"/>
                    <a:pt x="49"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29" name="Freeform 1196">
              <a:extLst>
                <a:ext uri="{FF2B5EF4-FFF2-40B4-BE49-F238E27FC236}">
                  <a16:creationId xmlns="" xmlns:a16="http://schemas.microsoft.com/office/drawing/2014/main" id="{E475A436-B07D-42FC-AC04-81F84042F937}"/>
                </a:ext>
              </a:extLst>
            </p:cNvPr>
            <p:cNvSpPr>
              <a:spLocks/>
            </p:cNvSpPr>
            <p:nvPr/>
          </p:nvSpPr>
          <p:spPr bwMode="auto">
            <a:xfrm>
              <a:off x="10982437" y="547653"/>
              <a:ext cx="65522" cy="64984"/>
            </a:xfrm>
            <a:custGeom>
              <a:avLst/>
              <a:gdLst>
                <a:gd name="T0" fmla="*/ 46 w 103"/>
                <a:gd name="T1" fmla="*/ 102 h 102"/>
                <a:gd name="T2" fmla="*/ 44 w 103"/>
                <a:gd name="T3" fmla="*/ 102 h 102"/>
                <a:gd name="T4" fmla="*/ 9 w 103"/>
                <a:gd name="T5" fmla="*/ 81 h 102"/>
                <a:gd name="T6" fmla="*/ 2 w 103"/>
                <a:gd name="T7" fmla="*/ 65 h 102"/>
                <a:gd name="T8" fmla="*/ 0 w 103"/>
                <a:gd name="T9" fmla="*/ 46 h 102"/>
                <a:gd name="T10" fmla="*/ 14 w 103"/>
                <a:gd name="T11" fmla="*/ 15 h 102"/>
                <a:gd name="T12" fmla="*/ 31 w 103"/>
                <a:gd name="T13" fmla="*/ 4 h 102"/>
                <a:gd name="T14" fmla="*/ 53 w 103"/>
                <a:gd name="T15" fmla="*/ 0 h 102"/>
                <a:gd name="T16" fmla="*/ 67 w 103"/>
                <a:gd name="T17" fmla="*/ 2 h 102"/>
                <a:gd name="T18" fmla="*/ 74 w 103"/>
                <a:gd name="T19" fmla="*/ 5 h 102"/>
                <a:gd name="T20" fmla="*/ 75 w 103"/>
                <a:gd name="T21" fmla="*/ 7 h 102"/>
                <a:gd name="T22" fmla="*/ 75 w 103"/>
                <a:gd name="T23" fmla="*/ 14 h 102"/>
                <a:gd name="T24" fmla="*/ 75 w 103"/>
                <a:gd name="T25" fmla="*/ 15 h 102"/>
                <a:gd name="T26" fmla="*/ 73 w 103"/>
                <a:gd name="T27" fmla="*/ 17 h 102"/>
                <a:gd name="T28" fmla="*/ 68 w 103"/>
                <a:gd name="T29" fmla="*/ 17 h 102"/>
                <a:gd name="T30" fmla="*/ 47 w 103"/>
                <a:gd name="T31" fmla="*/ 13 h 102"/>
                <a:gd name="T32" fmla="*/ 22 w 103"/>
                <a:gd name="T33" fmla="*/ 27 h 102"/>
                <a:gd name="T34" fmla="*/ 16 w 103"/>
                <a:gd name="T35" fmla="*/ 39 h 102"/>
                <a:gd name="T36" fmla="*/ 14 w 103"/>
                <a:gd name="T37" fmla="*/ 58 h 102"/>
                <a:gd name="T38" fmla="*/ 28 w 103"/>
                <a:gd name="T39" fmla="*/ 81 h 102"/>
                <a:gd name="T40" fmla="*/ 39 w 103"/>
                <a:gd name="T41" fmla="*/ 87 h 102"/>
                <a:gd name="T42" fmla="*/ 57 w 103"/>
                <a:gd name="T43" fmla="*/ 88 h 102"/>
                <a:gd name="T44" fmla="*/ 70 w 103"/>
                <a:gd name="T45" fmla="*/ 84 h 102"/>
                <a:gd name="T46" fmla="*/ 85 w 103"/>
                <a:gd name="T47" fmla="*/ 67 h 102"/>
                <a:gd name="T48" fmla="*/ 89 w 103"/>
                <a:gd name="T49" fmla="*/ 45 h 102"/>
                <a:gd name="T50" fmla="*/ 84 w 103"/>
                <a:gd name="T51" fmla="*/ 32 h 102"/>
                <a:gd name="T52" fmla="*/ 84 w 103"/>
                <a:gd name="T53" fmla="*/ 31 h 102"/>
                <a:gd name="T54" fmla="*/ 86 w 103"/>
                <a:gd name="T55" fmla="*/ 28 h 102"/>
                <a:gd name="T56" fmla="*/ 92 w 103"/>
                <a:gd name="T57" fmla="*/ 27 h 102"/>
                <a:gd name="T58" fmla="*/ 95 w 103"/>
                <a:gd name="T59" fmla="*/ 27 h 102"/>
                <a:gd name="T60" fmla="*/ 98 w 103"/>
                <a:gd name="T61" fmla="*/ 29 h 102"/>
                <a:gd name="T62" fmla="*/ 102 w 103"/>
                <a:gd name="T63" fmla="*/ 57 h 102"/>
                <a:gd name="T64" fmla="*/ 93 w 103"/>
                <a:gd name="T65" fmla="*/ 81 h 102"/>
                <a:gd name="T66" fmla="*/ 78 w 103"/>
                <a:gd name="T67" fmla="*/ 95 h 102"/>
                <a:gd name="T68" fmla="*/ 67 w 103"/>
                <a:gd name="T69" fmla="*/ 100 h 102"/>
                <a:gd name="T70" fmla="*/ 58 w 103"/>
                <a:gd name="T71" fmla="*/ 102 h 102"/>
                <a:gd name="T72" fmla="*/ 57 w 103"/>
                <a:gd name="T73" fmla="*/ 102 h 102"/>
                <a:gd name="T74" fmla="*/ 46 w 103"/>
                <a:gd name="T75"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3" h="102">
                  <a:moveTo>
                    <a:pt x="46" y="102"/>
                  </a:moveTo>
                  <a:cubicBezTo>
                    <a:pt x="45" y="102"/>
                    <a:pt x="45" y="102"/>
                    <a:pt x="44" y="102"/>
                  </a:cubicBezTo>
                  <a:cubicBezTo>
                    <a:pt x="29" y="100"/>
                    <a:pt x="18" y="92"/>
                    <a:pt x="9" y="81"/>
                  </a:cubicBezTo>
                  <a:cubicBezTo>
                    <a:pt x="6" y="76"/>
                    <a:pt x="4" y="71"/>
                    <a:pt x="2" y="65"/>
                  </a:cubicBezTo>
                  <a:cubicBezTo>
                    <a:pt x="0" y="59"/>
                    <a:pt x="0" y="53"/>
                    <a:pt x="0" y="46"/>
                  </a:cubicBezTo>
                  <a:cubicBezTo>
                    <a:pt x="1" y="34"/>
                    <a:pt x="6" y="24"/>
                    <a:pt x="14" y="15"/>
                  </a:cubicBezTo>
                  <a:cubicBezTo>
                    <a:pt x="19" y="11"/>
                    <a:pt x="24" y="7"/>
                    <a:pt x="31" y="4"/>
                  </a:cubicBezTo>
                  <a:cubicBezTo>
                    <a:pt x="38" y="1"/>
                    <a:pt x="45" y="0"/>
                    <a:pt x="53" y="0"/>
                  </a:cubicBezTo>
                  <a:cubicBezTo>
                    <a:pt x="58" y="0"/>
                    <a:pt x="62" y="1"/>
                    <a:pt x="67" y="2"/>
                  </a:cubicBezTo>
                  <a:cubicBezTo>
                    <a:pt x="69" y="3"/>
                    <a:pt x="71" y="4"/>
                    <a:pt x="74" y="5"/>
                  </a:cubicBezTo>
                  <a:cubicBezTo>
                    <a:pt x="74" y="5"/>
                    <a:pt x="74" y="6"/>
                    <a:pt x="75" y="7"/>
                  </a:cubicBezTo>
                  <a:cubicBezTo>
                    <a:pt x="75" y="9"/>
                    <a:pt x="75" y="11"/>
                    <a:pt x="75" y="14"/>
                  </a:cubicBezTo>
                  <a:cubicBezTo>
                    <a:pt x="75" y="14"/>
                    <a:pt x="75" y="15"/>
                    <a:pt x="75" y="15"/>
                  </a:cubicBezTo>
                  <a:cubicBezTo>
                    <a:pt x="74" y="16"/>
                    <a:pt x="74" y="16"/>
                    <a:pt x="73" y="17"/>
                  </a:cubicBezTo>
                  <a:cubicBezTo>
                    <a:pt x="71" y="19"/>
                    <a:pt x="71" y="19"/>
                    <a:pt x="68" y="17"/>
                  </a:cubicBezTo>
                  <a:cubicBezTo>
                    <a:pt x="62" y="14"/>
                    <a:pt x="55" y="13"/>
                    <a:pt x="47" y="13"/>
                  </a:cubicBezTo>
                  <a:cubicBezTo>
                    <a:pt x="37" y="15"/>
                    <a:pt x="29" y="19"/>
                    <a:pt x="22" y="27"/>
                  </a:cubicBezTo>
                  <a:cubicBezTo>
                    <a:pt x="19" y="30"/>
                    <a:pt x="17" y="34"/>
                    <a:pt x="16" y="39"/>
                  </a:cubicBezTo>
                  <a:cubicBezTo>
                    <a:pt x="13" y="45"/>
                    <a:pt x="13" y="52"/>
                    <a:pt x="14" y="58"/>
                  </a:cubicBezTo>
                  <a:cubicBezTo>
                    <a:pt x="16" y="68"/>
                    <a:pt x="21" y="75"/>
                    <a:pt x="28" y="81"/>
                  </a:cubicBezTo>
                  <a:cubicBezTo>
                    <a:pt x="32" y="84"/>
                    <a:pt x="35" y="86"/>
                    <a:pt x="39" y="87"/>
                  </a:cubicBezTo>
                  <a:cubicBezTo>
                    <a:pt x="45" y="89"/>
                    <a:pt x="51" y="90"/>
                    <a:pt x="57" y="88"/>
                  </a:cubicBezTo>
                  <a:cubicBezTo>
                    <a:pt x="62" y="87"/>
                    <a:pt x="66" y="86"/>
                    <a:pt x="70" y="84"/>
                  </a:cubicBezTo>
                  <a:cubicBezTo>
                    <a:pt x="77" y="80"/>
                    <a:pt x="82" y="74"/>
                    <a:pt x="85" y="67"/>
                  </a:cubicBezTo>
                  <a:cubicBezTo>
                    <a:pt x="89" y="60"/>
                    <a:pt x="89" y="53"/>
                    <a:pt x="89" y="45"/>
                  </a:cubicBezTo>
                  <a:cubicBezTo>
                    <a:pt x="88" y="41"/>
                    <a:pt x="86" y="36"/>
                    <a:pt x="84" y="32"/>
                  </a:cubicBezTo>
                  <a:cubicBezTo>
                    <a:pt x="83" y="31"/>
                    <a:pt x="84" y="31"/>
                    <a:pt x="84" y="31"/>
                  </a:cubicBezTo>
                  <a:cubicBezTo>
                    <a:pt x="85" y="30"/>
                    <a:pt x="86" y="29"/>
                    <a:pt x="86" y="28"/>
                  </a:cubicBezTo>
                  <a:cubicBezTo>
                    <a:pt x="88" y="26"/>
                    <a:pt x="90" y="26"/>
                    <a:pt x="92" y="27"/>
                  </a:cubicBezTo>
                  <a:cubicBezTo>
                    <a:pt x="93" y="27"/>
                    <a:pt x="94" y="27"/>
                    <a:pt x="95" y="27"/>
                  </a:cubicBezTo>
                  <a:cubicBezTo>
                    <a:pt x="96" y="27"/>
                    <a:pt x="97" y="28"/>
                    <a:pt x="98" y="29"/>
                  </a:cubicBezTo>
                  <a:cubicBezTo>
                    <a:pt x="102" y="38"/>
                    <a:pt x="103" y="48"/>
                    <a:pt x="102" y="57"/>
                  </a:cubicBezTo>
                  <a:cubicBezTo>
                    <a:pt x="101" y="66"/>
                    <a:pt x="98" y="74"/>
                    <a:pt x="93" y="81"/>
                  </a:cubicBezTo>
                  <a:cubicBezTo>
                    <a:pt x="89" y="87"/>
                    <a:pt x="84" y="91"/>
                    <a:pt x="78" y="95"/>
                  </a:cubicBezTo>
                  <a:cubicBezTo>
                    <a:pt x="74" y="97"/>
                    <a:pt x="71" y="98"/>
                    <a:pt x="67" y="100"/>
                  </a:cubicBezTo>
                  <a:cubicBezTo>
                    <a:pt x="64" y="101"/>
                    <a:pt x="61" y="101"/>
                    <a:pt x="58" y="102"/>
                  </a:cubicBezTo>
                  <a:cubicBezTo>
                    <a:pt x="58" y="102"/>
                    <a:pt x="57" y="102"/>
                    <a:pt x="57" y="102"/>
                  </a:cubicBezTo>
                  <a:cubicBezTo>
                    <a:pt x="53" y="102"/>
                    <a:pt x="49" y="102"/>
                    <a:pt x="46" y="10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0" name="Freeform 1197">
              <a:extLst>
                <a:ext uri="{FF2B5EF4-FFF2-40B4-BE49-F238E27FC236}">
                  <a16:creationId xmlns="" xmlns:a16="http://schemas.microsoft.com/office/drawing/2014/main" id="{1CFEAB98-DA7C-483A-8CE0-CA9AFC2FD85B}"/>
                </a:ext>
              </a:extLst>
            </p:cNvPr>
            <p:cNvSpPr>
              <a:spLocks/>
            </p:cNvSpPr>
            <p:nvPr/>
          </p:nvSpPr>
          <p:spPr bwMode="auto">
            <a:xfrm>
              <a:off x="11014929" y="540134"/>
              <a:ext cx="39474" cy="40011"/>
            </a:xfrm>
            <a:custGeom>
              <a:avLst/>
              <a:gdLst>
                <a:gd name="T0" fmla="*/ 44 w 62"/>
                <a:gd name="T1" fmla="*/ 0 h 63"/>
                <a:gd name="T2" fmla="*/ 45 w 62"/>
                <a:gd name="T3" fmla="*/ 5 h 63"/>
                <a:gd name="T4" fmla="*/ 45 w 62"/>
                <a:gd name="T5" fmla="*/ 9 h 63"/>
                <a:gd name="T6" fmla="*/ 47 w 62"/>
                <a:gd name="T7" fmla="*/ 10 h 63"/>
                <a:gd name="T8" fmla="*/ 49 w 62"/>
                <a:gd name="T9" fmla="*/ 8 h 63"/>
                <a:gd name="T10" fmla="*/ 54 w 62"/>
                <a:gd name="T11" fmla="*/ 8 h 63"/>
                <a:gd name="T12" fmla="*/ 56 w 62"/>
                <a:gd name="T13" fmla="*/ 10 h 63"/>
                <a:gd name="T14" fmla="*/ 56 w 62"/>
                <a:gd name="T15" fmla="*/ 14 h 63"/>
                <a:gd name="T16" fmla="*/ 53 w 62"/>
                <a:gd name="T17" fmla="*/ 16 h 63"/>
                <a:gd name="T18" fmla="*/ 54 w 62"/>
                <a:gd name="T19" fmla="*/ 17 h 63"/>
                <a:gd name="T20" fmla="*/ 57 w 62"/>
                <a:gd name="T21" fmla="*/ 18 h 63"/>
                <a:gd name="T22" fmla="*/ 60 w 62"/>
                <a:gd name="T23" fmla="*/ 18 h 63"/>
                <a:gd name="T24" fmla="*/ 62 w 62"/>
                <a:gd name="T25" fmla="*/ 19 h 63"/>
                <a:gd name="T26" fmla="*/ 61 w 62"/>
                <a:gd name="T27" fmla="*/ 21 h 63"/>
                <a:gd name="T28" fmla="*/ 56 w 62"/>
                <a:gd name="T29" fmla="*/ 26 h 63"/>
                <a:gd name="T30" fmla="*/ 49 w 62"/>
                <a:gd name="T31" fmla="*/ 33 h 63"/>
                <a:gd name="T32" fmla="*/ 44 w 62"/>
                <a:gd name="T33" fmla="*/ 35 h 63"/>
                <a:gd name="T34" fmla="*/ 37 w 62"/>
                <a:gd name="T35" fmla="*/ 35 h 63"/>
                <a:gd name="T36" fmla="*/ 34 w 62"/>
                <a:gd name="T37" fmla="*/ 36 h 63"/>
                <a:gd name="T38" fmla="*/ 10 w 62"/>
                <a:gd name="T39" fmla="*/ 61 h 63"/>
                <a:gd name="T40" fmla="*/ 2 w 62"/>
                <a:gd name="T41" fmla="*/ 63 h 63"/>
                <a:gd name="T42" fmla="*/ 0 w 62"/>
                <a:gd name="T43" fmla="*/ 60 h 63"/>
                <a:gd name="T44" fmla="*/ 2 w 62"/>
                <a:gd name="T45" fmla="*/ 54 h 63"/>
                <a:gd name="T46" fmla="*/ 27 w 62"/>
                <a:gd name="T47" fmla="*/ 29 h 63"/>
                <a:gd name="T48" fmla="*/ 28 w 62"/>
                <a:gd name="T49" fmla="*/ 27 h 63"/>
                <a:gd name="T50" fmla="*/ 27 w 62"/>
                <a:gd name="T51" fmla="*/ 20 h 63"/>
                <a:gd name="T52" fmla="*/ 30 w 62"/>
                <a:gd name="T53" fmla="*/ 14 h 63"/>
                <a:gd name="T54" fmla="*/ 42 w 62"/>
                <a:gd name="T55" fmla="*/ 1 h 63"/>
                <a:gd name="T56" fmla="*/ 43 w 62"/>
                <a:gd name="T57" fmla="*/ 0 h 63"/>
                <a:gd name="T58" fmla="*/ 44 w 62"/>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2" h="63">
                  <a:moveTo>
                    <a:pt x="44" y="0"/>
                  </a:moveTo>
                  <a:cubicBezTo>
                    <a:pt x="44" y="2"/>
                    <a:pt x="45" y="3"/>
                    <a:pt x="45" y="5"/>
                  </a:cubicBezTo>
                  <a:cubicBezTo>
                    <a:pt x="45" y="6"/>
                    <a:pt x="45" y="8"/>
                    <a:pt x="45" y="9"/>
                  </a:cubicBezTo>
                  <a:cubicBezTo>
                    <a:pt x="45" y="10"/>
                    <a:pt x="46" y="10"/>
                    <a:pt x="47" y="10"/>
                  </a:cubicBezTo>
                  <a:cubicBezTo>
                    <a:pt x="47" y="9"/>
                    <a:pt x="48" y="8"/>
                    <a:pt x="49" y="8"/>
                  </a:cubicBezTo>
                  <a:cubicBezTo>
                    <a:pt x="50" y="6"/>
                    <a:pt x="53" y="6"/>
                    <a:pt x="54" y="8"/>
                  </a:cubicBezTo>
                  <a:cubicBezTo>
                    <a:pt x="55" y="8"/>
                    <a:pt x="56" y="9"/>
                    <a:pt x="56" y="10"/>
                  </a:cubicBezTo>
                  <a:cubicBezTo>
                    <a:pt x="57" y="11"/>
                    <a:pt x="57" y="13"/>
                    <a:pt x="56" y="14"/>
                  </a:cubicBezTo>
                  <a:cubicBezTo>
                    <a:pt x="55" y="15"/>
                    <a:pt x="54" y="16"/>
                    <a:pt x="53" y="16"/>
                  </a:cubicBezTo>
                  <a:cubicBezTo>
                    <a:pt x="53" y="17"/>
                    <a:pt x="54" y="17"/>
                    <a:pt x="54" y="17"/>
                  </a:cubicBezTo>
                  <a:cubicBezTo>
                    <a:pt x="55" y="17"/>
                    <a:pt x="56" y="18"/>
                    <a:pt x="57" y="18"/>
                  </a:cubicBezTo>
                  <a:cubicBezTo>
                    <a:pt x="58" y="18"/>
                    <a:pt x="59" y="18"/>
                    <a:pt x="60" y="18"/>
                  </a:cubicBezTo>
                  <a:cubicBezTo>
                    <a:pt x="61" y="18"/>
                    <a:pt x="62" y="18"/>
                    <a:pt x="62" y="19"/>
                  </a:cubicBezTo>
                  <a:cubicBezTo>
                    <a:pt x="62" y="19"/>
                    <a:pt x="62" y="20"/>
                    <a:pt x="61" y="21"/>
                  </a:cubicBezTo>
                  <a:cubicBezTo>
                    <a:pt x="60" y="22"/>
                    <a:pt x="58" y="24"/>
                    <a:pt x="56" y="26"/>
                  </a:cubicBezTo>
                  <a:cubicBezTo>
                    <a:pt x="54" y="28"/>
                    <a:pt x="51" y="31"/>
                    <a:pt x="49" y="33"/>
                  </a:cubicBezTo>
                  <a:cubicBezTo>
                    <a:pt x="48" y="35"/>
                    <a:pt x="46" y="35"/>
                    <a:pt x="44" y="35"/>
                  </a:cubicBezTo>
                  <a:cubicBezTo>
                    <a:pt x="42" y="35"/>
                    <a:pt x="39" y="35"/>
                    <a:pt x="37" y="35"/>
                  </a:cubicBezTo>
                  <a:cubicBezTo>
                    <a:pt x="36" y="35"/>
                    <a:pt x="35" y="35"/>
                    <a:pt x="34" y="36"/>
                  </a:cubicBezTo>
                  <a:cubicBezTo>
                    <a:pt x="26" y="44"/>
                    <a:pt x="18" y="53"/>
                    <a:pt x="10" y="61"/>
                  </a:cubicBezTo>
                  <a:cubicBezTo>
                    <a:pt x="7" y="63"/>
                    <a:pt x="5" y="63"/>
                    <a:pt x="2" y="63"/>
                  </a:cubicBezTo>
                  <a:cubicBezTo>
                    <a:pt x="2" y="62"/>
                    <a:pt x="1" y="61"/>
                    <a:pt x="0" y="60"/>
                  </a:cubicBezTo>
                  <a:cubicBezTo>
                    <a:pt x="0" y="58"/>
                    <a:pt x="0" y="56"/>
                    <a:pt x="2" y="54"/>
                  </a:cubicBezTo>
                  <a:cubicBezTo>
                    <a:pt x="10" y="46"/>
                    <a:pt x="19" y="38"/>
                    <a:pt x="27" y="29"/>
                  </a:cubicBezTo>
                  <a:cubicBezTo>
                    <a:pt x="28" y="29"/>
                    <a:pt x="28" y="28"/>
                    <a:pt x="28" y="27"/>
                  </a:cubicBezTo>
                  <a:cubicBezTo>
                    <a:pt x="28" y="25"/>
                    <a:pt x="28" y="22"/>
                    <a:pt x="27" y="20"/>
                  </a:cubicBezTo>
                  <a:cubicBezTo>
                    <a:pt x="27" y="18"/>
                    <a:pt x="28" y="16"/>
                    <a:pt x="30" y="14"/>
                  </a:cubicBezTo>
                  <a:cubicBezTo>
                    <a:pt x="34" y="10"/>
                    <a:pt x="38" y="6"/>
                    <a:pt x="42" y="1"/>
                  </a:cubicBezTo>
                  <a:cubicBezTo>
                    <a:pt x="42" y="1"/>
                    <a:pt x="43" y="1"/>
                    <a:pt x="43" y="0"/>
                  </a:cubicBezTo>
                  <a:cubicBezTo>
                    <a:pt x="43" y="0"/>
                    <a:pt x="44" y="0"/>
                    <a:pt x="4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1" name="Freeform 1198">
              <a:extLst>
                <a:ext uri="{FF2B5EF4-FFF2-40B4-BE49-F238E27FC236}">
                  <a16:creationId xmlns="" xmlns:a16="http://schemas.microsoft.com/office/drawing/2014/main" id="{5DD02FA9-65C4-427F-BEF4-0CC26C765277}"/>
                </a:ext>
              </a:extLst>
            </p:cNvPr>
            <p:cNvSpPr>
              <a:spLocks/>
            </p:cNvSpPr>
            <p:nvPr/>
          </p:nvSpPr>
          <p:spPr bwMode="auto">
            <a:xfrm>
              <a:off x="10999086" y="563497"/>
              <a:ext cx="32492" cy="33029"/>
            </a:xfrm>
            <a:custGeom>
              <a:avLst/>
              <a:gdLst>
                <a:gd name="T0" fmla="*/ 48 w 51"/>
                <a:gd name="T1" fmla="*/ 16 h 52"/>
                <a:gd name="T2" fmla="*/ 50 w 51"/>
                <a:gd name="T3" fmla="*/ 32 h 52"/>
                <a:gd name="T4" fmla="*/ 34 w 51"/>
                <a:gd name="T5" fmla="*/ 50 h 52"/>
                <a:gd name="T6" fmla="*/ 22 w 51"/>
                <a:gd name="T7" fmla="*/ 51 h 52"/>
                <a:gd name="T8" fmla="*/ 2 w 51"/>
                <a:gd name="T9" fmla="*/ 37 h 52"/>
                <a:gd name="T10" fmla="*/ 0 w 51"/>
                <a:gd name="T11" fmla="*/ 24 h 52"/>
                <a:gd name="T12" fmla="*/ 15 w 51"/>
                <a:gd name="T13" fmla="*/ 3 h 52"/>
                <a:gd name="T14" fmla="*/ 32 w 51"/>
                <a:gd name="T15" fmla="*/ 2 h 52"/>
                <a:gd name="T16" fmla="*/ 34 w 51"/>
                <a:gd name="T17" fmla="*/ 3 h 52"/>
                <a:gd name="T18" fmla="*/ 35 w 51"/>
                <a:gd name="T19" fmla="*/ 4 h 52"/>
                <a:gd name="T20" fmla="*/ 27 w 51"/>
                <a:gd name="T21" fmla="*/ 12 h 52"/>
                <a:gd name="T22" fmla="*/ 23 w 51"/>
                <a:gd name="T23" fmla="*/ 13 h 52"/>
                <a:gd name="T24" fmla="*/ 13 w 51"/>
                <a:gd name="T25" fmla="*/ 21 h 52"/>
                <a:gd name="T26" fmla="*/ 19 w 51"/>
                <a:gd name="T27" fmla="*/ 38 h 52"/>
                <a:gd name="T28" fmla="*/ 38 w 51"/>
                <a:gd name="T29" fmla="*/ 30 h 52"/>
                <a:gd name="T30" fmla="*/ 39 w 51"/>
                <a:gd name="T31" fmla="*/ 26 h 52"/>
                <a:gd name="T32" fmla="*/ 39 w 51"/>
                <a:gd name="T33" fmla="*/ 24 h 52"/>
                <a:gd name="T34" fmla="*/ 48 w 51"/>
                <a:gd name="T35" fmla="*/ 16 h 52"/>
                <a:gd name="T36" fmla="*/ 48 w 51"/>
                <a:gd name="T37" fmla="*/ 1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48" y="16"/>
                  </a:moveTo>
                  <a:cubicBezTo>
                    <a:pt x="50" y="21"/>
                    <a:pt x="51" y="26"/>
                    <a:pt x="50" y="32"/>
                  </a:cubicBezTo>
                  <a:cubicBezTo>
                    <a:pt x="48" y="40"/>
                    <a:pt x="42" y="46"/>
                    <a:pt x="34" y="50"/>
                  </a:cubicBezTo>
                  <a:cubicBezTo>
                    <a:pt x="30" y="51"/>
                    <a:pt x="26" y="52"/>
                    <a:pt x="22" y="51"/>
                  </a:cubicBezTo>
                  <a:cubicBezTo>
                    <a:pt x="13" y="50"/>
                    <a:pt x="7" y="45"/>
                    <a:pt x="2" y="37"/>
                  </a:cubicBezTo>
                  <a:cubicBezTo>
                    <a:pt x="0" y="33"/>
                    <a:pt x="0" y="29"/>
                    <a:pt x="0" y="24"/>
                  </a:cubicBezTo>
                  <a:cubicBezTo>
                    <a:pt x="1" y="14"/>
                    <a:pt x="6" y="7"/>
                    <a:pt x="15" y="3"/>
                  </a:cubicBezTo>
                  <a:cubicBezTo>
                    <a:pt x="20" y="1"/>
                    <a:pt x="26" y="0"/>
                    <a:pt x="32" y="2"/>
                  </a:cubicBezTo>
                  <a:cubicBezTo>
                    <a:pt x="33" y="2"/>
                    <a:pt x="34" y="2"/>
                    <a:pt x="34" y="3"/>
                  </a:cubicBezTo>
                  <a:cubicBezTo>
                    <a:pt x="35" y="3"/>
                    <a:pt x="35" y="4"/>
                    <a:pt x="35" y="4"/>
                  </a:cubicBezTo>
                  <a:cubicBezTo>
                    <a:pt x="32" y="7"/>
                    <a:pt x="30" y="10"/>
                    <a:pt x="27" y="12"/>
                  </a:cubicBezTo>
                  <a:cubicBezTo>
                    <a:pt x="26" y="13"/>
                    <a:pt x="24" y="13"/>
                    <a:pt x="23" y="13"/>
                  </a:cubicBezTo>
                  <a:cubicBezTo>
                    <a:pt x="18" y="14"/>
                    <a:pt x="15" y="17"/>
                    <a:pt x="13" y="21"/>
                  </a:cubicBezTo>
                  <a:cubicBezTo>
                    <a:pt x="10" y="27"/>
                    <a:pt x="13" y="34"/>
                    <a:pt x="19" y="38"/>
                  </a:cubicBezTo>
                  <a:cubicBezTo>
                    <a:pt x="26" y="42"/>
                    <a:pt x="36" y="38"/>
                    <a:pt x="38" y="30"/>
                  </a:cubicBezTo>
                  <a:cubicBezTo>
                    <a:pt x="38" y="28"/>
                    <a:pt x="38" y="27"/>
                    <a:pt x="39" y="26"/>
                  </a:cubicBezTo>
                  <a:cubicBezTo>
                    <a:pt x="39" y="25"/>
                    <a:pt x="39" y="25"/>
                    <a:pt x="39" y="24"/>
                  </a:cubicBezTo>
                  <a:cubicBezTo>
                    <a:pt x="42" y="22"/>
                    <a:pt x="45" y="19"/>
                    <a:pt x="48" y="16"/>
                  </a:cubicBezTo>
                  <a:cubicBezTo>
                    <a:pt x="48" y="16"/>
                    <a:pt x="48" y="16"/>
                    <a:pt x="48" y="1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2" name="Freeform 1199">
              <a:extLst>
                <a:ext uri="{FF2B5EF4-FFF2-40B4-BE49-F238E27FC236}">
                  <a16:creationId xmlns="" xmlns:a16="http://schemas.microsoft.com/office/drawing/2014/main" id="{53737824-B24D-48D2-B369-A0FBAE011BDE}"/>
                </a:ext>
              </a:extLst>
            </p:cNvPr>
            <p:cNvSpPr>
              <a:spLocks/>
            </p:cNvSpPr>
            <p:nvPr/>
          </p:nvSpPr>
          <p:spPr bwMode="auto">
            <a:xfrm>
              <a:off x="11177659" y="268650"/>
              <a:ext cx="68744" cy="63642"/>
            </a:xfrm>
            <a:custGeom>
              <a:avLst/>
              <a:gdLst>
                <a:gd name="T0" fmla="*/ 0 w 108"/>
                <a:gd name="T1" fmla="*/ 65 h 100"/>
                <a:gd name="T2" fmla="*/ 0 w 108"/>
                <a:gd name="T3" fmla="*/ 55 h 100"/>
                <a:gd name="T4" fmla="*/ 0 w 108"/>
                <a:gd name="T5" fmla="*/ 14 h 100"/>
                <a:gd name="T6" fmla="*/ 4 w 108"/>
                <a:gd name="T7" fmla="*/ 9 h 100"/>
                <a:gd name="T8" fmla="*/ 14 w 108"/>
                <a:gd name="T9" fmla="*/ 5 h 100"/>
                <a:gd name="T10" fmla="*/ 23 w 108"/>
                <a:gd name="T11" fmla="*/ 0 h 100"/>
                <a:gd name="T12" fmla="*/ 26 w 108"/>
                <a:gd name="T13" fmla="*/ 0 h 100"/>
                <a:gd name="T14" fmla="*/ 26 w 108"/>
                <a:gd name="T15" fmla="*/ 1 h 100"/>
                <a:gd name="T16" fmla="*/ 15 w 108"/>
                <a:gd name="T17" fmla="*/ 10 h 100"/>
                <a:gd name="T18" fmla="*/ 13 w 108"/>
                <a:gd name="T19" fmla="*/ 11 h 100"/>
                <a:gd name="T20" fmla="*/ 16 w 108"/>
                <a:gd name="T21" fmla="*/ 28 h 100"/>
                <a:gd name="T22" fmla="*/ 38 w 108"/>
                <a:gd name="T23" fmla="*/ 28 h 100"/>
                <a:gd name="T24" fmla="*/ 50 w 108"/>
                <a:gd name="T25" fmla="*/ 20 h 100"/>
                <a:gd name="T26" fmla="*/ 55 w 108"/>
                <a:gd name="T27" fmla="*/ 18 h 100"/>
                <a:gd name="T28" fmla="*/ 62 w 108"/>
                <a:gd name="T29" fmla="*/ 19 h 100"/>
                <a:gd name="T30" fmla="*/ 105 w 108"/>
                <a:gd name="T31" fmla="*/ 69 h 100"/>
                <a:gd name="T32" fmla="*/ 107 w 108"/>
                <a:gd name="T33" fmla="*/ 77 h 100"/>
                <a:gd name="T34" fmla="*/ 100 w 108"/>
                <a:gd name="T35" fmla="*/ 82 h 100"/>
                <a:gd name="T36" fmla="*/ 98 w 108"/>
                <a:gd name="T37" fmla="*/ 82 h 100"/>
                <a:gd name="T38" fmla="*/ 91 w 108"/>
                <a:gd name="T39" fmla="*/ 86 h 100"/>
                <a:gd name="T40" fmla="*/ 83 w 108"/>
                <a:gd name="T41" fmla="*/ 89 h 100"/>
                <a:gd name="T42" fmla="*/ 79 w 108"/>
                <a:gd name="T43" fmla="*/ 88 h 100"/>
                <a:gd name="T44" fmla="*/ 76 w 108"/>
                <a:gd name="T45" fmla="*/ 89 h 100"/>
                <a:gd name="T46" fmla="*/ 63 w 108"/>
                <a:gd name="T47" fmla="*/ 93 h 100"/>
                <a:gd name="T48" fmla="*/ 60 w 108"/>
                <a:gd name="T49" fmla="*/ 91 h 100"/>
                <a:gd name="T50" fmla="*/ 45 w 108"/>
                <a:gd name="T51" fmla="*/ 96 h 100"/>
                <a:gd name="T52" fmla="*/ 33 w 108"/>
                <a:gd name="T53" fmla="*/ 87 h 100"/>
                <a:gd name="T54" fmla="*/ 12 w 108"/>
                <a:gd name="T55" fmla="*/ 70 h 100"/>
                <a:gd name="T56" fmla="*/ 0 w 108"/>
                <a:gd name="T57"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8" h="100">
                  <a:moveTo>
                    <a:pt x="0" y="65"/>
                  </a:moveTo>
                  <a:cubicBezTo>
                    <a:pt x="0" y="61"/>
                    <a:pt x="0" y="58"/>
                    <a:pt x="0" y="55"/>
                  </a:cubicBezTo>
                  <a:cubicBezTo>
                    <a:pt x="0" y="41"/>
                    <a:pt x="0" y="27"/>
                    <a:pt x="0" y="14"/>
                  </a:cubicBezTo>
                  <a:cubicBezTo>
                    <a:pt x="0" y="10"/>
                    <a:pt x="1" y="9"/>
                    <a:pt x="4" y="9"/>
                  </a:cubicBezTo>
                  <a:cubicBezTo>
                    <a:pt x="8" y="8"/>
                    <a:pt x="11" y="6"/>
                    <a:pt x="14" y="5"/>
                  </a:cubicBezTo>
                  <a:cubicBezTo>
                    <a:pt x="17" y="3"/>
                    <a:pt x="20" y="1"/>
                    <a:pt x="23" y="0"/>
                  </a:cubicBezTo>
                  <a:cubicBezTo>
                    <a:pt x="24" y="0"/>
                    <a:pt x="25" y="0"/>
                    <a:pt x="26" y="0"/>
                  </a:cubicBezTo>
                  <a:cubicBezTo>
                    <a:pt x="26" y="0"/>
                    <a:pt x="26" y="0"/>
                    <a:pt x="26" y="1"/>
                  </a:cubicBezTo>
                  <a:cubicBezTo>
                    <a:pt x="23" y="4"/>
                    <a:pt x="19" y="7"/>
                    <a:pt x="15" y="10"/>
                  </a:cubicBezTo>
                  <a:cubicBezTo>
                    <a:pt x="15" y="10"/>
                    <a:pt x="14" y="11"/>
                    <a:pt x="13" y="11"/>
                  </a:cubicBezTo>
                  <a:cubicBezTo>
                    <a:pt x="6" y="18"/>
                    <a:pt x="7" y="25"/>
                    <a:pt x="16" y="28"/>
                  </a:cubicBezTo>
                  <a:cubicBezTo>
                    <a:pt x="23" y="31"/>
                    <a:pt x="31" y="32"/>
                    <a:pt x="38" y="28"/>
                  </a:cubicBezTo>
                  <a:cubicBezTo>
                    <a:pt x="42" y="26"/>
                    <a:pt x="46" y="23"/>
                    <a:pt x="50" y="20"/>
                  </a:cubicBezTo>
                  <a:cubicBezTo>
                    <a:pt x="52" y="19"/>
                    <a:pt x="53" y="18"/>
                    <a:pt x="55" y="18"/>
                  </a:cubicBezTo>
                  <a:cubicBezTo>
                    <a:pt x="57" y="16"/>
                    <a:pt x="60" y="16"/>
                    <a:pt x="62" y="19"/>
                  </a:cubicBezTo>
                  <a:cubicBezTo>
                    <a:pt x="76" y="36"/>
                    <a:pt x="91" y="53"/>
                    <a:pt x="105" y="69"/>
                  </a:cubicBezTo>
                  <a:cubicBezTo>
                    <a:pt x="108" y="72"/>
                    <a:pt x="108" y="75"/>
                    <a:pt x="107" y="77"/>
                  </a:cubicBezTo>
                  <a:cubicBezTo>
                    <a:pt x="106" y="80"/>
                    <a:pt x="103" y="82"/>
                    <a:pt x="100" y="82"/>
                  </a:cubicBezTo>
                  <a:cubicBezTo>
                    <a:pt x="99" y="82"/>
                    <a:pt x="98" y="82"/>
                    <a:pt x="98" y="82"/>
                  </a:cubicBezTo>
                  <a:cubicBezTo>
                    <a:pt x="94" y="81"/>
                    <a:pt x="92" y="81"/>
                    <a:pt x="91" y="86"/>
                  </a:cubicBezTo>
                  <a:cubicBezTo>
                    <a:pt x="91" y="89"/>
                    <a:pt x="87" y="90"/>
                    <a:pt x="83" y="89"/>
                  </a:cubicBezTo>
                  <a:cubicBezTo>
                    <a:pt x="82" y="89"/>
                    <a:pt x="81" y="88"/>
                    <a:pt x="79" y="88"/>
                  </a:cubicBezTo>
                  <a:cubicBezTo>
                    <a:pt x="78" y="88"/>
                    <a:pt x="77" y="88"/>
                    <a:pt x="76" y="89"/>
                  </a:cubicBezTo>
                  <a:cubicBezTo>
                    <a:pt x="72" y="94"/>
                    <a:pt x="69" y="95"/>
                    <a:pt x="63" y="93"/>
                  </a:cubicBezTo>
                  <a:cubicBezTo>
                    <a:pt x="62" y="92"/>
                    <a:pt x="61" y="92"/>
                    <a:pt x="60" y="91"/>
                  </a:cubicBezTo>
                  <a:cubicBezTo>
                    <a:pt x="55" y="98"/>
                    <a:pt x="51" y="100"/>
                    <a:pt x="45" y="96"/>
                  </a:cubicBezTo>
                  <a:cubicBezTo>
                    <a:pt x="41" y="93"/>
                    <a:pt x="37" y="90"/>
                    <a:pt x="33" y="87"/>
                  </a:cubicBezTo>
                  <a:cubicBezTo>
                    <a:pt x="26" y="82"/>
                    <a:pt x="19" y="76"/>
                    <a:pt x="12" y="70"/>
                  </a:cubicBezTo>
                  <a:cubicBezTo>
                    <a:pt x="7" y="66"/>
                    <a:pt x="4" y="65"/>
                    <a:pt x="0" y="6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3" name="Freeform 1200">
              <a:extLst>
                <a:ext uri="{FF2B5EF4-FFF2-40B4-BE49-F238E27FC236}">
                  <a16:creationId xmlns="" xmlns:a16="http://schemas.microsoft.com/office/drawing/2014/main" id="{38AD9F01-8593-41E2-B995-E735CE19D1E9}"/>
                </a:ext>
              </a:extLst>
            </p:cNvPr>
            <p:cNvSpPr>
              <a:spLocks/>
            </p:cNvSpPr>
            <p:nvPr/>
          </p:nvSpPr>
          <p:spPr bwMode="auto">
            <a:xfrm>
              <a:off x="11185446" y="262205"/>
              <a:ext cx="68475" cy="51558"/>
            </a:xfrm>
            <a:custGeom>
              <a:avLst/>
              <a:gdLst>
                <a:gd name="T0" fmla="*/ 107 w 108"/>
                <a:gd name="T1" fmla="*/ 49 h 81"/>
                <a:gd name="T2" fmla="*/ 107 w 108"/>
                <a:gd name="T3" fmla="*/ 74 h 81"/>
                <a:gd name="T4" fmla="*/ 105 w 108"/>
                <a:gd name="T5" fmla="*/ 79 h 81"/>
                <a:gd name="T6" fmla="*/ 97 w 108"/>
                <a:gd name="T7" fmla="*/ 78 h 81"/>
                <a:gd name="T8" fmla="*/ 78 w 108"/>
                <a:gd name="T9" fmla="*/ 56 h 81"/>
                <a:gd name="T10" fmla="*/ 58 w 108"/>
                <a:gd name="T11" fmla="*/ 34 h 81"/>
                <a:gd name="T12" fmla="*/ 50 w 108"/>
                <a:gd name="T13" fmla="*/ 24 h 81"/>
                <a:gd name="T14" fmla="*/ 41 w 108"/>
                <a:gd name="T15" fmla="*/ 23 h 81"/>
                <a:gd name="T16" fmla="*/ 22 w 108"/>
                <a:gd name="T17" fmla="*/ 35 h 81"/>
                <a:gd name="T18" fmla="*/ 3 w 108"/>
                <a:gd name="T19" fmla="*/ 32 h 81"/>
                <a:gd name="T20" fmla="*/ 3 w 108"/>
                <a:gd name="T21" fmla="*/ 26 h 81"/>
                <a:gd name="T22" fmla="*/ 22 w 108"/>
                <a:gd name="T23" fmla="*/ 11 h 81"/>
                <a:gd name="T24" fmla="*/ 28 w 108"/>
                <a:gd name="T25" fmla="*/ 5 h 81"/>
                <a:gd name="T26" fmla="*/ 43 w 108"/>
                <a:gd name="T27" fmla="*/ 0 h 81"/>
                <a:gd name="T28" fmla="*/ 72 w 108"/>
                <a:gd name="T29" fmla="*/ 7 h 81"/>
                <a:gd name="T30" fmla="*/ 99 w 108"/>
                <a:gd name="T31" fmla="*/ 17 h 81"/>
                <a:gd name="T32" fmla="*/ 103 w 108"/>
                <a:gd name="T33" fmla="*/ 18 h 81"/>
                <a:gd name="T34" fmla="*/ 107 w 108"/>
                <a:gd name="T35" fmla="*/ 24 h 81"/>
                <a:gd name="T36" fmla="*/ 107 w 108"/>
                <a:gd name="T37"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8" h="81">
                  <a:moveTo>
                    <a:pt x="107" y="49"/>
                  </a:moveTo>
                  <a:cubicBezTo>
                    <a:pt x="107" y="57"/>
                    <a:pt x="107" y="66"/>
                    <a:pt x="107" y="74"/>
                  </a:cubicBezTo>
                  <a:cubicBezTo>
                    <a:pt x="107" y="76"/>
                    <a:pt x="108" y="78"/>
                    <a:pt x="105" y="79"/>
                  </a:cubicBezTo>
                  <a:cubicBezTo>
                    <a:pt x="102" y="79"/>
                    <a:pt x="100" y="81"/>
                    <a:pt x="97" y="78"/>
                  </a:cubicBezTo>
                  <a:cubicBezTo>
                    <a:pt x="91" y="71"/>
                    <a:pt x="84" y="63"/>
                    <a:pt x="78" y="56"/>
                  </a:cubicBezTo>
                  <a:cubicBezTo>
                    <a:pt x="71" y="48"/>
                    <a:pt x="64" y="41"/>
                    <a:pt x="58" y="34"/>
                  </a:cubicBezTo>
                  <a:cubicBezTo>
                    <a:pt x="55" y="31"/>
                    <a:pt x="53" y="27"/>
                    <a:pt x="50" y="24"/>
                  </a:cubicBezTo>
                  <a:cubicBezTo>
                    <a:pt x="47" y="21"/>
                    <a:pt x="46" y="20"/>
                    <a:pt x="41" y="23"/>
                  </a:cubicBezTo>
                  <a:cubicBezTo>
                    <a:pt x="35" y="27"/>
                    <a:pt x="29" y="31"/>
                    <a:pt x="22" y="35"/>
                  </a:cubicBezTo>
                  <a:cubicBezTo>
                    <a:pt x="16" y="38"/>
                    <a:pt x="8" y="37"/>
                    <a:pt x="3" y="32"/>
                  </a:cubicBezTo>
                  <a:cubicBezTo>
                    <a:pt x="0" y="30"/>
                    <a:pt x="0" y="28"/>
                    <a:pt x="3" y="26"/>
                  </a:cubicBezTo>
                  <a:cubicBezTo>
                    <a:pt x="9" y="20"/>
                    <a:pt x="16" y="16"/>
                    <a:pt x="22" y="11"/>
                  </a:cubicBezTo>
                  <a:cubicBezTo>
                    <a:pt x="24" y="9"/>
                    <a:pt x="26" y="7"/>
                    <a:pt x="28" y="5"/>
                  </a:cubicBezTo>
                  <a:cubicBezTo>
                    <a:pt x="33" y="2"/>
                    <a:pt x="38" y="1"/>
                    <a:pt x="43" y="0"/>
                  </a:cubicBezTo>
                  <a:cubicBezTo>
                    <a:pt x="53" y="0"/>
                    <a:pt x="63" y="1"/>
                    <a:pt x="72" y="7"/>
                  </a:cubicBezTo>
                  <a:cubicBezTo>
                    <a:pt x="80" y="12"/>
                    <a:pt x="90" y="15"/>
                    <a:pt x="99" y="17"/>
                  </a:cubicBezTo>
                  <a:cubicBezTo>
                    <a:pt x="100" y="18"/>
                    <a:pt x="102" y="18"/>
                    <a:pt x="103" y="18"/>
                  </a:cubicBezTo>
                  <a:cubicBezTo>
                    <a:pt x="106" y="19"/>
                    <a:pt x="107" y="20"/>
                    <a:pt x="107" y="24"/>
                  </a:cubicBezTo>
                  <a:cubicBezTo>
                    <a:pt x="107" y="32"/>
                    <a:pt x="107" y="41"/>
                    <a:pt x="107" y="4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4" name="Freeform 1201">
              <a:extLst>
                <a:ext uri="{FF2B5EF4-FFF2-40B4-BE49-F238E27FC236}">
                  <a16:creationId xmlns="" xmlns:a16="http://schemas.microsoft.com/office/drawing/2014/main" id="{934E13A8-735B-4B68-A177-BCAEE9AC4C4F}"/>
                </a:ext>
              </a:extLst>
            </p:cNvPr>
            <p:cNvSpPr>
              <a:spLocks/>
            </p:cNvSpPr>
            <p:nvPr/>
          </p:nvSpPr>
          <p:spPr bwMode="auto">
            <a:xfrm>
              <a:off x="11256607" y="264353"/>
              <a:ext cx="15843" cy="61494"/>
            </a:xfrm>
            <a:custGeom>
              <a:avLst/>
              <a:gdLst>
                <a:gd name="T0" fmla="*/ 3 w 25"/>
                <a:gd name="T1" fmla="*/ 1 h 97"/>
                <a:gd name="T2" fmla="*/ 7 w 25"/>
                <a:gd name="T3" fmla="*/ 3 h 97"/>
                <a:gd name="T4" fmla="*/ 19 w 25"/>
                <a:gd name="T5" fmla="*/ 3 h 97"/>
                <a:gd name="T6" fmla="*/ 25 w 25"/>
                <a:gd name="T7" fmla="*/ 9 h 97"/>
                <a:gd name="T8" fmla="*/ 25 w 25"/>
                <a:gd name="T9" fmla="*/ 68 h 97"/>
                <a:gd name="T10" fmla="*/ 25 w 25"/>
                <a:gd name="T11" fmla="*/ 91 h 97"/>
                <a:gd name="T12" fmla="*/ 18 w 25"/>
                <a:gd name="T13" fmla="*/ 97 h 97"/>
                <a:gd name="T14" fmla="*/ 6 w 25"/>
                <a:gd name="T15" fmla="*/ 97 h 97"/>
                <a:gd name="T16" fmla="*/ 0 w 25"/>
                <a:gd name="T17" fmla="*/ 91 h 97"/>
                <a:gd name="T18" fmla="*/ 0 w 25"/>
                <a:gd name="T19" fmla="*/ 43 h 97"/>
                <a:gd name="T20" fmla="*/ 0 w 25"/>
                <a:gd name="T21" fmla="*/ 11 h 97"/>
                <a:gd name="T22" fmla="*/ 2 w 25"/>
                <a:gd name="T23" fmla="*/ 0 h 97"/>
                <a:gd name="T24" fmla="*/ 3 w 25"/>
                <a:gd name="T25"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97">
                  <a:moveTo>
                    <a:pt x="3" y="1"/>
                  </a:moveTo>
                  <a:cubicBezTo>
                    <a:pt x="4" y="2"/>
                    <a:pt x="5" y="3"/>
                    <a:pt x="7" y="3"/>
                  </a:cubicBezTo>
                  <a:cubicBezTo>
                    <a:pt x="11" y="3"/>
                    <a:pt x="15" y="3"/>
                    <a:pt x="19" y="3"/>
                  </a:cubicBezTo>
                  <a:cubicBezTo>
                    <a:pt x="24" y="3"/>
                    <a:pt x="25" y="4"/>
                    <a:pt x="25" y="9"/>
                  </a:cubicBezTo>
                  <a:cubicBezTo>
                    <a:pt x="25" y="29"/>
                    <a:pt x="25" y="48"/>
                    <a:pt x="25" y="68"/>
                  </a:cubicBezTo>
                  <a:cubicBezTo>
                    <a:pt x="25" y="76"/>
                    <a:pt x="25" y="83"/>
                    <a:pt x="25" y="91"/>
                  </a:cubicBezTo>
                  <a:cubicBezTo>
                    <a:pt x="25" y="96"/>
                    <a:pt x="23" y="97"/>
                    <a:pt x="18" y="97"/>
                  </a:cubicBezTo>
                  <a:cubicBezTo>
                    <a:pt x="14" y="97"/>
                    <a:pt x="10" y="97"/>
                    <a:pt x="6" y="97"/>
                  </a:cubicBezTo>
                  <a:cubicBezTo>
                    <a:pt x="1" y="97"/>
                    <a:pt x="0" y="96"/>
                    <a:pt x="0" y="91"/>
                  </a:cubicBezTo>
                  <a:cubicBezTo>
                    <a:pt x="0" y="75"/>
                    <a:pt x="0" y="59"/>
                    <a:pt x="0" y="43"/>
                  </a:cubicBezTo>
                  <a:cubicBezTo>
                    <a:pt x="0" y="32"/>
                    <a:pt x="0" y="22"/>
                    <a:pt x="0" y="11"/>
                  </a:cubicBezTo>
                  <a:cubicBezTo>
                    <a:pt x="0" y="8"/>
                    <a:pt x="1" y="4"/>
                    <a:pt x="2" y="0"/>
                  </a:cubicBezTo>
                  <a:cubicBezTo>
                    <a:pt x="2" y="1"/>
                    <a:pt x="2" y="1"/>
                    <a:pt x="3"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5" name="Freeform 1202">
              <a:extLst>
                <a:ext uri="{FF2B5EF4-FFF2-40B4-BE49-F238E27FC236}">
                  <a16:creationId xmlns="" xmlns:a16="http://schemas.microsoft.com/office/drawing/2014/main" id="{F792D5EA-234F-4B4E-B6DE-C5925A9C9410}"/>
                </a:ext>
              </a:extLst>
            </p:cNvPr>
            <p:cNvSpPr>
              <a:spLocks/>
            </p:cNvSpPr>
            <p:nvPr/>
          </p:nvSpPr>
          <p:spPr bwMode="auto">
            <a:xfrm>
              <a:off x="11159398" y="266233"/>
              <a:ext cx="15843" cy="59614"/>
            </a:xfrm>
            <a:custGeom>
              <a:avLst/>
              <a:gdLst>
                <a:gd name="T0" fmla="*/ 25 w 25"/>
                <a:gd name="T1" fmla="*/ 47 h 94"/>
                <a:gd name="T2" fmla="*/ 25 w 25"/>
                <a:gd name="T3" fmla="*/ 88 h 94"/>
                <a:gd name="T4" fmla="*/ 19 w 25"/>
                <a:gd name="T5" fmla="*/ 94 h 94"/>
                <a:gd name="T6" fmla="*/ 4 w 25"/>
                <a:gd name="T7" fmla="*/ 94 h 94"/>
                <a:gd name="T8" fmla="*/ 0 w 25"/>
                <a:gd name="T9" fmla="*/ 88 h 94"/>
                <a:gd name="T10" fmla="*/ 0 w 25"/>
                <a:gd name="T11" fmla="*/ 59 h 94"/>
                <a:gd name="T12" fmla="*/ 0 w 25"/>
                <a:gd name="T13" fmla="*/ 8 h 94"/>
                <a:gd name="T14" fmla="*/ 7 w 25"/>
                <a:gd name="T15" fmla="*/ 0 h 94"/>
                <a:gd name="T16" fmla="*/ 19 w 25"/>
                <a:gd name="T17" fmla="*/ 0 h 94"/>
                <a:gd name="T18" fmla="*/ 25 w 25"/>
                <a:gd name="T19" fmla="*/ 6 h 94"/>
                <a:gd name="T20" fmla="*/ 25 w 25"/>
                <a:gd name="T21" fmla="*/ 47 h 94"/>
                <a:gd name="T22" fmla="*/ 25 w 25"/>
                <a:gd name="T23" fmla="*/ 4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94">
                  <a:moveTo>
                    <a:pt x="25" y="47"/>
                  </a:moveTo>
                  <a:cubicBezTo>
                    <a:pt x="25" y="61"/>
                    <a:pt x="25" y="75"/>
                    <a:pt x="25" y="88"/>
                  </a:cubicBezTo>
                  <a:cubicBezTo>
                    <a:pt x="25" y="93"/>
                    <a:pt x="24" y="94"/>
                    <a:pt x="19" y="94"/>
                  </a:cubicBezTo>
                  <a:cubicBezTo>
                    <a:pt x="14" y="94"/>
                    <a:pt x="9" y="94"/>
                    <a:pt x="4" y="94"/>
                  </a:cubicBezTo>
                  <a:cubicBezTo>
                    <a:pt x="0" y="94"/>
                    <a:pt x="0" y="91"/>
                    <a:pt x="0" y="88"/>
                  </a:cubicBezTo>
                  <a:cubicBezTo>
                    <a:pt x="0" y="79"/>
                    <a:pt x="0" y="69"/>
                    <a:pt x="0" y="59"/>
                  </a:cubicBezTo>
                  <a:cubicBezTo>
                    <a:pt x="0" y="42"/>
                    <a:pt x="0" y="25"/>
                    <a:pt x="0" y="8"/>
                  </a:cubicBezTo>
                  <a:cubicBezTo>
                    <a:pt x="0" y="0"/>
                    <a:pt x="0" y="0"/>
                    <a:pt x="7" y="0"/>
                  </a:cubicBezTo>
                  <a:cubicBezTo>
                    <a:pt x="11" y="0"/>
                    <a:pt x="15" y="0"/>
                    <a:pt x="19" y="0"/>
                  </a:cubicBezTo>
                  <a:cubicBezTo>
                    <a:pt x="24" y="0"/>
                    <a:pt x="25" y="1"/>
                    <a:pt x="25" y="6"/>
                  </a:cubicBezTo>
                  <a:cubicBezTo>
                    <a:pt x="25" y="19"/>
                    <a:pt x="25" y="33"/>
                    <a:pt x="25" y="47"/>
                  </a:cubicBezTo>
                  <a:cubicBezTo>
                    <a:pt x="25" y="47"/>
                    <a:pt x="25" y="47"/>
                    <a:pt x="25" y="4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336" name="Group 335">
              <a:extLst>
                <a:ext uri="{FF2B5EF4-FFF2-40B4-BE49-F238E27FC236}">
                  <a16:creationId xmlns="" xmlns:a16="http://schemas.microsoft.com/office/drawing/2014/main" id="{03192ACB-25BE-4B0D-B987-DDBE0285CF03}"/>
                </a:ext>
              </a:extLst>
            </p:cNvPr>
            <p:cNvGrpSpPr/>
            <p:nvPr userDrawn="1"/>
          </p:nvGrpSpPr>
          <p:grpSpPr>
            <a:xfrm>
              <a:off x="10943231" y="128208"/>
              <a:ext cx="69818" cy="43233"/>
              <a:chOff x="10943231" y="128208"/>
              <a:chExt cx="69818" cy="43233"/>
            </a:xfrm>
          </p:grpSpPr>
          <p:sp>
            <p:nvSpPr>
              <p:cNvPr id="577" name="Freeform 1203">
                <a:extLst>
                  <a:ext uri="{FF2B5EF4-FFF2-40B4-BE49-F238E27FC236}">
                    <a16:creationId xmlns="" xmlns:a16="http://schemas.microsoft.com/office/drawing/2014/main" id="{D9F48718-BC7A-4140-9BCC-FD816F6BB2A6}"/>
                  </a:ext>
                </a:extLst>
              </p:cNvPr>
              <p:cNvSpPr>
                <a:spLocks/>
              </p:cNvSpPr>
              <p:nvPr/>
            </p:nvSpPr>
            <p:spPr bwMode="auto">
              <a:xfrm>
                <a:off x="10953972" y="131967"/>
                <a:ext cx="42428" cy="39474"/>
              </a:xfrm>
              <a:custGeom>
                <a:avLst/>
                <a:gdLst>
                  <a:gd name="T0" fmla="*/ 1 w 67"/>
                  <a:gd name="T1" fmla="*/ 41 h 62"/>
                  <a:gd name="T2" fmla="*/ 1 w 67"/>
                  <a:gd name="T3" fmla="*/ 34 h 62"/>
                  <a:gd name="T4" fmla="*/ 0 w 67"/>
                  <a:gd name="T5" fmla="*/ 9 h 62"/>
                  <a:gd name="T6" fmla="*/ 3 w 67"/>
                  <a:gd name="T7" fmla="*/ 6 h 62"/>
                  <a:gd name="T8" fmla="*/ 10 w 67"/>
                  <a:gd name="T9" fmla="*/ 4 h 62"/>
                  <a:gd name="T10" fmla="*/ 15 w 67"/>
                  <a:gd name="T11" fmla="*/ 1 h 62"/>
                  <a:gd name="T12" fmla="*/ 17 w 67"/>
                  <a:gd name="T13" fmla="*/ 0 h 62"/>
                  <a:gd name="T14" fmla="*/ 17 w 67"/>
                  <a:gd name="T15" fmla="*/ 1 h 62"/>
                  <a:gd name="T16" fmla="*/ 10 w 67"/>
                  <a:gd name="T17" fmla="*/ 7 h 62"/>
                  <a:gd name="T18" fmla="*/ 9 w 67"/>
                  <a:gd name="T19" fmla="*/ 8 h 62"/>
                  <a:gd name="T20" fmla="*/ 11 w 67"/>
                  <a:gd name="T21" fmla="*/ 18 h 62"/>
                  <a:gd name="T22" fmla="*/ 24 w 67"/>
                  <a:gd name="T23" fmla="*/ 18 h 62"/>
                  <a:gd name="T24" fmla="*/ 32 w 67"/>
                  <a:gd name="T25" fmla="*/ 13 h 62"/>
                  <a:gd name="T26" fmla="*/ 35 w 67"/>
                  <a:gd name="T27" fmla="*/ 11 h 62"/>
                  <a:gd name="T28" fmla="*/ 39 w 67"/>
                  <a:gd name="T29" fmla="*/ 12 h 62"/>
                  <a:gd name="T30" fmla="*/ 66 w 67"/>
                  <a:gd name="T31" fmla="*/ 43 h 62"/>
                  <a:gd name="T32" fmla="*/ 67 w 67"/>
                  <a:gd name="T33" fmla="*/ 48 h 62"/>
                  <a:gd name="T34" fmla="*/ 63 w 67"/>
                  <a:gd name="T35" fmla="*/ 51 h 62"/>
                  <a:gd name="T36" fmla="*/ 61 w 67"/>
                  <a:gd name="T37" fmla="*/ 51 h 62"/>
                  <a:gd name="T38" fmla="*/ 57 w 67"/>
                  <a:gd name="T39" fmla="*/ 53 h 62"/>
                  <a:gd name="T40" fmla="*/ 52 w 67"/>
                  <a:gd name="T41" fmla="*/ 56 h 62"/>
                  <a:gd name="T42" fmla="*/ 50 w 67"/>
                  <a:gd name="T43" fmla="*/ 55 h 62"/>
                  <a:gd name="T44" fmla="*/ 48 w 67"/>
                  <a:gd name="T45" fmla="*/ 56 h 62"/>
                  <a:gd name="T46" fmla="*/ 40 w 67"/>
                  <a:gd name="T47" fmla="*/ 58 h 62"/>
                  <a:gd name="T48" fmla="*/ 38 w 67"/>
                  <a:gd name="T49" fmla="*/ 57 h 62"/>
                  <a:gd name="T50" fmla="*/ 29 w 67"/>
                  <a:gd name="T51" fmla="*/ 60 h 62"/>
                  <a:gd name="T52" fmla="*/ 21 w 67"/>
                  <a:gd name="T53" fmla="*/ 54 h 62"/>
                  <a:gd name="T54" fmla="*/ 8 w 67"/>
                  <a:gd name="T55" fmla="*/ 44 h 62"/>
                  <a:gd name="T56" fmla="*/ 1 w 67"/>
                  <a:gd name="T57" fmla="*/ 4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62">
                    <a:moveTo>
                      <a:pt x="1" y="41"/>
                    </a:moveTo>
                    <a:cubicBezTo>
                      <a:pt x="1" y="39"/>
                      <a:pt x="1" y="36"/>
                      <a:pt x="1" y="34"/>
                    </a:cubicBezTo>
                    <a:cubicBezTo>
                      <a:pt x="1" y="26"/>
                      <a:pt x="1" y="17"/>
                      <a:pt x="0" y="9"/>
                    </a:cubicBezTo>
                    <a:cubicBezTo>
                      <a:pt x="0" y="7"/>
                      <a:pt x="1" y="6"/>
                      <a:pt x="3" y="6"/>
                    </a:cubicBezTo>
                    <a:cubicBezTo>
                      <a:pt x="5" y="6"/>
                      <a:pt x="8" y="5"/>
                      <a:pt x="10" y="4"/>
                    </a:cubicBezTo>
                    <a:cubicBezTo>
                      <a:pt x="12" y="3"/>
                      <a:pt x="13" y="2"/>
                      <a:pt x="15" y="1"/>
                    </a:cubicBezTo>
                    <a:cubicBezTo>
                      <a:pt x="16" y="0"/>
                      <a:pt x="16" y="0"/>
                      <a:pt x="17" y="0"/>
                    </a:cubicBezTo>
                    <a:cubicBezTo>
                      <a:pt x="17" y="1"/>
                      <a:pt x="17" y="1"/>
                      <a:pt x="17" y="1"/>
                    </a:cubicBezTo>
                    <a:cubicBezTo>
                      <a:pt x="15" y="3"/>
                      <a:pt x="12" y="5"/>
                      <a:pt x="10" y="7"/>
                    </a:cubicBezTo>
                    <a:cubicBezTo>
                      <a:pt x="10" y="7"/>
                      <a:pt x="9" y="7"/>
                      <a:pt x="9" y="8"/>
                    </a:cubicBezTo>
                    <a:cubicBezTo>
                      <a:pt x="5" y="11"/>
                      <a:pt x="5" y="16"/>
                      <a:pt x="11" y="18"/>
                    </a:cubicBezTo>
                    <a:cubicBezTo>
                      <a:pt x="15" y="20"/>
                      <a:pt x="20" y="20"/>
                      <a:pt x="24" y="18"/>
                    </a:cubicBezTo>
                    <a:cubicBezTo>
                      <a:pt x="27" y="17"/>
                      <a:pt x="29" y="15"/>
                      <a:pt x="32" y="13"/>
                    </a:cubicBezTo>
                    <a:cubicBezTo>
                      <a:pt x="33" y="13"/>
                      <a:pt x="34" y="12"/>
                      <a:pt x="35" y="11"/>
                    </a:cubicBezTo>
                    <a:cubicBezTo>
                      <a:pt x="36" y="10"/>
                      <a:pt x="38" y="11"/>
                      <a:pt x="39" y="12"/>
                    </a:cubicBezTo>
                    <a:cubicBezTo>
                      <a:pt x="48" y="23"/>
                      <a:pt x="57" y="33"/>
                      <a:pt x="66" y="43"/>
                    </a:cubicBezTo>
                    <a:cubicBezTo>
                      <a:pt x="67" y="45"/>
                      <a:pt x="67" y="47"/>
                      <a:pt x="67" y="48"/>
                    </a:cubicBezTo>
                    <a:cubicBezTo>
                      <a:pt x="66" y="50"/>
                      <a:pt x="65" y="51"/>
                      <a:pt x="63" y="51"/>
                    </a:cubicBezTo>
                    <a:cubicBezTo>
                      <a:pt x="62" y="51"/>
                      <a:pt x="62" y="51"/>
                      <a:pt x="61" y="51"/>
                    </a:cubicBezTo>
                    <a:cubicBezTo>
                      <a:pt x="59" y="50"/>
                      <a:pt x="57" y="51"/>
                      <a:pt x="57" y="53"/>
                    </a:cubicBezTo>
                    <a:cubicBezTo>
                      <a:pt x="57" y="56"/>
                      <a:pt x="55" y="56"/>
                      <a:pt x="52" y="56"/>
                    </a:cubicBezTo>
                    <a:cubicBezTo>
                      <a:pt x="51" y="56"/>
                      <a:pt x="51" y="55"/>
                      <a:pt x="50" y="55"/>
                    </a:cubicBezTo>
                    <a:cubicBezTo>
                      <a:pt x="49" y="55"/>
                      <a:pt x="48" y="55"/>
                      <a:pt x="48" y="56"/>
                    </a:cubicBezTo>
                    <a:cubicBezTo>
                      <a:pt x="45" y="59"/>
                      <a:pt x="43" y="59"/>
                      <a:pt x="40" y="58"/>
                    </a:cubicBezTo>
                    <a:cubicBezTo>
                      <a:pt x="39" y="58"/>
                      <a:pt x="39" y="57"/>
                      <a:pt x="38" y="57"/>
                    </a:cubicBezTo>
                    <a:cubicBezTo>
                      <a:pt x="35" y="61"/>
                      <a:pt x="32" y="62"/>
                      <a:pt x="29" y="60"/>
                    </a:cubicBezTo>
                    <a:cubicBezTo>
                      <a:pt x="26" y="58"/>
                      <a:pt x="24" y="56"/>
                      <a:pt x="21" y="54"/>
                    </a:cubicBezTo>
                    <a:cubicBezTo>
                      <a:pt x="17" y="51"/>
                      <a:pt x="13" y="48"/>
                      <a:pt x="8" y="44"/>
                    </a:cubicBezTo>
                    <a:cubicBezTo>
                      <a:pt x="5" y="42"/>
                      <a:pt x="3" y="41"/>
                      <a:pt x="1" y="4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8" name="Freeform 1204">
                <a:extLst>
                  <a:ext uri="{FF2B5EF4-FFF2-40B4-BE49-F238E27FC236}">
                    <a16:creationId xmlns="" xmlns:a16="http://schemas.microsoft.com/office/drawing/2014/main" id="{56C2C124-13CB-4E04-A18E-1AC56EA5DBA1}"/>
                  </a:ext>
                </a:extLst>
              </p:cNvPr>
              <p:cNvSpPr>
                <a:spLocks/>
              </p:cNvSpPr>
              <p:nvPr/>
            </p:nvSpPr>
            <p:spPr bwMode="auto">
              <a:xfrm>
                <a:off x="10959074" y="128208"/>
                <a:ext cx="42428" cy="32492"/>
              </a:xfrm>
              <a:custGeom>
                <a:avLst/>
                <a:gdLst>
                  <a:gd name="T0" fmla="*/ 66 w 67"/>
                  <a:gd name="T1" fmla="*/ 31 h 51"/>
                  <a:gd name="T2" fmla="*/ 66 w 67"/>
                  <a:gd name="T3" fmla="*/ 46 h 51"/>
                  <a:gd name="T4" fmla="*/ 65 w 67"/>
                  <a:gd name="T5" fmla="*/ 49 h 51"/>
                  <a:gd name="T6" fmla="*/ 60 w 67"/>
                  <a:gd name="T7" fmla="*/ 49 h 51"/>
                  <a:gd name="T8" fmla="*/ 48 w 67"/>
                  <a:gd name="T9" fmla="*/ 35 h 51"/>
                  <a:gd name="T10" fmla="*/ 36 w 67"/>
                  <a:gd name="T11" fmla="*/ 22 h 51"/>
                  <a:gd name="T12" fmla="*/ 31 w 67"/>
                  <a:gd name="T13" fmla="*/ 15 h 51"/>
                  <a:gd name="T14" fmla="*/ 26 w 67"/>
                  <a:gd name="T15" fmla="*/ 15 h 51"/>
                  <a:gd name="T16" fmla="*/ 14 w 67"/>
                  <a:gd name="T17" fmla="*/ 22 h 51"/>
                  <a:gd name="T18" fmla="*/ 2 w 67"/>
                  <a:gd name="T19" fmla="*/ 21 h 51"/>
                  <a:gd name="T20" fmla="*/ 2 w 67"/>
                  <a:gd name="T21" fmla="*/ 16 h 51"/>
                  <a:gd name="T22" fmla="*/ 14 w 67"/>
                  <a:gd name="T23" fmla="*/ 7 h 51"/>
                  <a:gd name="T24" fmla="*/ 18 w 67"/>
                  <a:gd name="T25" fmla="*/ 4 h 51"/>
                  <a:gd name="T26" fmla="*/ 27 w 67"/>
                  <a:gd name="T27" fmla="*/ 1 h 51"/>
                  <a:gd name="T28" fmla="*/ 44 w 67"/>
                  <a:gd name="T29" fmla="*/ 5 h 51"/>
                  <a:gd name="T30" fmla="*/ 61 w 67"/>
                  <a:gd name="T31" fmla="*/ 11 h 51"/>
                  <a:gd name="T32" fmla="*/ 64 w 67"/>
                  <a:gd name="T33" fmla="*/ 12 h 51"/>
                  <a:gd name="T34" fmla="*/ 66 w 67"/>
                  <a:gd name="T35" fmla="*/ 15 h 51"/>
                  <a:gd name="T36" fmla="*/ 66 w 67"/>
                  <a:gd name="T37" fmla="*/ 3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 h="51">
                    <a:moveTo>
                      <a:pt x="66" y="31"/>
                    </a:moveTo>
                    <a:cubicBezTo>
                      <a:pt x="66" y="36"/>
                      <a:pt x="66" y="41"/>
                      <a:pt x="66" y="46"/>
                    </a:cubicBezTo>
                    <a:cubicBezTo>
                      <a:pt x="66" y="47"/>
                      <a:pt x="67" y="49"/>
                      <a:pt x="65" y="49"/>
                    </a:cubicBezTo>
                    <a:cubicBezTo>
                      <a:pt x="63" y="49"/>
                      <a:pt x="62" y="51"/>
                      <a:pt x="60" y="49"/>
                    </a:cubicBezTo>
                    <a:cubicBezTo>
                      <a:pt x="56" y="44"/>
                      <a:pt x="52" y="39"/>
                      <a:pt x="48" y="35"/>
                    </a:cubicBezTo>
                    <a:cubicBezTo>
                      <a:pt x="44" y="30"/>
                      <a:pt x="40" y="26"/>
                      <a:pt x="36" y="22"/>
                    </a:cubicBezTo>
                    <a:cubicBezTo>
                      <a:pt x="34" y="20"/>
                      <a:pt x="33" y="17"/>
                      <a:pt x="31" y="15"/>
                    </a:cubicBezTo>
                    <a:cubicBezTo>
                      <a:pt x="29" y="13"/>
                      <a:pt x="28" y="13"/>
                      <a:pt x="26" y="15"/>
                    </a:cubicBezTo>
                    <a:cubicBezTo>
                      <a:pt x="22" y="17"/>
                      <a:pt x="18" y="20"/>
                      <a:pt x="14" y="22"/>
                    </a:cubicBezTo>
                    <a:cubicBezTo>
                      <a:pt x="10" y="24"/>
                      <a:pt x="5" y="23"/>
                      <a:pt x="2" y="21"/>
                    </a:cubicBezTo>
                    <a:cubicBezTo>
                      <a:pt x="0" y="19"/>
                      <a:pt x="0" y="18"/>
                      <a:pt x="2" y="16"/>
                    </a:cubicBezTo>
                    <a:cubicBezTo>
                      <a:pt x="6" y="13"/>
                      <a:pt x="10" y="10"/>
                      <a:pt x="14" y="7"/>
                    </a:cubicBezTo>
                    <a:cubicBezTo>
                      <a:pt x="15" y="6"/>
                      <a:pt x="16" y="5"/>
                      <a:pt x="18" y="4"/>
                    </a:cubicBezTo>
                    <a:cubicBezTo>
                      <a:pt x="20" y="2"/>
                      <a:pt x="24" y="1"/>
                      <a:pt x="27" y="1"/>
                    </a:cubicBezTo>
                    <a:cubicBezTo>
                      <a:pt x="33" y="0"/>
                      <a:pt x="39" y="1"/>
                      <a:pt x="44" y="5"/>
                    </a:cubicBezTo>
                    <a:cubicBezTo>
                      <a:pt x="50" y="8"/>
                      <a:pt x="56" y="9"/>
                      <a:pt x="61" y="11"/>
                    </a:cubicBezTo>
                    <a:cubicBezTo>
                      <a:pt x="62" y="11"/>
                      <a:pt x="63" y="12"/>
                      <a:pt x="64" y="12"/>
                    </a:cubicBezTo>
                    <a:cubicBezTo>
                      <a:pt x="66" y="12"/>
                      <a:pt x="66" y="13"/>
                      <a:pt x="66" y="15"/>
                    </a:cubicBezTo>
                    <a:cubicBezTo>
                      <a:pt x="66" y="20"/>
                      <a:pt x="66" y="26"/>
                      <a:pt x="66" y="3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9" name="Freeform 1205">
                <a:extLst>
                  <a:ext uri="{FF2B5EF4-FFF2-40B4-BE49-F238E27FC236}">
                    <a16:creationId xmlns="" xmlns:a16="http://schemas.microsoft.com/office/drawing/2014/main" id="{E116213A-1D9E-4B87-AAB0-743E34F1C864}"/>
                  </a:ext>
                </a:extLst>
              </p:cNvPr>
              <p:cNvSpPr>
                <a:spLocks/>
              </p:cNvSpPr>
              <p:nvPr/>
            </p:nvSpPr>
            <p:spPr bwMode="auto">
              <a:xfrm>
                <a:off x="11002845" y="130088"/>
                <a:ext cx="10204" cy="38131"/>
              </a:xfrm>
              <a:custGeom>
                <a:avLst/>
                <a:gdLst>
                  <a:gd name="T0" fmla="*/ 2 w 16"/>
                  <a:gd name="T1" fmla="*/ 0 h 60"/>
                  <a:gd name="T2" fmla="*/ 5 w 16"/>
                  <a:gd name="T3" fmla="*/ 1 h 60"/>
                  <a:gd name="T4" fmla="*/ 12 w 16"/>
                  <a:gd name="T5" fmla="*/ 1 h 60"/>
                  <a:gd name="T6" fmla="*/ 16 w 16"/>
                  <a:gd name="T7" fmla="*/ 5 h 60"/>
                  <a:gd name="T8" fmla="*/ 16 w 16"/>
                  <a:gd name="T9" fmla="*/ 41 h 60"/>
                  <a:gd name="T10" fmla="*/ 16 w 16"/>
                  <a:gd name="T11" fmla="*/ 56 h 60"/>
                  <a:gd name="T12" fmla="*/ 12 w 16"/>
                  <a:gd name="T13" fmla="*/ 59 h 60"/>
                  <a:gd name="T14" fmla="*/ 4 w 16"/>
                  <a:gd name="T15" fmla="*/ 59 h 60"/>
                  <a:gd name="T16" fmla="*/ 0 w 16"/>
                  <a:gd name="T17" fmla="*/ 56 h 60"/>
                  <a:gd name="T18" fmla="*/ 0 w 16"/>
                  <a:gd name="T19" fmla="*/ 26 h 60"/>
                  <a:gd name="T20" fmla="*/ 0 w 16"/>
                  <a:gd name="T21" fmla="*/ 6 h 60"/>
                  <a:gd name="T22" fmla="*/ 1 w 16"/>
                  <a:gd name="T23" fmla="*/ 0 h 60"/>
                  <a:gd name="T24" fmla="*/ 2 w 16"/>
                  <a:gd name="T2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60">
                    <a:moveTo>
                      <a:pt x="2" y="0"/>
                    </a:moveTo>
                    <a:cubicBezTo>
                      <a:pt x="3" y="0"/>
                      <a:pt x="4" y="1"/>
                      <a:pt x="5" y="1"/>
                    </a:cubicBezTo>
                    <a:cubicBezTo>
                      <a:pt x="7" y="1"/>
                      <a:pt x="10" y="1"/>
                      <a:pt x="12" y="1"/>
                    </a:cubicBezTo>
                    <a:cubicBezTo>
                      <a:pt x="15" y="1"/>
                      <a:pt x="16" y="2"/>
                      <a:pt x="16" y="5"/>
                    </a:cubicBezTo>
                    <a:cubicBezTo>
                      <a:pt x="16" y="17"/>
                      <a:pt x="16" y="29"/>
                      <a:pt x="16" y="41"/>
                    </a:cubicBezTo>
                    <a:cubicBezTo>
                      <a:pt x="16" y="46"/>
                      <a:pt x="16" y="51"/>
                      <a:pt x="16" y="56"/>
                    </a:cubicBezTo>
                    <a:cubicBezTo>
                      <a:pt x="16" y="59"/>
                      <a:pt x="15" y="60"/>
                      <a:pt x="12" y="59"/>
                    </a:cubicBezTo>
                    <a:cubicBezTo>
                      <a:pt x="9" y="59"/>
                      <a:pt x="7" y="59"/>
                      <a:pt x="4" y="59"/>
                    </a:cubicBezTo>
                    <a:cubicBezTo>
                      <a:pt x="1" y="59"/>
                      <a:pt x="0" y="59"/>
                      <a:pt x="0" y="56"/>
                    </a:cubicBezTo>
                    <a:cubicBezTo>
                      <a:pt x="0" y="46"/>
                      <a:pt x="0" y="36"/>
                      <a:pt x="0" y="26"/>
                    </a:cubicBezTo>
                    <a:cubicBezTo>
                      <a:pt x="0" y="19"/>
                      <a:pt x="0" y="13"/>
                      <a:pt x="0" y="6"/>
                    </a:cubicBezTo>
                    <a:cubicBezTo>
                      <a:pt x="0" y="4"/>
                      <a:pt x="1" y="2"/>
                      <a:pt x="1" y="0"/>
                    </a:cubicBezTo>
                    <a:cubicBezTo>
                      <a:pt x="2" y="0"/>
                      <a:pt x="2" y="0"/>
                      <a:pt x="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80" name="Freeform 1206">
                <a:extLst>
                  <a:ext uri="{FF2B5EF4-FFF2-40B4-BE49-F238E27FC236}">
                    <a16:creationId xmlns="" xmlns:a16="http://schemas.microsoft.com/office/drawing/2014/main" id="{8F8213B6-20F2-4C01-B861-FFE88DAD6803}"/>
                  </a:ext>
                </a:extLst>
              </p:cNvPr>
              <p:cNvSpPr>
                <a:spLocks/>
              </p:cNvSpPr>
              <p:nvPr/>
            </p:nvSpPr>
            <p:spPr bwMode="auto">
              <a:xfrm>
                <a:off x="10943231" y="130893"/>
                <a:ext cx="9399" cy="36789"/>
              </a:xfrm>
              <a:custGeom>
                <a:avLst/>
                <a:gdLst>
                  <a:gd name="T0" fmla="*/ 15 w 15"/>
                  <a:gd name="T1" fmla="*/ 29 h 58"/>
                  <a:gd name="T2" fmla="*/ 15 w 15"/>
                  <a:gd name="T3" fmla="*/ 55 h 58"/>
                  <a:gd name="T4" fmla="*/ 12 w 15"/>
                  <a:gd name="T5" fmla="*/ 58 h 58"/>
                  <a:gd name="T6" fmla="*/ 2 w 15"/>
                  <a:gd name="T7" fmla="*/ 58 h 58"/>
                  <a:gd name="T8" fmla="*/ 0 w 15"/>
                  <a:gd name="T9" fmla="*/ 55 h 58"/>
                  <a:gd name="T10" fmla="*/ 0 w 15"/>
                  <a:gd name="T11" fmla="*/ 37 h 58"/>
                  <a:gd name="T12" fmla="*/ 0 w 15"/>
                  <a:gd name="T13" fmla="*/ 5 h 58"/>
                  <a:gd name="T14" fmla="*/ 4 w 15"/>
                  <a:gd name="T15" fmla="*/ 0 h 58"/>
                  <a:gd name="T16" fmla="*/ 12 w 15"/>
                  <a:gd name="T17" fmla="*/ 0 h 58"/>
                  <a:gd name="T18" fmla="*/ 15 w 15"/>
                  <a:gd name="T19" fmla="*/ 4 h 58"/>
                  <a:gd name="T20" fmla="*/ 15 w 15"/>
                  <a:gd name="T21" fmla="*/ 29 h 58"/>
                  <a:gd name="T22" fmla="*/ 15 w 15"/>
                  <a:gd name="T23"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58">
                    <a:moveTo>
                      <a:pt x="15" y="29"/>
                    </a:moveTo>
                    <a:cubicBezTo>
                      <a:pt x="15" y="38"/>
                      <a:pt x="15" y="46"/>
                      <a:pt x="15" y="55"/>
                    </a:cubicBezTo>
                    <a:cubicBezTo>
                      <a:pt x="15" y="58"/>
                      <a:pt x="15" y="58"/>
                      <a:pt x="12" y="58"/>
                    </a:cubicBezTo>
                    <a:cubicBezTo>
                      <a:pt x="9" y="58"/>
                      <a:pt x="5" y="58"/>
                      <a:pt x="2" y="58"/>
                    </a:cubicBezTo>
                    <a:cubicBezTo>
                      <a:pt x="0" y="58"/>
                      <a:pt x="0" y="57"/>
                      <a:pt x="0" y="55"/>
                    </a:cubicBezTo>
                    <a:cubicBezTo>
                      <a:pt x="0" y="49"/>
                      <a:pt x="0" y="43"/>
                      <a:pt x="0" y="37"/>
                    </a:cubicBezTo>
                    <a:cubicBezTo>
                      <a:pt x="0" y="26"/>
                      <a:pt x="0" y="16"/>
                      <a:pt x="0" y="5"/>
                    </a:cubicBezTo>
                    <a:cubicBezTo>
                      <a:pt x="0" y="0"/>
                      <a:pt x="0" y="0"/>
                      <a:pt x="4" y="0"/>
                    </a:cubicBezTo>
                    <a:cubicBezTo>
                      <a:pt x="7" y="0"/>
                      <a:pt x="9" y="0"/>
                      <a:pt x="12" y="0"/>
                    </a:cubicBezTo>
                    <a:cubicBezTo>
                      <a:pt x="14" y="0"/>
                      <a:pt x="15" y="1"/>
                      <a:pt x="15" y="4"/>
                    </a:cubicBezTo>
                    <a:cubicBezTo>
                      <a:pt x="15" y="12"/>
                      <a:pt x="15" y="21"/>
                      <a:pt x="15" y="29"/>
                    </a:cubicBezTo>
                    <a:cubicBezTo>
                      <a:pt x="15" y="29"/>
                      <a:pt x="15" y="29"/>
                      <a:pt x="15" y="2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337" name="Freeform 1207">
              <a:extLst>
                <a:ext uri="{FF2B5EF4-FFF2-40B4-BE49-F238E27FC236}">
                  <a16:creationId xmlns="" xmlns:a16="http://schemas.microsoft.com/office/drawing/2014/main" id="{40726621-02F0-4479-8DAE-F3783A7F531A}"/>
                </a:ext>
              </a:extLst>
            </p:cNvPr>
            <p:cNvSpPr>
              <a:spLocks noEditPoints="1"/>
            </p:cNvSpPr>
            <p:nvPr/>
          </p:nvSpPr>
          <p:spPr bwMode="auto">
            <a:xfrm>
              <a:off x="10883886" y="741533"/>
              <a:ext cx="39474" cy="51558"/>
            </a:xfrm>
            <a:custGeom>
              <a:avLst/>
              <a:gdLst>
                <a:gd name="T0" fmla="*/ 62 w 62"/>
                <a:gd name="T1" fmla="*/ 74 h 81"/>
                <a:gd name="T2" fmla="*/ 56 w 62"/>
                <a:gd name="T3" fmla="*/ 81 h 81"/>
                <a:gd name="T4" fmla="*/ 52 w 62"/>
                <a:gd name="T5" fmla="*/ 80 h 81"/>
                <a:gd name="T6" fmla="*/ 37 w 62"/>
                <a:gd name="T7" fmla="*/ 65 h 81"/>
                <a:gd name="T8" fmla="*/ 36 w 62"/>
                <a:gd name="T9" fmla="*/ 63 h 81"/>
                <a:gd name="T10" fmla="*/ 35 w 62"/>
                <a:gd name="T11" fmla="*/ 59 h 81"/>
                <a:gd name="T12" fmla="*/ 35 w 62"/>
                <a:gd name="T13" fmla="*/ 76 h 81"/>
                <a:gd name="T14" fmla="*/ 21 w 62"/>
                <a:gd name="T15" fmla="*/ 76 h 81"/>
                <a:gd name="T16" fmla="*/ 21 w 62"/>
                <a:gd name="T17" fmla="*/ 62 h 81"/>
                <a:gd name="T18" fmla="*/ 14 w 62"/>
                <a:gd name="T19" fmla="*/ 60 h 81"/>
                <a:gd name="T20" fmla="*/ 14 w 62"/>
                <a:gd name="T21" fmla="*/ 76 h 81"/>
                <a:gd name="T22" fmla="*/ 0 w 62"/>
                <a:gd name="T23" fmla="*/ 76 h 81"/>
                <a:gd name="T24" fmla="*/ 0 w 62"/>
                <a:gd name="T25" fmla="*/ 18 h 81"/>
                <a:gd name="T26" fmla="*/ 14 w 62"/>
                <a:gd name="T27" fmla="*/ 18 h 81"/>
                <a:gd name="T28" fmla="*/ 14 w 62"/>
                <a:gd name="T29" fmla="*/ 25 h 81"/>
                <a:gd name="T30" fmla="*/ 20 w 62"/>
                <a:gd name="T31" fmla="*/ 23 h 81"/>
                <a:gd name="T32" fmla="*/ 20 w 62"/>
                <a:gd name="T33" fmla="*/ 22 h 81"/>
                <a:gd name="T34" fmla="*/ 21 w 62"/>
                <a:gd name="T35" fmla="*/ 2 h 81"/>
                <a:gd name="T36" fmla="*/ 21 w 62"/>
                <a:gd name="T37" fmla="*/ 0 h 81"/>
                <a:gd name="T38" fmla="*/ 35 w 62"/>
                <a:gd name="T39" fmla="*/ 0 h 81"/>
                <a:gd name="T40" fmla="*/ 35 w 62"/>
                <a:gd name="T41" fmla="*/ 3 h 81"/>
                <a:gd name="T42" fmla="*/ 35 w 62"/>
                <a:gd name="T43" fmla="*/ 26 h 81"/>
                <a:gd name="T44" fmla="*/ 36 w 62"/>
                <a:gd name="T45" fmla="*/ 28 h 81"/>
                <a:gd name="T46" fmla="*/ 40 w 62"/>
                <a:gd name="T47" fmla="*/ 51 h 81"/>
                <a:gd name="T48" fmla="*/ 39 w 62"/>
                <a:gd name="T49" fmla="*/ 53 h 81"/>
                <a:gd name="T50" fmla="*/ 42 w 62"/>
                <a:gd name="T51" fmla="*/ 57 h 81"/>
                <a:gd name="T52" fmla="*/ 44 w 62"/>
                <a:gd name="T53" fmla="*/ 56 h 81"/>
                <a:gd name="T54" fmla="*/ 45 w 62"/>
                <a:gd name="T55" fmla="*/ 55 h 81"/>
                <a:gd name="T56" fmla="*/ 62 w 62"/>
                <a:gd name="T57" fmla="*/ 73 h 81"/>
                <a:gd name="T58" fmla="*/ 62 w 62"/>
                <a:gd name="T59" fmla="*/ 74 h 81"/>
                <a:gd name="T60" fmla="*/ 23 w 62"/>
                <a:gd name="T61" fmla="*/ 28 h 81"/>
                <a:gd name="T62" fmla="*/ 8 w 62"/>
                <a:gd name="T63" fmla="*/ 42 h 81"/>
                <a:gd name="T64" fmla="*/ 23 w 62"/>
                <a:gd name="T65" fmla="*/ 57 h 81"/>
                <a:gd name="T66" fmla="*/ 38 w 62"/>
                <a:gd name="T67" fmla="*/ 42 h 81"/>
                <a:gd name="T68" fmla="*/ 23 w 62"/>
                <a:gd name="T69" fmla="*/ 28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 h="81">
                  <a:moveTo>
                    <a:pt x="62" y="74"/>
                  </a:moveTo>
                  <a:cubicBezTo>
                    <a:pt x="61" y="77"/>
                    <a:pt x="59" y="80"/>
                    <a:pt x="56" y="81"/>
                  </a:cubicBezTo>
                  <a:cubicBezTo>
                    <a:pt x="54" y="81"/>
                    <a:pt x="53" y="81"/>
                    <a:pt x="52" y="80"/>
                  </a:cubicBezTo>
                  <a:cubicBezTo>
                    <a:pt x="47" y="75"/>
                    <a:pt x="42" y="70"/>
                    <a:pt x="37" y="65"/>
                  </a:cubicBezTo>
                  <a:cubicBezTo>
                    <a:pt x="37" y="64"/>
                    <a:pt x="36" y="63"/>
                    <a:pt x="36" y="63"/>
                  </a:cubicBezTo>
                  <a:cubicBezTo>
                    <a:pt x="38" y="61"/>
                    <a:pt x="37" y="60"/>
                    <a:pt x="35" y="59"/>
                  </a:cubicBezTo>
                  <a:cubicBezTo>
                    <a:pt x="35" y="65"/>
                    <a:pt x="35" y="70"/>
                    <a:pt x="35" y="76"/>
                  </a:cubicBezTo>
                  <a:cubicBezTo>
                    <a:pt x="30" y="76"/>
                    <a:pt x="25" y="76"/>
                    <a:pt x="21" y="76"/>
                  </a:cubicBezTo>
                  <a:cubicBezTo>
                    <a:pt x="21" y="71"/>
                    <a:pt x="21" y="66"/>
                    <a:pt x="21" y="62"/>
                  </a:cubicBezTo>
                  <a:cubicBezTo>
                    <a:pt x="18" y="61"/>
                    <a:pt x="16" y="60"/>
                    <a:pt x="14" y="60"/>
                  </a:cubicBezTo>
                  <a:cubicBezTo>
                    <a:pt x="14" y="65"/>
                    <a:pt x="14" y="70"/>
                    <a:pt x="14" y="76"/>
                  </a:cubicBezTo>
                  <a:cubicBezTo>
                    <a:pt x="9" y="76"/>
                    <a:pt x="5" y="76"/>
                    <a:pt x="0" y="76"/>
                  </a:cubicBezTo>
                  <a:cubicBezTo>
                    <a:pt x="0" y="56"/>
                    <a:pt x="0" y="37"/>
                    <a:pt x="0" y="18"/>
                  </a:cubicBezTo>
                  <a:cubicBezTo>
                    <a:pt x="5" y="18"/>
                    <a:pt x="9" y="18"/>
                    <a:pt x="14" y="18"/>
                  </a:cubicBezTo>
                  <a:cubicBezTo>
                    <a:pt x="14" y="20"/>
                    <a:pt x="14" y="23"/>
                    <a:pt x="14" y="25"/>
                  </a:cubicBezTo>
                  <a:cubicBezTo>
                    <a:pt x="16" y="24"/>
                    <a:pt x="18" y="24"/>
                    <a:pt x="20" y="23"/>
                  </a:cubicBezTo>
                  <a:cubicBezTo>
                    <a:pt x="20" y="23"/>
                    <a:pt x="20" y="22"/>
                    <a:pt x="20" y="22"/>
                  </a:cubicBezTo>
                  <a:cubicBezTo>
                    <a:pt x="21" y="15"/>
                    <a:pt x="21" y="9"/>
                    <a:pt x="21" y="2"/>
                  </a:cubicBezTo>
                  <a:cubicBezTo>
                    <a:pt x="21" y="2"/>
                    <a:pt x="21" y="1"/>
                    <a:pt x="21" y="0"/>
                  </a:cubicBezTo>
                  <a:cubicBezTo>
                    <a:pt x="25" y="0"/>
                    <a:pt x="30" y="0"/>
                    <a:pt x="35" y="0"/>
                  </a:cubicBezTo>
                  <a:cubicBezTo>
                    <a:pt x="35" y="1"/>
                    <a:pt x="35" y="2"/>
                    <a:pt x="35" y="3"/>
                  </a:cubicBezTo>
                  <a:cubicBezTo>
                    <a:pt x="35" y="10"/>
                    <a:pt x="35" y="18"/>
                    <a:pt x="35" y="26"/>
                  </a:cubicBezTo>
                  <a:cubicBezTo>
                    <a:pt x="35" y="27"/>
                    <a:pt x="35" y="28"/>
                    <a:pt x="36" y="28"/>
                  </a:cubicBezTo>
                  <a:cubicBezTo>
                    <a:pt x="42" y="34"/>
                    <a:pt x="44" y="44"/>
                    <a:pt x="40" y="51"/>
                  </a:cubicBezTo>
                  <a:cubicBezTo>
                    <a:pt x="40" y="52"/>
                    <a:pt x="39" y="53"/>
                    <a:pt x="39" y="53"/>
                  </a:cubicBezTo>
                  <a:cubicBezTo>
                    <a:pt x="40" y="54"/>
                    <a:pt x="41" y="56"/>
                    <a:pt x="42" y="57"/>
                  </a:cubicBezTo>
                  <a:cubicBezTo>
                    <a:pt x="43" y="56"/>
                    <a:pt x="43" y="56"/>
                    <a:pt x="44" y="56"/>
                  </a:cubicBezTo>
                  <a:cubicBezTo>
                    <a:pt x="44" y="55"/>
                    <a:pt x="44" y="55"/>
                    <a:pt x="45" y="55"/>
                  </a:cubicBezTo>
                  <a:cubicBezTo>
                    <a:pt x="50" y="61"/>
                    <a:pt x="56" y="67"/>
                    <a:pt x="62" y="73"/>
                  </a:cubicBezTo>
                  <a:cubicBezTo>
                    <a:pt x="62" y="73"/>
                    <a:pt x="62" y="74"/>
                    <a:pt x="62" y="74"/>
                  </a:cubicBezTo>
                  <a:close/>
                  <a:moveTo>
                    <a:pt x="23" y="28"/>
                  </a:moveTo>
                  <a:cubicBezTo>
                    <a:pt x="15" y="28"/>
                    <a:pt x="8" y="34"/>
                    <a:pt x="8" y="42"/>
                  </a:cubicBezTo>
                  <a:cubicBezTo>
                    <a:pt x="8" y="50"/>
                    <a:pt x="15" y="57"/>
                    <a:pt x="23" y="57"/>
                  </a:cubicBezTo>
                  <a:cubicBezTo>
                    <a:pt x="31" y="57"/>
                    <a:pt x="38" y="50"/>
                    <a:pt x="38" y="42"/>
                  </a:cubicBezTo>
                  <a:cubicBezTo>
                    <a:pt x="38" y="34"/>
                    <a:pt x="31" y="28"/>
                    <a:pt x="23" y="2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38" name="Freeform 1208">
              <a:extLst>
                <a:ext uri="{FF2B5EF4-FFF2-40B4-BE49-F238E27FC236}">
                  <a16:creationId xmlns="" xmlns:a16="http://schemas.microsoft.com/office/drawing/2014/main" id="{A84757F2-1D7E-4FC0-8047-9BE723D7DD35}"/>
                </a:ext>
              </a:extLst>
            </p:cNvPr>
            <p:cNvSpPr>
              <a:spLocks/>
            </p:cNvSpPr>
            <p:nvPr/>
          </p:nvSpPr>
          <p:spPr bwMode="auto">
            <a:xfrm>
              <a:off x="10870728" y="762478"/>
              <a:ext cx="9399" cy="27390"/>
            </a:xfrm>
            <a:custGeom>
              <a:avLst/>
              <a:gdLst>
                <a:gd name="T0" fmla="*/ 0 w 15"/>
                <a:gd name="T1" fmla="*/ 0 h 43"/>
                <a:gd name="T2" fmla="*/ 15 w 15"/>
                <a:gd name="T3" fmla="*/ 0 h 43"/>
                <a:gd name="T4" fmla="*/ 15 w 15"/>
                <a:gd name="T5" fmla="*/ 43 h 43"/>
                <a:gd name="T6" fmla="*/ 0 w 15"/>
                <a:gd name="T7" fmla="*/ 43 h 43"/>
                <a:gd name="T8" fmla="*/ 0 w 15"/>
                <a:gd name="T9" fmla="*/ 0 h 43"/>
              </a:gdLst>
              <a:ahLst/>
              <a:cxnLst>
                <a:cxn ang="0">
                  <a:pos x="T0" y="T1"/>
                </a:cxn>
                <a:cxn ang="0">
                  <a:pos x="T2" y="T3"/>
                </a:cxn>
                <a:cxn ang="0">
                  <a:pos x="T4" y="T5"/>
                </a:cxn>
                <a:cxn ang="0">
                  <a:pos x="T6" y="T7"/>
                </a:cxn>
                <a:cxn ang="0">
                  <a:pos x="T8" y="T9"/>
                </a:cxn>
              </a:cxnLst>
              <a:rect l="0" t="0" r="r" b="b"/>
              <a:pathLst>
                <a:path w="15" h="43">
                  <a:moveTo>
                    <a:pt x="0" y="0"/>
                  </a:moveTo>
                  <a:cubicBezTo>
                    <a:pt x="5" y="0"/>
                    <a:pt x="10" y="0"/>
                    <a:pt x="15" y="0"/>
                  </a:cubicBezTo>
                  <a:cubicBezTo>
                    <a:pt x="15" y="14"/>
                    <a:pt x="15" y="28"/>
                    <a:pt x="15" y="43"/>
                  </a:cubicBezTo>
                  <a:cubicBezTo>
                    <a:pt x="10" y="43"/>
                    <a:pt x="5" y="43"/>
                    <a:pt x="0" y="43"/>
                  </a:cubicBezTo>
                  <a:cubicBezTo>
                    <a:pt x="0" y="28"/>
                    <a:pt x="0" y="14"/>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339" name="Group 338">
              <a:extLst>
                <a:ext uri="{FF2B5EF4-FFF2-40B4-BE49-F238E27FC236}">
                  <a16:creationId xmlns="" xmlns:a16="http://schemas.microsoft.com/office/drawing/2014/main" id="{80A950DB-276F-41DA-AD56-2C6541420284}"/>
                </a:ext>
              </a:extLst>
            </p:cNvPr>
            <p:cNvGrpSpPr/>
            <p:nvPr userDrawn="1"/>
          </p:nvGrpSpPr>
          <p:grpSpPr>
            <a:xfrm>
              <a:off x="10865626" y="93299"/>
              <a:ext cx="52095" cy="50752"/>
              <a:chOff x="10865626" y="93299"/>
              <a:chExt cx="52095" cy="50752"/>
            </a:xfrm>
          </p:grpSpPr>
          <p:sp>
            <p:nvSpPr>
              <p:cNvPr id="575" name="Freeform 1209">
                <a:extLst>
                  <a:ext uri="{FF2B5EF4-FFF2-40B4-BE49-F238E27FC236}">
                    <a16:creationId xmlns="" xmlns:a16="http://schemas.microsoft.com/office/drawing/2014/main" id="{E43BA896-79B1-4881-9167-E0ACCA233BDA}"/>
                  </a:ext>
                </a:extLst>
              </p:cNvPr>
              <p:cNvSpPr>
                <a:spLocks noEditPoints="1"/>
              </p:cNvSpPr>
              <p:nvPr/>
            </p:nvSpPr>
            <p:spPr bwMode="auto">
              <a:xfrm>
                <a:off x="10878247" y="93299"/>
                <a:ext cx="39474" cy="50752"/>
              </a:xfrm>
              <a:custGeom>
                <a:avLst/>
                <a:gdLst>
                  <a:gd name="T0" fmla="*/ 62 w 62"/>
                  <a:gd name="T1" fmla="*/ 74 h 80"/>
                  <a:gd name="T2" fmla="*/ 57 w 62"/>
                  <a:gd name="T3" fmla="*/ 80 h 80"/>
                  <a:gd name="T4" fmla="*/ 52 w 62"/>
                  <a:gd name="T5" fmla="*/ 79 h 80"/>
                  <a:gd name="T6" fmla="*/ 38 w 62"/>
                  <a:gd name="T7" fmla="*/ 64 h 80"/>
                  <a:gd name="T8" fmla="*/ 37 w 62"/>
                  <a:gd name="T9" fmla="*/ 62 h 80"/>
                  <a:gd name="T10" fmla="*/ 36 w 62"/>
                  <a:gd name="T11" fmla="*/ 58 h 80"/>
                  <a:gd name="T12" fmla="*/ 36 w 62"/>
                  <a:gd name="T13" fmla="*/ 75 h 80"/>
                  <a:gd name="T14" fmla="*/ 21 w 62"/>
                  <a:gd name="T15" fmla="*/ 75 h 80"/>
                  <a:gd name="T16" fmla="*/ 21 w 62"/>
                  <a:gd name="T17" fmla="*/ 61 h 80"/>
                  <a:gd name="T18" fmla="*/ 15 w 62"/>
                  <a:gd name="T19" fmla="*/ 59 h 80"/>
                  <a:gd name="T20" fmla="*/ 15 w 62"/>
                  <a:gd name="T21" fmla="*/ 75 h 80"/>
                  <a:gd name="T22" fmla="*/ 0 w 62"/>
                  <a:gd name="T23" fmla="*/ 75 h 80"/>
                  <a:gd name="T24" fmla="*/ 0 w 62"/>
                  <a:gd name="T25" fmla="*/ 18 h 80"/>
                  <a:gd name="T26" fmla="*/ 15 w 62"/>
                  <a:gd name="T27" fmla="*/ 18 h 80"/>
                  <a:gd name="T28" fmla="*/ 15 w 62"/>
                  <a:gd name="T29" fmla="*/ 24 h 80"/>
                  <a:gd name="T30" fmla="*/ 20 w 62"/>
                  <a:gd name="T31" fmla="*/ 23 h 80"/>
                  <a:gd name="T32" fmla="*/ 21 w 62"/>
                  <a:gd name="T33" fmla="*/ 21 h 80"/>
                  <a:gd name="T34" fmla="*/ 21 w 62"/>
                  <a:gd name="T35" fmla="*/ 2 h 80"/>
                  <a:gd name="T36" fmla="*/ 21 w 62"/>
                  <a:gd name="T37" fmla="*/ 0 h 80"/>
                  <a:gd name="T38" fmla="*/ 35 w 62"/>
                  <a:gd name="T39" fmla="*/ 0 h 80"/>
                  <a:gd name="T40" fmla="*/ 35 w 62"/>
                  <a:gd name="T41" fmla="*/ 2 h 80"/>
                  <a:gd name="T42" fmla="*/ 35 w 62"/>
                  <a:gd name="T43" fmla="*/ 25 h 80"/>
                  <a:gd name="T44" fmla="*/ 37 w 62"/>
                  <a:gd name="T45" fmla="*/ 28 h 80"/>
                  <a:gd name="T46" fmla="*/ 40 w 62"/>
                  <a:gd name="T47" fmla="*/ 51 h 80"/>
                  <a:gd name="T48" fmla="*/ 39 w 62"/>
                  <a:gd name="T49" fmla="*/ 53 h 80"/>
                  <a:gd name="T50" fmla="*/ 42 w 62"/>
                  <a:gd name="T51" fmla="*/ 56 h 80"/>
                  <a:gd name="T52" fmla="*/ 45 w 62"/>
                  <a:gd name="T53" fmla="*/ 55 h 80"/>
                  <a:gd name="T54" fmla="*/ 45 w 62"/>
                  <a:gd name="T55" fmla="*/ 55 h 80"/>
                  <a:gd name="T56" fmla="*/ 62 w 62"/>
                  <a:gd name="T57" fmla="*/ 72 h 80"/>
                  <a:gd name="T58" fmla="*/ 62 w 62"/>
                  <a:gd name="T59" fmla="*/ 74 h 80"/>
                  <a:gd name="T60" fmla="*/ 23 w 62"/>
                  <a:gd name="T61" fmla="*/ 27 h 80"/>
                  <a:gd name="T62" fmla="*/ 9 w 62"/>
                  <a:gd name="T63" fmla="*/ 42 h 80"/>
                  <a:gd name="T64" fmla="*/ 24 w 62"/>
                  <a:gd name="T65" fmla="*/ 57 h 80"/>
                  <a:gd name="T66" fmla="*/ 38 w 62"/>
                  <a:gd name="T67" fmla="*/ 42 h 80"/>
                  <a:gd name="T68" fmla="*/ 23 w 62"/>
                  <a:gd name="T69" fmla="*/ 2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 h="80">
                    <a:moveTo>
                      <a:pt x="62" y="74"/>
                    </a:moveTo>
                    <a:cubicBezTo>
                      <a:pt x="61" y="76"/>
                      <a:pt x="60" y="79"/>
                      <a:pt x="57" y="80"/>
                    </a:cubicBezTo>
                    <a:cubicBezTo>
                      <a:pt x="55" y="80"/>
                      <a:pt x="54" y="80"/>
                      <a:pt x="52" y="79"/>
                    </a:cubicBezTo>
                    <a:cubicBezTo>
                      <a:pt x="48" y="74"/>
                      <a:pt x="43" y="69"/>
                      <a:pt x="38" y="64"/>
                    </a:cubicBezTo>
                    <a:cubicBezTo>
                      <a:pt x="37" y="64"/>
                      <a:pt x="37" y="63"/>
                      <a:pt x="37" y="62"/>
                    </a:cubicBezTo>
                    <a:cubicBezTo>
                      <a:pt x="38" y="60"/>
                      <a:pt x="37" y="60"/>
                      <a:pt x="36" y="58"/>
                    </a:cubicBezTo>
                    <a:cubicBezTo>
                      <a:pt x="36" y="64"/>
                      <a:pt x="36" y="69"/>
                      <a:pt x="36" y="75"/>
                    </a:cubicBezTo>
                    <a:cubicBezTo>
                      <a:pt x="31" y="75"/>
                      <a:pt x="26" y="75"/>
                      <a:pt x="21" y="75"/>
                    </a:cubicBezTo>
                    <a:cubicBezTo>
                      <a:pt x="21" y="70"/>
                      <a:pt x="21" y="66"/>
                      <a:pt x="21" y="61"/>
                    </a:cubicBezTo>
                    <a:cubicBezTo>
                      <a:pt x="19" y="60"/>
                      <a:pt x="17" y="60"/>
                      <a:pt x="15" y="59"/>
                    </a:cubicBezTo>
                    <a:cubicBezTo>
                      <a:pt x="15" y="64"/>
                      <a:pt x="15" y="70"/>
                      <a:pt x="15" y="75"/>
                    </a:cubicBezTo>
                    <a:cubicBezTo>
                      <a:pt x="10" y="75"/>
                      <a:pt x="5" y="75"/>
                      <a:pt x="0" y="75"/>
                    </a:cubicBezTo>
                    <a:cubicBezTo>
                      <a:pt x="0" y="56"/>
                      <a:pt x="0" y="37"/>
                      <a:pt x="0" y="18"/>
                    </a:cubicBezTo>
                    <a:cubicBezTo>
                      <a:pt x="5" y="18"/>
                      <a:pt x="10" y="18"/>
                      <a:pt x="15" y="18"/>
                    </a:cubicBezTo>
                    <a:cubicBezTo>
                      <a:pt x="15" y="20"/>
                      <a:pt x="15" y="22"/>
                      <a:pt x="15" y="24"/>
                    </a:cubicBezTo>
                    <a:cubicBezTo>
                      <a:pt x="17" y="24"/>
                      <a:pt x="19" y="23"/>
                      <a:pt x="20" y="23"/>
                    </a:cubicBezTo>
                    <a:cubicBezTo>
                      <a:pt x="21" y="23"/>
                      <a:pt x="21" y="22"/>
                      <a:pt x="21" y="21"/>
                    </a:cubicBezTo>
                    <a:cubicBezTo>
                      <a:pt x="21" y="15"/>
                      <a:pt x="21" y="8"/>
                      <a:pt x="21" y="2"/>
                    </a:cubicBezTo>
                    <a:cubicBezTo>
                      <a:pt x="21" y="1"/>
                      <a:pt x="21" y="1"/>
                      <a:pt x="21" y="0"/>
                    </a:cubicBezTo>
                    <a:cubicBezTo>
                      <a:pt x="26" y="0"/>
                      <a:pt x="31" y="0"/>
                      <a:pt x="35" y="0"/>
                    </a:cubicBezTo>
                    <a:cubicBezTo>
                      <a:pt x="35" y="1"/>
                      <a:pt x="35" y="1"/>
                      <a:pt x="35" y="2"/>
                    </a:cubicBezTo>
                    <a:cubicBezTo>
                      <a:pt x="35" y="10"/>
                      <a:pt x="36" y="17"/>
                      <a:pt x="35" y="25"/>
                    </a:cubicBezTo>
                    <a:cubicBezTo>
                      <a:pt x="35" y="26"/>
                      <a:pt x="36" y="27"/>
                      <a:pt x="37" y="28"/>
                    </a:cubicBezTo>
                    <a:cubicBezTo>
                      <a:pt x="43" y="33"/>
                      <a:pt x="44" y="43"/>
                      <a:pt x="40" y="51"/>
                    </a:cubicBezTo>
                    <a:cubicBezTo>
                      <a:pt x="40" y="51"/>
                      <a:pt x="40" y="52"/>
                      <a:pt x="39" y="53"/>
                    </a:cubicBezTo>
                    <a:cubicBezTo>
                      <a:pt x="40" y="54"/>
                      <a:pt x="41" y="55"/>
                      <a:pt x="42" y="56"/>
                    </a:cubicBezTo>
                    <a:cubicBezTo>
                      <a:pt x="43" y="56"/>
                      <a:pt x="44" y="55"/>
                      <a:pt x="45" y="55"/>
                    </a:cubicBezTo>
                    <a:cubicBezTo>
                      <a:pt x="45" y="55"/>
                      <a:pt x="45" y="55"/>
                      <a:pt x="45" y="55"/>
                    </a:cubicBezTo>
                    <a:cubicBezTo>
                      <a:pt x="51" y="60"/>
                      <a:pt x="56" y="66"/>
                      <a:pt x="62" y="72"/>
                    </a:cubicBezTo>
                    <a:cubicBezTo>
                      <a:pt x="62" y="73"/>
                      <a:pt x="62" y="73"/>
                      <a:pt x="62" y="74"/>
                    </a:cubicBezTo>
                    <a:close/>
                    <a:moveTo>
                      <a:pt x="23" y="27"/>
                    </a:moveTo>
                    <a:cubicBezTo>
                      <a:pt x="15" y="27"/>
                      <a:pt x="9" y="34"/>
                      <a:pt x="9" y="42"/>
                    </a:cubicBezTo>
                    <a:cubicBezTo>
                      <a:pt x="9" y="50"/>
                      <a:pt x="15" y="57"/>
                      <a:pt x="24" y="57"/>
                    </a:cubicBezTo>
                    <a:cubicBezTo>
                      <a:pt x="32" y="56"/>
                      <a:pt x="38" y="50"/>
                      <a:pt x="38" y="42"/>
                    </a:cubicBezTo>
                    <a:cubicBezTo>
                      <a:pt x="38" y="33"/>
                      <a:pt x="32" y="27"/>
                      <a:pt x="23"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6" name="Freeform 1210">
                <a:extLst>
                  <a:ext uri="{FF2B5EF4-FFF2-40B4-BE49-F238E27FC236}">
                    <a16:creationId xmlns="" xmlns:a16="http://schemas.microsoft.com/office/drawing/2014/main" id="{9C93B82F-3EC6-43A9-9200-D75CBEADC5E7}"/>
                  </a:ext>
                </a:extLst>
              </p:cNvPr>
              <p:cNvSpPr>
                <a:spLocks/>
              </p:cNvSpPr>
              <p:nvPr/>
            </p:nvSpPr>
            <p:spPr bwMode="auto">
              <a:xfrm>
                <a:off x="10865626" y="113707"/>
                <a:ext cx="8862" cy="27122"/>
              </a:xfrm>
              <a:custGeom>
                <a:avLst/>
                <a:gdLst>
                  <a:gd name="T0" fmla="*/ 0 w 14"/>
                  <a:gd name="T1" fmla="*/ 0 h 43"/>
                  <a:gd name="T2" fmla="*/ 14 w 14"/>
                  <a:gd name="T3" fmla="*/ 0 h 43"/>
                  <a:gd name="T4" fmla="*/ 14 w 14"/>
                  <a:gd name="T5" fmla="*/ 43 h 43"/>
                  <a:gd name="T6" fmla="*/ 0 w 14"/>
                  <a:gd name="T7" fmla="*/ 43 h 43"/>
                  <a:gd name="T8" fmla="*/ 0 w 14"/>
                  <a:gd name="T9" fmla="*/ 0 h 43"/>
                </a:gdLst>
                <a:ahLst/>
                <a:cxnLst>
                  <a:cxn ang="0">
                    <a:pos x="T0" y="T1"/>
                  </a:cxn>
                  <a:cxn ang="0">
                    <a:pos x="T2" y="T3"/>
                  </a:cxn>
                  <a:cxn ang="0">
                    <a:pos x="T4" y="T5"/>
                  </a:cxn>
                  <a:cxn ang="0">
                    <a:pos x="T6" y="T7"/>
                  </a:cxn>
                  <a:cxn ang="0">
                    <a:pos x="T8" y="T9"/>
                  </a:cxn>
                </a:cxnLst>
                <a:rect l="0" t="0" r="r" b="b"/>
                <a:pathLst>
                  <a:path w="14" h="43">
                    <a:moveTo>
                      <a:pt x="0" y="0"/>
                    </a:moveTo>
                    <a:cubicBezTo>
                      <a:pt x="4" y="0"/>
                      <a:pt x="9" y="0"/>
                      <a:pt x="14" y="0"/>
                    </a:cubicBezTo>
                    <a:cubicBezTo>
                      <a:pt x="14" y="15"/>
                      <a:pt x="14" y="29"/>
                      <a:pt x="14" y="43"/>
                    </a:cubicBezTo>
                    <a:cubicBezTo>
                      <a:pt x="9" y="43"/>
                      <a:pt x="4" y="43"/>
                      <a:pt x="0" y="43"/>
                    </a:cubicBezTo>
                    <a:cubicBezTo>
                      <a:pt x="0" y="29"/>
                      <a:pt x="0" y="15"/>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340" name="Freeform 1211">
              <a:extLst>
                <a:ext uri="{FF2B5EF4-FFF2-40B4-BE49-F238E27FC236}">
                  <a16:creationId xmlns="" xmlns:a16="http://schemas.microsoft.com/office/drawing/2014/main" id="{91FAE0B0-03F6-4E6E-8F5C-AE1BD04ACA8A}"/>
                </a:ext>
              </a:extLst>
            </p:cNvPr>
            <p:cNvSpPr>
              <a:spLocks noEditPoints="1"/>
            </p:cNvSpPr>
            <p:nvPr/>
          </p:nvSpPr>
          <p:spPr bwMode="auto">
            <a:xfrm>
              <a:off x="11304137" y="791748"/>
              <a:ext cx="47261" cy="62299"/>
            </a:xfrm>
            <a:custGeom>
              <a:avLst/>
              <a:gdLst>
                <a:gd name="T0" fmla="*/ 74 w 74"/>
                <a:gd name="T1" fmla="*/ 89 h 98"/>
                <a:gd name="T2" fmla="*/ 68 w 74"/>
                <a:gd name="T3" fmla="*/ 97 h 98"/>
                <a:gd name="T4" fmla="*/ 63 w 74"/>
                <a:gd name="T5" fmla="*/ 96 h 98"/>
                <a:gd name="T6" fmla="*/ 45 w 74"/>
                <a:gd name="T7" fmla="*/ 78 h 98"/>
                <a:gd name="T8" fmla="*/ 44 w 74"/>
                <a:gd name="T9" fmla="*/ 76 h 98"/>
                <a:gd name="T10" fmla="*/ 42 w 74"/>
                <a:gd name="T11" fmla="*/ 71 h 98"/>
                <a:gd name="T12" fmla="*/ 42 w 74"/>
                <a:gd name="T13" fmla="*/ 91 h 98"/>
                <a:gd name="T14" fmla="*/ 25 w 74"/>
                <a:gd name="T15" fmla="*/ 91 h 98"/>
                <a:gd name="T16" fmla="*/ 25 w 74"/>
                <a:gd name="T17" fmla="*/ 74 h 98"/>
                <a:gd name="T18" fmla="*/ 17 w 74"/>
                <a:gd name="T19" fmla="*/ 72 h 98"/>
                <a:gd name="T20" fmla="*/ 17 w 74"/>
                <a:gd name="T21" fmla="*/ 91 h 98"/>
                <a:gd name="T22" fmla="*/ 0 w 74"/>
                <a:gd name="T23" fmla="*/ 91 h 98"/>
                <a:gd name="T24" fmla="*/ 0 w 74"/>
                <a:gd name="T25" fmla="*/ 21 h 98"/>
                <a:gd name="T26" fmla="*/ 17 w 74"/>
                <a:gd name="T27" fmla="*/ 21 h 98"/>
                <a:gd name="T28" fmla="*/ 17 w 74"/>
                <a:gd name="T29" fmla="*/ 30 h 98"/>
                <a:gd name="T30" fmla="*/ 24 w 74"/>
                <a:gd name="T31" fmla="*/ 28 h 98"/>
                <a:gd name="T32" fmla="*/ 25 w 74"/>
                <a:gd name="T33" fmla="*/ 26 h 98"/>
                <a:gd name="T34" fmla="*/ 25 w 74"/>
                <a:gd name="T35" fmla="*/ 2 h 98"/>
                <a:gd name="T36" fmla="*/ 25 w 74"/>
                <a:gd name="T37" fmla="*/ 0 h 98"/>
                <a:gd name="T38" fmla="*/ 42 w 74"/>
                <a:gd name="T39" fmla="*/ 0 h 98"/>
                <a:gd name="T40" fmla="*/ 42 w 74"/>
                <a:gd name="T41" fmla="*/ 2 h 98"/>
                <a:gd name="T42" fmla="*/ 42 w 74"/>
                <a:gd name="T43" fmla="*/ 31 h 98"/>
                <a:gd name="T44" fmla="*/ 44 w 74"/>
                <a:gd name="T45" fmla="*/ 34 h 98"/>
                <a:gd name="T46" fmla="*/ 48 w 74"/>
                <a:gd name="T47" fmla="*/ 61 h 98"/>
                <a:gd name="T48" fmla="*/ 47 w 74"/>
                <a:gd name="T49" fmla="*/ 64 h 98"/>
                <a:gd name="T50" fmla="*/ 50 w 74"/>
                <a:gd name="T51" fmla="*/ 68 h 98"/>
                <a:gd name="T52" fmla="*/ 53 w 74"/>
                <a:gd name="T53" fmla="*/ 67 h 98"/>
                <a:gd name="T54" fmla="*/ 54 w 74"/>
                <a:gd name="T55" fmla="*/ 66 h 98"/>
                <a:gd name="T56" fmla="*/ 74 w 74"/>
                <a:gd name="T57" fmla="*/ 87 h 98"/>
                <a:gd name="T58" fmla="*/ 74 w 74"/>
                <a:gd name="T59" fmla="*/ 89 h 98"/>
                <a:gd name="T60" fmla="*/ 28 w 74"/>
                <a:gd name="T61" fmla="*/ 33 h 98"/>
                <a:gd name="T62" fmla="*/ 10 w 74"/>
                <a:gd name="T63" fmla="*/ 51 h 98"/>
                <a:gd name="T64" fmla="*/ 28 w 74"/>
                <a:gd name="T65" fmla="*/ 69 h 98"/>
                <a:gd name="T66" fmla="*/ 45 w 74"/>
                <a:gd name="T67" fmla="*/ 51 h 98"/>
                <a:gd name="T68" fmla="*/ 28 w 74"/>
                <a:gd name="T69" fmla="*/ 3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 h="98">
                  <a:moveTo>
                    <a:pt x="74" y="89"/>
                  </a:moveTo>
                  <a:cubicBezTo>
                    <a:pt x="73" y="93"/>
                    <a:pt x="72" y="96"/>
                    <a:pt x="68" y="97"/>
                  </a:cubicBezTo>
                  <a:cubicBezTo>
                    <a:pt x="66" y="98"/>
                    <a:pt x="64" y="97"/>
                    <a:pt x="63" y="96"/>
                  </a:cubicBezTo>
                  <a:cubicBezTo>
                    <a:pt x="57" y="90"/>
                    <a:pt x="51" y="84"/>
                    <a:pt x="45" y="78"/>
                  </a:cubicBezTo>
                  <a:cubicBezTo>
                    <a:pt x="44" y="77"/>
                    <a:pt x="44" y="76"/>
                    <a:pt x="44" y="76"/>
                  </a:cubicBezTo>
                  <a:cubicBezTo>
                    <a:pt x="46" y="73"/>
                    <a:pt x="44" y="72"/>
                    <a:pt x="42" y="71"/>
                  </a:cubicBezTo>
                  <a:cubicBezTo>
                    <a:pt x="42" y="78"/>
                    <a:pt x="42" y="84"/>
                    <a:pt x="42" y="91"/>
                  </a:cubicBezTo>
                  <a:cubicBezTo>
                    <a:pt x="36" y="91"/>
                    <a:pt x="31" y="91"/>
                    <a:pt x="25" y="91"/>
                  </a:cubicBezTo>
                  <a:cubicBezTo>
                    <a:pt x="25" y="85"/>
                    <a:pt x="25" y="80"/>
                    <a:pt x="25" y="74"/>
                  </a:cubicBezTo>
                  <a:cubicBezTo>
                    <a:pt x="22" y="73"/>
                    <a:pt x="20" y="72"/>
                    <a:pt x="17" y="72"/>
                  </a:cubicBezTo>
                  <a:cubicBezTo>
                    <a:pt x="17" y="78"/>
                    <a:pt x="17" y="84"/>
                    <a:pt x="17" y="91"/>
                  </a:cubicBezTo>
                  <a:cubicBezTo>
                    <a:pt x="11" y="91"/>
                    <a:pt x="5" y="91"/>
                    <a:pt x="0" y="91"/>
                  </a:cubicBezTo>
                  <a:cubicBezTo>
                    <a:pt x="0" y="68"/>
                    <a:pt x="0" y="45"/>
                    <a:pt x="0" y="21"/>
                  </a:cubicBezTo>
                  <a:cubicBezTo>
                    <a:pt x="5" y="21"/>
                    <a:pt x="11" y="21"/>
                    <a:pt x="17" y="21"/>
                  </a:cubicBezTo>
                  <a:cubicBezTo>
                    <a:pt x="17" y="24"/>
                    <a:pt x="17" y="27"/>
                    <a:pt x="17" y="30"/>
                  </a:cubicBezTo>
                  <a:cubicBezTo>
                    <a:pt x="19" y="29"/>
                    <a:pt x="22" y="29"/>
                    <a:pt x="24" y="28"/>
                  </a:cubicBezTo>
                  <a:cubicBezTo>
                    <a:pt x="24" y="28"/>
                    <a:pt x="25" y="26"/>
                    <a:pt x="25" y="26"/>
                  </a:cubicBezTo>
                  <a:cubicBezTo>
                    <a:pt x="25" y="18"/>
                    <a:pt x="25" y="10"/>
                    <a:pt x="25" y="2"/>
                  </a:cubicBezTo>
                  <a:cubicBezTo>
                    <a:pt x="25" y="2"/>
                    <a:pt x="25" y="1"/>
                    <a:pt x="25" y="0"/>
                  </a:cubicBezTo>
                  <a:cubicBezTo>
                    <a:pt x="30" y="0"/>
                    <a:pt x="36" y="0"/>
                    <a:pt x="42" y="0"/>
                  </a:cubicBezTo>
                  <a:cubicBezTo>
                    <a:pt x="42" y="1"/>
                    <a:pt x="42" y="2"/>
                    <a:pt x="42" y="2"/>
                  </a:cubicBezTo>
                  <a:cubicBezTo>
                    <a:pt x="42" y="12"/>
                    <a:pt x="42" y="21"/>
                    <a:pt x="42" y="31"/>
                  </a:cubicBezTo>
                  <a:cubicBezTo>
                    <a:pt x="42" y="32"/>
                    <a:pt x="42" y="33"/>
                    <a:pt x="44" y="34"/>
                  </a:cubicBezTo>
                  <a:cubicBezTo>
                    <a:pt x="51" y="40"/>
                    <a:pt x="53" y="52"/>
                    <a:pt x="48" y="61"/>
                  </a:cubicBezTo>
                  <a:cubicBezTo>
                    <a:pt x="48" y="62"/>
                    <a:pt x="47" y="63"/>
                    <a:pt x="47" y="64"/>
                  </a:cubicBezTo>
                  <a:cubicBezTo>
                    <a:pt x="48" y="65"/>
                    <a:pt x="49" y="67"/>
                    <a:pt x="50" y="68"/>
                  </a:cubicBezTo>
                  <a:cubicBezTo>
                    <a:pt x="52" y="68"/>
                    <a:pt x="52" y="67"/>
                    <a:pt x="53" y="67"/>
                  </a:cubicBezTo>
                  <a:cubicBezTo>
                    <a:pt x="53" y="67"/>
                    <a:pt x="53" y="66"/>
                    <a:pt x="54" y="66"/>
                  </a:cubicBezTo>
                  <a:cubicBezTo>
                    <a:pt x="61" y="73"/>
                    <a:pt x="67" y="80"/>
                    <a:pt x="74" y="87"/>
                  </a:cubicBezTo>
                  <a:cubicBezTo>
                    <a:pt x="74" y="88"/>
                    <a:pt x="74" y="89"/>
                    <a:pt x="74" y="89"/>
                  </a:cubicBezTo>
                  <a:close/>
                  <a:moveTo>
                    <a:pt x="28" y="33"/>
                  </a:moveTo>
                  <a:cubicBezTo>
                    <a:pt x="18" y="33"/>
                    <a:pt x="10" y="41"/>
                    <a:pt x="10" y="51"/>
                  </a:cubicBezTo>
                  <a:cubicBezTo>
                    <a:pt x="9" y="61"/>
                    <a:pt x="18" y="69"/>
                    <a:pt x="28" y="69"/>
                  </a:cubicBezTo>
                  <a:cubicBezTo>
                    <a:pt x="37" y="69"/>
                    <a:pt x="46" y="60"/>
                    <a:pt x="45" y="51"/>
                  </a:cubicBezTo>
                  <a:cubicBezTo>
                    <a:pt x="45" y="41"/>
                    <a:pt x="37" y="33"/>
                    <a:pt x="28"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1" name="Freeform 1212">
              <a:extLst>
                <a:ext uri="{FF2B5EF4-FFF2-40B4-BE49-F238E27FC236}">
                  <a16:creationId xmlns="" xmlns:a16="http://schemas.microsoft.com/office/drawing/2014/main" id="{DA2A5432-6B7A-4C71-AA8A-8024DD59CAB1}"/>
                </a:ext>
              </a:extLst>
            </p:cNvPr>
            <p:cNvSpPr>
              <a:spLocks/>
            </p:cNvSpPr>
            <p:nvPr/>
          </p:nvSpPr>
          <p:spPr bwMode="auto">
            <a:xfrm>
              <a:off x="11287756" y="817258"/>
              <a:ext cx="11278" cy="32492"/>
            </a:xfrm>
            <a:custGeom>
              <a:avLst/>
              <a:gdLst>
                <a:gd name="T0" fmla="*/ 0 w 18"/>
                <a:gd name="T1" fmla="*/ 0 h 51"/>
                <a:gd name="T2" fmla="*/ 18 w 18"/>
                <a:gd name="T3" fmla="*/ 0 h 51"/>
                <a:gd name="T4" fmla="*/ 18 w 18"/>
                <a:gd name="T5" fmla="*/ 51 h 51"/>
                <a:gd name="T6" fmla="*/ 0 w 18"/>
                <a:gd name="T7" fmla="*/ 51 h 51"/>
                <a:gd name="T8" fmla="*/ 0 w 18"/>
                <a:gd name="T9" fmla="*/ 0 h 51"/>
              </a:gdLst>
              <a:ahLst/>
              <a:cxnLst>
                <a:cxn ang="0">
                  <a:pos x="T0" y="T1"/>
                </a:cxn>
                <a:cxn ang="0">
                  <a:pos x="T2" y="T3"/>
                </a:cxn>
                <a:cxn ang="0">
                  <a:pos x="T4" y="T5"/>
                </a:cxn>
                <a:cxn ang="0">
                  <a:pos x="T6" y="T7"/>
                </a:cxn>
                <a:cxn ang="0">
                  <a:pos x="T8" y="T9"/>
                </a:cxn>
              </a:cxnLst>
              <a:rect l="0" t="0" r="r" b="b"/>
              <a:pathLst>
                <a:path w="18" h="51">
                  <a:moveTo>
                    <a:pt x="0" y="0"/>
                  </a:moveTo>
                  <a:cubicBezTo>
                    <a:pt x="6" y="0"/>
                    <a:pt x="12" y="0"/>
                    <a:pt x="18" y="0"/>
                  </a:cubicBezTo>
                  <a:cubicBezTo>
                    <a:pt x="18" y="17"/>
                    <a:pt x="18" y="34"/>
                    <a:pt x="18" y="51"/>
                  </a:cubicBezTo>
                  <a:cubicBezTo>
                    <a:pt x="12" y="51"/>
                    <a:pt x="6" y="51"/>
                    <a:pt x="0" y="51"/>
                  </a:cubicBezTo>
                  <a:cubicBezTo>
                    <a:pt x="0" y="34"/>
                    <a:pt x="0" y="17"/>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2" name="Freeform 1213">
              <a:extLst>
                <a:ext uri="{FF2B5EF4-FFF2-40B4-BE49-F238E27FC236}">
                  <a16:creationId xmlns="" xmlns:a16="http://schemas.microsoft.com/office/drawing/2014/main" id="{3F0C3AAC-6151-4C3C-9E91-6FF33713A567}"/>
                </a:ext>
              </a:extLst>
            </p:cNvPr>
            <p:cNvSpPr>
              <a:spLocks noEditPoints="1"/>
            </p:cNvSpPr>
            <p:nvPr/>
          </p:nvSpPr>
          <p:spPr bwMode="auto">
            <a:xfrm>
              <a:off x="11419873" y="657751"/>
              <a:ext cx="24973" cy="32224"/>
            </a:xfrm>
            <a:custGeom>
              <a:avLst/>
              <a:gdLst>
                <a:gd name="T0" fmla="*/ 39 w 39"/>
                <a:gd name="T1" fmla="*/ 46 h 51"/>
                <a:gd name="T2" fmla="*/ 35 w 39"/>
                <a:gd name="T3" fmla="*/ 50 h 51"/>
                <a:gd name="T4" fmla="*/ 32 w 39"/>
                <a:gd name="T5" fmla="*/ 50 h 51"/>
                <a:gd name="T6" fmla="*/ 23 w 39"/>
                <a:gd name="T7" fmla="*/ 40 h 51"/>
                <a:gd name="T8" fmla="*/ 23 w 39"/>
                <a:gd name="T9" fmla="*/ 39 h 51"/>
                <a:gd name="T10" fmla="*/ 22 w 39"/>
                <a:gd name="T11" fmla="*/ 37 h 51"/>
                <a:gd name="T12" fmla="*/ 22 w 39"/>
                <a:gd name="T13" fmla="*/ 47 h 51"/>
                <a:gd name="T14" fmla="*/ 13 w 39"/>
                <a:gd name="T15" fmla="*/ 47 h 51"/>
                <a:gd name="T16" fmla="*/ 13 w 39"/>
                <a:gd name="T17" fmla="*/ 38 h 51"/>
                <a:gd name="T18" fmla="*/ 9 w 39"/>
                <a:gd name="T19" fmla="*/ 37 h 51"/>
                <a:gd name="T20" fmla="*/ 9 w 39"/>
                <a:gd name="T21" fmla="*/ 47 h 51"/>
                <a:gd name="T22" fmla="*/ 0 w 39"/>
                <a:gd name="T23" fmla="*/ 47 h 51"/>
                <a:gd name="T24" fmla="*/ 0 w 39"/>
                <a:gd name="T25" fmla="*/ 11 h 51"/>
                <a:gd name="T26" fmla="*/ 9 w 39"/>
                <a:gd name="T27" fmla="*/ 11 h 51"/>
                <a:gd name="T28" fmla="*/ 9 w 39"/>
                <a:gd name="T29" fmla="*/ 15 h 51"/>
                <a:gd name="T30" fmla="*/ 12 w 39"/>
                <a:gd name="T31" fmla="*/ 14 h 51"/>
                <a:gd name="T32" fmla="*/ 13 w 39"/>
                <a:gd name="T33" fmla="*/ 13 h 51"/>
                <a:gd name="T34" fmla="*/ 13 w 39"/>
                <a:gd name="T35" fmla="*/ 1 h 51"/>
                <a:gd name="T36" fmla="*/ 13 w 39"/>
                <a:gd name="T37" fmla="*/ 0 h 51"/>
                <a:gd name="T38" fmla="*/ 22 w 39"/>
                <a:gd name="T39" fmla="*/ 0 h 51"/>
                <a:gd name="T40" fmla="*/ 22 w 39"/>
                <a:gd name="T41" fmla="*/ 1 h 51"/>
                <a:gd name="T42" fmla="*/ 22 w 39"/>
                <a:gd name="T43" fmla="*/ 16 h 51"/>
                <a:gd name="T44" fmla="*/ 22 w 39"/>
                <a:gd name="T45" fmla="*/ 17 h 51"/>
                <a:gd name="T46" fmla="*/ 25 w 39"/>
                <a:gd name="T47" fmla="*/ 32 h 51"/>
                <a:gd name="T48" fmla="*/ 24 w 39"/>
                <a:gd name="T49" fmla="*/ 33 h 51"/>
                <a:gd name="T50" fmla="*/ 26 w 39"/>
                <a:gd name="T51" fmla="*/ 35 h 51"/>
                <a:gd name="T52" fmla="*/ 27 w 39"/>
                <a:gd name="T53" fmla="*/ 35 h 51"/>
                <a:gd name="T54" fmla="*/ 28 w 39"/>
                <a:gd name="T55" fmla="*/ 34 h 51"/>
                <a:gd name="T56" fmla="*/ 39 w 39"/>
                <a:gd name="T57" fmla="*/ 45 h 51"/>
                <a:gd name="T58" fmla="*/ 39 w 39"/>
                <a:gd name="T59" fmla="*/ 46 h 51"/>
                <a:gd name="T60" fmla="*/ 14 w 39"/>
                <a:gd name="T61" fmla="*/ 17 h 51"/>
                <a:gd name="T62" fmla="*/ 5 w 39"/>
                <a:gd name="T63" fmla="*/ 26 h 51"/>
                <a:gd name="T64" fmla="*/ 14 w 39"/>
                <a:gd name="T65" fmla="*/ 36 h 51"/>
                <a:gd name="T66" fmla="*/ 23 w 39"/>
                <a:gd name="T67" fmla="*/ 26 h 51"/>
                <a:gd name="T68" fmla="*/ 14 w 39"/>
                <a:gd name="T69"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 h="51">
                  <a:moveTo>
                    <a:pt x="39" y="46"/>
                  </a:moveTo>
                  <a:cubicBezTo>
                    <a:pt x="38" y="48"/>
                    <a:pt x="37" y="50"/>
                    <a:pt x="35" y="50"/>
                  </a:cubicBezTo>
                  <a:cubicBezTo>
                    <a:pt x="34" y="51"/>
                    <a:pt x="33" y="51"/>
                    <a:pt x="32" y="50"/>
                  </a:cubicBezTo>
                  <a:cubicBezTo>
                    <a:pt x="29" y="47"/>
                    <a:pt x="26" y="43"/>
                    <a:pt x="23" y="40"/>
                  </a:cubicBezTo>
                  <a:cubicBezTo>
                    <a:pt x="23" y="40"/>
                    <a:pt x="23" y="39"/>
                    <a:pt x="23" y="39"/>
                  </a:cubicBezTo>
                  <a:cubicBezTo>
                    <a:pt x="24" y="38"/>
                    <a:pt x="23" y="37"/>
                    <a:pt x="22" y="37"/>
                  </a:cubicBezTo>
                  <a:cubicBezTo>
                    <a:pt x="22" y="40"/>
                    <a:pt x="22" y="44"/>
                    <a:pt x="22" y="47"/>
                  </a:cubicBezTo>
                  <a:cubicBezTo>
                    <a:pt x="19" y="47"/>
                    <a:pt x="16" y="47"/>
                    <a:pt x="13" y="47"/>
                  </a:cubicBezTo>
                  <a:cubicBezTo>
                    <a:pt x="13" y="44"/>
                    <a:pt x="13" y="41"/>
                    <a:pt x="13" y="38"/>
                  </a:cubicBezTo>
                  <a:cubicBezTo>
                    <a:pt x="11" y="38"/>
                    <a:pt x="10" y="38"/>
                    <a:pt x="9" y="37"/>
                  </a:cubicBezTo>
                  <a:cubicBezTo>
                    <a:pt x="9" y="40"/>
                    <a:pt x="9" y="44"/>
                    <a:pt x="9" y="47"/>
                  </a:cubicBezTo>
                  <a:cubicBezTo>
                    <a:pt x="6" y="47"/>
                    <a:pt x="3" y="47"/>
                    <a:pt x="0" y="47"/>
                  </a:cubicBezTo>
                  <a:cubicBezTo>
                    <a:pt x="0" y="35"/>
                    <a:pt x="0" y="23"/>
                    <a:pt x="0" y="11"/>
                  </a:cubicBezTo>
                  <a:cubicBezTo>
                    <a:pt x="3" y="11"/>
                    <a:pt x="6" y="11"/>
                    <a:pt x="9" y="11"/>
                  </a:cubicBezTo>
                  <a:cubicBezTo>
                    <a:pt x="9" y="12"/>
                    <a:pt x="9" y="14"/>
                    <a:pt x="9" y="15"/>
                  </a:cubicBezTo>
                  <a:cubicBezTo>
                    <a:pt x="10" y="15"/>
                    <a:pt x="11" y="15"/>
                    <a:pt x="12" y="14"/>
                  </a:cubicBezTo>
                  <a:cubicBezTo>
                    <a:pt x="12" y="14"/>
                    <a:pt x="13" y="14"/>
                    <a:pt x="13" y="13"/>
                  </a:cubicBezTo>
                  <a:cubicBezTo>
                    <a:pt x="13" y="9"/>
                    <a:pt x="13" y="5"/>
                    <a:pt x="13" y="1"/>
                  </a:cubicBezTo>
                  <a:cubicBezTo>
                    <a:pt x="13" y="1"/>
                    <a:pt x="13" y="0"/>
                    <a:pt x="13" y="0"/>
                  </a:cubicBezTo>
                  <a:cubicBezTo>
                    <a:pt x="16" y="0"/>
                    <a:pt x="19" y="0"/>
                    <a:pt x="22" y="0"/>
                  </a:cubicBezTo>
                  <a:cubicBezTo>
                    <a:pt x="22" y="0"/>
                    <a:pt x="22" y="1"/>
                    <a:pt x="22" y="1"/>
                  </a:cubicBezTo>
                  <a:cubicBezTo>
                    <a:pt x="22" y="6"/>
                    <a:pt x="22" y="11"/>
                    <a:pt x="22" y="16"/>
                  </a:cubicBezTo>
                  <a:cubicBezTo>
                    <a:pt x="22" y="16"/>
                    <a:pt x="22" y="17"/>
                    <a:pt x="22" y="17"/>
                  </a:cubicBezTo>
                  <a:cubicBezTo>
                    <a:pt x="26" y="21"/>
                    <a:pt x="27" y="27"/>
                    <a:pt x="25" y="32"/>
                  </a:cubicBezTo>
                  <a:cubicBezTo>
                    <a:pt x="25" y="32"/>
                    <a:pt x="24" y="33"/>
                    <a:pt x="24" y="33"/>
                  </a:cubicBezTo>
                  <a:cubicBezTo>
                    <a:pt x="25" y="34"/>
                    <a:pt x="25" y="35"/>
                    <a:pt x="26" y="35"/>
                  </a:cubicBezTo>
                  <a:cubicBezTo>
                    <a:pt x="27" y="35"/>
                    <a:pt x="27" y="35"/>
                    <a:pt x="27" y="35"/>
                  </a:cubicBezTo>
                  <a:cubicBezTo>
                    <a:pt x="28" y="34"/>
                    <a:pt x="28" y="34"/>
                    <a:pt x="28" y="34"/>
                  </a:cubicBezTo>
                  <a:cubicBezTo>
                    <a:pt x="31" y="38"/>
                    <a:pt x="35" y="42"/>
                    <a:pt x="39" y="45"/>
                  </a:cubicBezTo>
                  <a:cubicBezTo>
                    <a:pt x="39" y="46"/>
                    <a:pt x="39" y="46"/>
                    <a:pt x="39" y="46"/>
                  </a:cubicBezTo>
                  <a:close/>
                  <a:moveTo>
                    <a:pt x="14" y="17"/>
                  </a:moveTo>
                  <a:cubicBezTo>
                    <a:pt x="9" y="17"/>
                    <a:pt x="5" y="21"/>
                    <a:pt x="5" y="26"/>
                  </a:cubicBezTo>
                  <a:cubicBezTo>
                    <a:pt x="5" y="31"/>
                    <a:pt x="9" y="36"/>
                    <a:pt x="14" y="36"/>
                  </a:cubicBezTo>
                  <a:cubicBezTo>
                    <a:pt x="19" y="35"/>
                    <a:pt x="23" y="31"/>
                    <a:pt x="23" y="26"/>
                  </a:cubicBezTo>
                  <a:cubicBezTo>
                    <a:pt x="23" y="21"/>
                    <a:pt x="19" y="17"/>
                    <a:pt x="14" y="1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3" name="Freeform 1214">
              <a:extLst>
                <a:ext uri="{FF2B5EF4-FFF2-40B4-BE49-F238E27FC236}">
                  <a16:creationId xmlns="" xmlns:a16="http://schemas.microsoft.com/office/drawing/2014/main" id="{7B7F729F-7DCF-49A0-9B7E-820E9DF0D9B3}"/>
                </a:ext>
              </a:extLst>
            </p:cNvPr>
            <p:cNvSpPr>
              <a:spLocks/>
            </p:cNvSpPr>
            <p:nvPr/>
          </p:nvSpPr>
          <p:spPr bwMode="auto">
            <a:xfrm>
              <a:off x="11411012" y="670372"/>
              <a:ext cx="6445" cy="17186"/>
            </a:xfrm>
            <a:custGeom>
              <a:avLst/>
              <a:gdLst>
                <a:gd name="T0" fmla="*/ 0 w 10"/>
                <a:gd name="T1" fmla="*/ 0 h 27"/>
                <a:gd name="T2" fmla="*/ 10 w 10"/>
                <a:gd name="T3" fmla="*/ 0 h 27"/>
                <a:gd name="T4" fmla="*/ 10 w 10"/>
                <a:gd name="T5" fmla="*/ 27 h 27"/>
                <a:gd name="T6" fmla="*/ 0 w 10"/>
                <a:gd name="T7" fmla="*/ 27 h 27"/>
                <a:gd name="T8" fmla="*/ 0 w 10"/>
                <a:gd name="T9" fmla="*/ 0 h 27"/>
              </a:gdLst>
              <a:ahLst/>
              <a:cxnLst>
                <a:cxn ang="0">
                  <a:pos x="T0" y="T1"/>
                </a:cxn>
                <a:cxn ang="0">
                  <a:pos x="T2" y="T3"/>
                </a:cxn>
                <a:cxn ang="0">
                  <a:pos x="T4" y="T5"/>
                </a:cxn>
                <a:cxn ang="0">
                  <a:pos x="T6" y="T7"/>
                </a:cxn>
                <a:cxn ang="0">
                  <a:pos x="T8" y="T9"/>
                </a:cxn>
              </a:cxnLst>
              <a:rect l="0" t="0" r="r" b="b"/>
              <a:pathLst>
                <a:path w="10" h="27">
                  <a:moveTo>
                    <a:pt x="0" y="0"/>
                  </a:moveTo>
                  <a:cubicBezTo>
                    <a:pt x="3" y="0"/>
                    <a:pt x="6" y="0"/>
                    <a:pt x="10" y="0"/>
                  </a:cubicBezTo>
                  <a:cubicBezTo>
                    <a:pt x="10" y="9"/>
                    <a:pt x="10" y="18"/>
                    <a:pt x="10" y="27"/>
                  </a:cubicBezTo>
                  <a:cubicBezTo>
                    <a:pt x="6" y="27"/>
                    <a:pt x="3" y="27"/>
                    <a:pt x="0" y="27"/>
                  </a:cubicBezTo>
                  <a:cubicBezTo>
                    <a:pt x="0" y="18"/>
                    <a:pt x="0" y="9"/>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4" name="Freeform 1215">
              <a:extLst>
                <a:ext uri="{FF2B5EF4-FFF2-40B4-BE49-F238E27FC236}">
                  <a16:creationId xmlns="" xmlns:a16="http://schemas.microsoft.com/office/drawing/2014/main" id="{2CF68898-5680-4B03-A56E-6B3A835CC2D0}"/>
                </a:ext>
              </a:extLst>
            </p:cNvPr>
            <p:cNvSpPr>
              <a:spLocks noEditPoints="1"/>
            </p:cNvSpPr>
            <p:nvPr/>
          </p:nvSpPr>
          <p:spPr bwMode="auto">
            <a:xfrm>
              <a:off x="11495599" y="411777"/>
              <a:ext cx="25511" cy="22825"/>
            </a:xfrm>
            <a:custGeom>
              <a:avLst/>
              <a:gdLst>
                <a:gd name="T0" fmla="*/ 29 w 40"/>
                <a:gd name="T1" fmla="*/ 1 h 36"/>
                <a:gd name="T2" fmla="*/ 40 w 40"/>
                <a:gd name="T3" fmla="*/ 17 h 36"/>
                <a:gd name="T4" fmla="*/ 38 w 40"/>
                <a:gd name="T5" fmla="*/ 30 h 36"/>
                <a:gd name="T6" fmla="*/ 31 w 40"/>
                <a:gd name="T7" fmla="*/ 36 h 36"/>
                <a:gd name="T8" fmla="*/ 32 w 40"/>
                <a:gd name="T9" fmla="*/ 34 h 36"/>
                <a:gd name="T10" fmla="*/ 33 w 40"/>
                <a:gd name="T11" fmla="*/ 33 h 36"/>
                <a:gd name="T12" fmla="*/ 34 w 40"/>
                <a:gd name="T13" fmla="*/ 32 h 36"/>
                <a:gd name="T14" fmla="*/ 38 w 40"/>
                <a:gd name="T15" fmla="*/ 21 h 36"/>
                <a:gd name="T16" fmla="*/ 33 w 40"/>
                <a:gd name="T17" fmla="*/ 21 h 36"/>
                <a:gd name="T18" fmla="*/ 31 w 40"/>
                <a:gd name="T19" fmla="*/ 20 h 36"/>
                <a:gd name="T20" fmla="*/ 29 w 40"/>
                <a:gd name="T21" fmla="*/ 23 h 36"/>
                <a:gd name="T22" fmla="*/ 28 w 40"/>
                <a:gd name="T23" fmla="*/ 20 h 36"/>
                <a:gd name="T24" fmla="*/ 25 w 40"/>
                <a:gd name="T25" fmla="*/ 19 h 36"/>
                <a:gd name="T26" fmla="*/ 29 w 40"/>
                <a:gd name="T27" fmla="*/ 19 h 36"/>
                <a:gd name="T28" fmla="*/ 27 w 40"/>
                <a:gd name="T29" fmla="*/ 11 h 36"/>
                <a:gd name="T30" fmla="*/ 22 w 40"/>
                <a:gd name="T31" fmla="*/ 11 h 36"/>
                <a:gd name="T32" fmla="*/ 19 w 40"/>
                <a:gd name="T33" fmla="*/ 11 h 36"/>
                <a:gd name="T34" fmla="*/ 13 w 40"/>
                <a:gd name="T35" fmla="*/ 12 h 36"/>
                <a:gd name="T36" fmla="*/ 16 w 40"/>
                <a:gd name="T37" fmla="*/ 19 h 36"/>
                <a:gd name="T38" fmla="*/ 16 w 40"/>
                <a:gd name="T39" fmla="*/ 20 h 36"/>
                <a:gd name="T40" fmla="*/ 12 w 40"/>
                <a:gd name="T41" fmla="*/ 22 h 36"/>
                <a:gd name="T42" fmla="*/ 11 w 40"/>
                <a:gd name="T43" fmla="*/ 26 h 36"/>
                <a:gd name="T44" fmla="*/ 10 w 40"/>
                <a:gd name="T45" fmla="*/ 20 h 36"/>
                <a:gd name="T46" fmla="*/ 2 w 40"/>
                <a:gd name="T47" fmla="*/ 21 h 36"/>
                <a:gd name="T48" fmla="*/ 6 w 40"/>
                <a:gd name="T49" fmla="*/ 28 h 36"/>
                <a:gd name="T50" fmla="*/ 7 w 40"/>
                <a:gd name="T51" fmla="*/ 32 h 36"/>
                <a:gd name="T52" fmla="*/ 8 w 40"/>
                <a:gd name="T53" fmla="*/ 33 h 36"/>
                <a:gd name="T54" fmla="*/ 10 w 40"/>
                <a:gd name="T55" fmla="*/ 36 h 36"/>
                <a:gd name="T56" fmla="*/ 4 w 40"/>
                <a:gd name="T57" fmla="*/ 32 h 36"/>
                <a:gd name="T58" fmla="*/ 1 w 40"/>
                <a:gd name="T59" fmla="*/ 26 h 36"/>
                <a:gd name="T60" fmla="*/ 4 w 40"/>
                <a:gd name="T61" fmla="*/ 8 h 36"/>
                <a:gd name="T62" fmla="*/ 18 w 40"/>
                <a:gd name="T63" fmla="*/ 0 h 36"/>
                <a:gd name="T64" fmla="*/ 22 w 40"/>
                <a:gd name="T65" fmla="*/ 0 h 36"/>
                <a:gd name="T66" fmla="*/ 12 w 40"/>
                <a:gd name="T67" fmla="*/ 12 h 36"/>
                <a:gd name="T68" fmla="*/ 7 w 40"/>
                <a:gd name="T69" fmla="*/ 8 h 36"/>
                <a:gd name="T70" fmla="*/ 7 w 40"/>
                <a:gd name="T71" fmla="*/ 8 h 36"/>
                <a:gd name="T72" fmla="*/ 2 w 40"/>
                <a:gd name="T73" fmla="*/ 19 h 36"/>
                <a:gd name="T74" fmla="*/ 38 w 40"/>
                <a:gd name="T75" fmla="*/ 13 h 36"/>
                <a:gd name="T76" fmla="*/ 29 w 40"/>
                <a:gd name="T77" fmla="*/ 10 h 36"/>
                <a:gd name="T78" fmla="*/ 30 w 40"/>
                <a:gd name="T79" fmla="*/ 18 h 36"/>
                <a:gd name="T80" fmla="*/ 33 w 40"/>
                <a:gd name="T81" fmla="*/ 19 h 36"/>
                <a:gd name="T82" fmla="*/ 38 w 40"/>
                <a:gd name="T83" fmla="*/ 19 h 36"/>
                <a:gd name="T84" fmla="*/ 26 w 40"/>
                <a:gd name="T85" fmla="*/ 5 h 36"/>
                <a:gd name="T86" fmla="*/ 23 w 40"/>
                <a:gd name="T87" fmla="*/ 2 h 36"/>
                <a:gd name="T88" fmla="*/ 14 w 40"/>
                <a:gd name="T89" fmla="*/ 7 h 36"/>
                <a:gd name="T90" fmla="*/ 8 w 40"/>
                <a:gd name="T91" fmla="*/ 6 h 36"/>
                <a:gd name="T92" fmla="*/ 25 w 40"/>
                <a:gd name="T93" fmla="*/ 6 h 36"/>
                <a:gd name="T94" fmla="*/ 21 w 40"/>
                <a:gd name="T95" fmla="*/ 10 h 36"/>
                <a:gd name="T96" fmla="*/ 15 w 40"/>
                <a:gd name="T97" fmla="*/ 8 h 36"/>
                <a:gd name="T98" fmla="*/ 16 w 40"/>
                <a:gd name="T99" fmla="*/ 10 h 36"/>
                <a:gd name="T100" fmla="*/ 20 w 40"/>
                <a:gd name="T101" fmla="*/ 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 h="36">
                  <a:moveTo>
                    <a:pt x="22" y="0"/>
                  </a:moveTo>
                  <a:cubicBezTo>
                    <a:pt x="22" y="0"/>
                    <a:pt x="23" y="0"/>
                    <a:pt x="23" y="0"/>
                  </a:cubicBezTo>
                  <a:cubicBezTo>
                    <a:pt x="25" y="0"/>
                    <a:pt x="27" y="1"/>
                    <a:pt x="29" y="1"/>
                  </a:cubicBezTo>
                  <a:cubicBezTo>
                    <a:pt x="30" y="2"/>
                    <a:pt x="32" y="3"/>
                    <a:pt x="33" y="5"/>
                  </a:cubicBezTo>
                  <a:cubicBezTo>
                    <a:pt x="35" y="6"/>
                    <a:pt x="37" y="8"/>
                    <a:pt x="38" y="10"/>
                  </a:cubicBezTo>
                  <a:cubicBezTo>
                    <a:pt x="39" y="13"/>
                    <a:pt x="40" y="15"/>
                    <a:pt x="40" y="17"/>
                  </a:cubicBezTo>
                  <a:cubicBezTo>
                    <a:pt x="40" y="18"/>
                    <a:pt x="40" y="18"/>
                    <a:pt x="40" y="19"/>
                  </a:cubicBezTo>
                  <a:cubicBezTo>
                    <a:pt x="40" y="20"/>
                    <a:pt x="40" y="22"/>
                    <a:pt x="40" y="23"/>
                  </a:cubicBezTo>
                  <a:cubicBezTo>
                    <a:pt x="40" y="26"/>
                    <a:pt x="39" y="28"/>
                    <a:pt x="38" y="30"/>
                  </a:cubicBezTo>
                  <a:cubicBezTo>
                    <a:pt x="37" y="31"/>
                    <a:pt x="36" y="32"/>
                    <a:pt x="35" y="33"/>
                  </a:cubicBezTo>
                  <a:cubicBezTo>
                    <a:pt x="34" y="34"/>
                    <a:pt x="33" y="35"/>
                    <a:pt x="32" y="36"/>
                  </a:cubicBezTo>
                  <a:cubicBezTo>
                    <a:pt x="32" y="36"/>
                    <a:pt x="31" y="36"/>
                    <a:pt x="31" y="36"/>
                  </a:cubicBezTo>
                  <a:cubicBezTo>
                    <a:pt x="31" y="36"/>
                    <a:pt x="31" y="36"/>
                    <a:pt x="31" y="36"/>
                  </a:cubicBezTo>
                  <a:cubicBezTo>
                    <a:pt x="31" y="36"/>
                    <a:pt x="31" y="36"/>
                    <a:pt x="31" y="36"/>
                  </a:cubicBezTo>
                  <a:cubicBezTo>
                    <a:pt x="31" y="36"/>
                    <a:pt x="32" y="35"/>
                    <a:pt x="32" y="34"/>
                  </a:cubicBezTo>
                  <a:cubicBezTo>
                    <a:pt x="32" y="34"/>
                    <a:pt x="32" y="34"/>
                    <a:pt x="32" y="34"/>
                  </a:cubicBezTo>
                  <a:cubicBezTo>
                    <a:pt x="33" y="34"/>
                    <a:pt x="33" y="33"/>
                    <a:pt x="33" y="33"/>
                  </a:cubicBezTo>
                  <a:cubicBezTo>
                    <a:pt x="33" y="33"/>
                    <a:pt x="33" y="33"/>
                    <a:pt x="33" y="33"/>
                  </a:cubicBezTo>
                  <a:cubicBezTo>
                    <a:pt x="32" y="32"/>
                    <a:pt x="32" y="32"/>
                    <a:pt x="32" y="32"/>
                  </a:cubicBezTo>
                  <a:cubicBezTo>
                    <a:pt x="32" y="32"/>
                    <a:pt x="32" y="31"/>
                    <a:pt x="32" y="31"/>
                  </a:cubicBezTo>
                  <a:cubicBezTo>
                    <a:pt x="33" y="31"/>
                    <a:pt x="34" y="32"/>
                    <a:pt x="34" y="32"/>
                  </a:cubicBezTo>
                  <a:cubicBezTo>
                    <a:pt x="36" y="30"/>
                    <a:pt x="37" y="28"/>
                    <a:pt x="38" y="25"/>
                  </a:cubicBezTo>
                  <a:cubicBezTo>
                    <a:pt x="39" y="24"/>
                    <a:pt x="39" y="21"/>
                    <a:pt x="39" y="21"/>
                  </a:cubicBezTo>
                  <a:cubicBezTo>
                    <a:pt x="38" y="20"/>
                    <a:pt x="38" y="20"/>
                    <a:pt x="38" y="21"/>
                  </a:cubicBezTo>
                  <a:cubicBezTo>
                    <a:pt x="38" y="21"/>
                    <a:pt x="38" y="21"/>
                    <a:pt x="38" y="21"/>
                  </a:cubicBezTo>
                  <a:cubicBezTo>
                    <a:pt x="37" y="22"/>
                    <a:pt x="36" y="22"/>
                    <a:pt x="35" y="22"/>
                  </a:cubicBezTo>
                  <a:cubicBezTo>
                    <a:pt x="34" y="22"/>
                    <a:pt x="33" y="22"/>
                    <a:pt x="33" y="21"/>
                  </a:cubicBezTo>
                  <a:cubicBezTo>
                    <a:pt x="33" y="21"/>
                    <a:pt x="32" y="20"/>
                    <a:pt x="32" y="20"/>
                  </a:cubicBezTo>
                  <a:cubicBezTo>
                    <a:pt x="32" y="20"/>
                    <a:pt x="31" y="20"/>
                    <a:pt x="31" y="20"/>
                  </a:cubicBezTo>
                  <a:cubicBezTo>
                    <a:pt x="31" y="20"/>
                    <a:pt x="31" y="20"/>
                    <a:pt x="31" y="20"/>
                  </a:cubicBezTo>
                  <a:cubicBezTo>
                    <a:pt x="30" y="22"/>
                    <a:pt x="30" y="24"/>
                    <a:pt x="30" y="26"/>
                  </a:cubicBezTo>
                  <a:cubicBezTo>
                    <a:pt x="29" y="25"/>
                    <a:pt x="29" y="24"/>
                    <a:pt x="29" y="24"/>
                  </a:cubicBezTo>
                  <a:cubicBezTo>
                    <a:pt x="29" y="24"/>
                    <a:pt x="29" y="24"/>
                    <a:pt x="29" y="23"/>
                  </a:cubicBezTo>
                  <a:cubicBezTo>
                    <a:pt x="29" y="23"/>
                    <a:pt x="29" y="22"/>
                    <a:pt x="29" y="21"/>
                  </a:cubicBezTo>
                  <a:cubicBezTo>
                    <a:pt x="29" y="21"/>
                    <a:pt x="29" y="21"/>
                    <a:pt x="29" y="20"/>
                  </a:cubicBezTo>
                  <a:cubicBezTo>
                    <a:pt x="29" y="20"/>
                    <a:pt x="29" y="20"/>
                    <a:pt x="28" y="20"/>
                  </a:cubicBezTo>
                  <a:cubicBezTo>
                    <a:pt x="27" y="20"/>
                    <a:pt x="26" y="20"/>
                    <a:pt x="25" y="20"/>
                  </a:cubicBezTo>
                  <a:cubicBezTo>
                    <a:pt x="24" y="20"/>
                    <a:pt x="24" y="20"/>
                    <a:pt x="24" y="20"/>
                  </a:cubicBezTo>
                  <a:cubicBezTo>
                    <a:pt x="24" y="20"/>
                    <a:pt x="24" y="20"/>
                    <a:pt x="25" y="19"/>
                  </a:cubicBezTo>
                  <a:cubicBezTo>
                    <a:pt x="25" y="19"/>
                    <a:pt x="25" y="19"/>
                    <a:pt x="25" y="19"/>
                  </a:cubicBezTo>
                  <a:cubicBezTo>
                    <a:pt x="26" y="19"/>
                    <a:pt x="27" y="19"/>
                    <a:pt x="28" y="19"/>
                  </a:cubicBezTo>
                  <a:cubicBezTo>
                    <a:pt x="29" y="19"/>
                    <a:pt x="29" y="19"/>
                    <a:pt x="29" y="19"/>
                  </a:cubicBezTo>
                  <a:cubicBezTo>
                    <a:pt x="29" y="19"/>
                    <a:pt x="29" y="18"/>
                    <a:pt x="29" y="18"/>
                  </a:cubicBezTo>
                  <a:cubicBezTo>
                    <a:pt x="29" y="16"/>
                    <a:pt x="29" y="15"/>
                    <a:pt x="28" y="14"/>
                  </a:cubicBezTo>
                  <a:cubicBezTo>
                    <a:pt x="28" y="13"/>
                    <a:pt x="28" y="12"/>
                    <a:pt x="27" y="11"/>
                  </a:cubicBezTo>
                  <a:cubicBezTo>
                    <a:pt x="27" y="11"/>
                    <a:pt x="27" y="11"/>
                    <a:pt x="27" y="10"/>
                  </a:cubicBezTo>
                  <a:cubicBezTo>
                    <a:pt x="27" y="11"/>
                    <a:pt x="27" y="11"/>
                    <a:pt x="27" y="11"/>
                  </a:cubicBezTo>
                  <a:cubicBezTo>
                    <a:pt x="25" y="11"/>
                    <a:pt x="23" y="11"/>
                    <a:pt x="22" y="11"/>
                  </a:cubicBezTo>
                  <a:cubicBezTo>
                    <a:pt x="21" y="11"/>
                    <a:pt x="21" y="12"/>
                    <a:pt x="21" y="12"/>
                  </a:cubicBezTo>
                  <a:cubicBezTo>
                    <a:pt x="21" y="12"/>
                    <a:pt x="20" y="12"/>
                    <a:pt x="20" y="12"/>
                  </a:cubicBezTo>
                  <a:cubicBezTo>
                    <a:pt x="20" y="11"/>
                    <a:pt x="20" y="11"/>
                    <a:pt x="19" y="11"/>
                  </a:cubicBezTo>
                  <a:cubicBezTo>
                    <a:pt x="18" y="11"/>
                    <a:pt x="17" y="11"/>
                    <a:pt x="16" y="11"/>
                  </a:cubicBezTo>
                  <a:cubicBezTo>
                    <a:pt x="16" y="11"/>
                    <a:pt x="16" y="11"/>
                    <a:pt x="16" y="11"/>
                  </a:cubicBezTo>
                  <a:cubicBezTo>
                    <a:pt x="15" y="12"/>
                    <a:pt x="14" y="12"/>
                    <a:pt x="13" y="12"/>
                  </a:cubicBezTo>
                  <a:cubicBezTo>
                    <a:pt x="12" y="13"/>
                    <a:pt x="12" y="18"/>
                    <a:pt x="12" y="19"/>
                  </a:cubicBezTo>
                  <a:cubicBezTo>
                    <a:pt x="12" y="19"/>
                    <a:pt x="12" y="19"/>
                    <a:pt x="12" y="19"/>
                  </a:cubicBezTo>
                  <a:cubicBezTo>
                    <a:pt x="14" y="19"/>
                    <a:pt x="15" y="19"/>
                    <a:pt x="16" y="19"/>
                  </a:cubicBezTo>
                  <a:cubicBezTo>
                    <a:pt x="16" y="19"/>
                    <a:pt x="16" y="19"/>
                    <a:pt x="16" y="19"/>
                  </a:cubicBezTo>
                  <a:cubicBezTo>
                    <a:pt x="17" y="20"/>
                    <a:pt x="17" y="20"/>
                    <a:pt x="17" y="20"/>
                  </a:cubicBezTo>
                  <a:cubicBezTo>
                    <a:pt x="17" y="20"/>
                    <a:pt x="17" y="20"/>
                    <a:pt x="16" y="20"/>
                  </a:cubicBezTo>
                  <a:cubicBezTo>
                    <a:pt x="15" y="20"/>
                    <a:pt x="14" y="20"/>
                    <a:pt x="13" y="20"/>
                  </a:cubicBezTo>
                  <a:cubicBezTo>
                    <a:pt x="12" y="20"/>
                    <a:pt x="12" y="20"/>
                    <a:pt x="12" y="20"/>
                  </a:cubicBezTo>
                  <a:cubicBezTo>
                    <a:pt x="12" y="21"/>
                    <a:pt x="12" y="21"/>
                    <a:pt x="12" y="22"/>
                  </a:cubicBezTo>
                  <a:cubicBezTo>
                    <a:pt x="12" y="22"/>
                    <a:pt x="12" y="23"/>
                    <a:pt x="12" y="23"/>
                  </a:cubicBezTo>
                  <a:cubicBezTo>
                    <a:pt x="12" y="24"/>
                    <a:pt x="12" y="24"/>
                    <a:pt x="12" y="24"/>
                  </a:cubicBezTo>
                  <a:cubicBezTo>
                    <a:pt x="12" y="25"/>
                    <a:pt x="11" y="25"/>
                    <a:pt x="11" y="26"/>
                  </a:cubicBezTo>
                  <a:cubicBezTo>
                    <a:pt x="11" y="25"/>
                    <a:pt x="11" y="24"/>
                    <a:pt x="11" y="23"/>
                  </a:cubicBezTo>
                  <a:cubicBezTo>
                    <a:pt x="11" y="22"/>
                    <a:pt x="11" y="21"/>
                    <a:pt x="10" y="21"/>
                  </a:cubicBezTo>
                  <a:cubicBezTo>
                    <a:pt x="10" y="20"/>
                    <a:pt x="10" y="20"/>
                    <a:pt x="10" y="20"/>
                  </a:cubicBezTo>
                  <a:cubicBezTo>
                    <a:pt x="7" y="20"/>
                    <a:pt x="5" y="20"/>
                    <a:pt x="3" y="20"/>
                  </a:cubicBezTo>
                  <a:cubicBezTo>
                    <a:pt x="3" y="20"/>
                    <a:pt x="2" y="20"/>
                    <a:pt x="2" y="20"/>
                  </a:cubicBezTo>
                  <a:cubicBezTo>
                    <a:pt x="2" y="21"/>
                    <a:pt x="2" y="21"/>
                    <a:pt x="2" y="21"/>
                  </a:cubicBezTo>
                  <a:cubicBezTo>
                    <a:pt x="2" y="23"/>
                    <a:pt x="3" y="24"/>
                    <a:pt x="3" y="26"/>
                  </a:cubicBezTo>
                  <a:cubicBezTo>
                    <a:pt x="3" y="26"/>
                    <a:pt x="3" y="26"/>
                    <a:pt x="4" y="26"/>
                  </a:cubicBezTo>
                  <a:cubicBezTo>
                    <a:pt x="5" y="26"/>
                    <a:pt x="5" y="27"/>
                    <a:pt x="6" y="28"/>
                  </a:cubicBezTo>
                  <a:cubicBezTo>
                    <a:pt x="6" y="28"/>
                    <a:pt x="6" y="29"/>
                    <a:pt x="6" y="30"/>
                  </a:cubicBezTo>
                  <a:cubicBezTo>
                    <a:pt x="6" y="30"/>
                    <a:pt x="6" y="31"/>
                    <a:pt x="6" y="31"/>
                  </a:cubicBezTo>
                  <a:cubicBezTo>
                    <a:pt x="6" y="31"/>
                    <a:pt x="6" y="32"/>
                    <a:pt x="7" y="32"/>
                  </a:cubicBezTo>
                  <a:cubicBezTo>
                    <a:pt x="7" y="32"/>
                    <a:pt x="8" y="31"/>
                    <a:pt x="9" y="31"/>
                  </a:cubicBezTo>
                  <a:cubicBezTo>
                    <a:pt x="9" y="31"/>
                    <a:pt x="9" y="32"/>
                    <a:pt x="9" y="32"/>
                  </a:cubicBezTo>
                  <a:cubicBezTo>
                    <a:pt x="8" y="33"/>
                    <a:pt x="8" y="33"/>
                    <a:pt x="8" y="33"/>
                  </a:cubicBezTo>
                  <a:cubicBezTo>
                    <a:pt x="8" y="33"/>
                    <a:pt x="8" y="33"/>
                    <a:pt x="8" y="34"/>
                  </a:cubicBezTo>
                  <a:cubicBezTo>
                    <a:pt x="9" y="34"/>
                    <a:pt x="9" y="34"/>
                    <a:pt x="9" y="35"/>
                  </a:cubicBezTo>
                  <a:cubicBezTo>
                    <a:pt x="9" y="35"/>
                    <a:pt x="10" y="36"/>
                    <a:pt x="10" y="36"/>
                  </a:cubicBezTo>
                  <a:cubicBezTo>
                    <a:pt x="9" y="36"/>
                    <a:pt x="8" y="36"/>
                    <a:pt x="8" y="35"/>
                  </a:cubicBezTo>
                  <a:cubicBezTo>
                    <a:pt x="7" y="35"/>
                    <a:pt x="7" y="34"/>
                    <a:pt x="6" y="34"/>
                  </a:cubicBezTo>
                  <a:cubicBezTo>
                    <a:pt x="5" y="33"/>
                    <a:pt x="5" y="32"/>
                    <a:pt x="4" y="32"/>
                  </a:cubicBezTo>
                  <a:cubicBezTo>
                    <a:pt x="3" y="32"/>
                    <a:pt x="2" y="32"/>
                    <a:pt x="1" y="30"/>
                  </a:cubicBezTo>
                  <a:cubicBezTo>
                    <a:pt x="0" y="29"/>
                    <a:pt x="1" y="28"/>
                    <a:pt x="2" y="27"/>
                  </a:cubicBezTo>
                  <a:cubicBezTo>
                    <a:pt x="2" y="27"/>
                    <a:pt x="2" y="26"/>
                    <a:pt x="1" y="26"/>
                  </a:cubicBezTo>
                  <a:cubicBezTo>
                    <a:pt x="1" y="24"/>
                    <a:pt x="1" y="22"/>
                    <a:pt x="1" y="20"/>
                  </a:cubicBezTo>
                  <a:cubicBezTo>
                    <a:pt x="0" y="18"/>
                    <a:pt x="1" y="16"/>
                    <a:pt x="1" y="14"/>
                  </a:cubicBezTo>
                  <a:cubicBezTo>
                    <a:pt x="2" y="12"/>
                    <a:pt x="3" y="10"/>
                    <a:pt x="4" y="8"/>
                  </a:cubicBezTo>
                  <a:cubicBezTo>
                    <a:pt x="5" y="7"/>
                    <a:pt x="5" y="7"/>
                    <a:pt x="6" y="6"/>
                  </a:cubicBezTo>
                  <a:cubicBezTo>
                    <a:pt x="7" y="4"/>
                    <a:pt x="9" y="3"/>
                    <a:pt x="11" y="2"/>
                  </a:cubicBezTo>
                  <a:cubicBezTo>
                    <a:pt x="13" y="1"/>
                    <a:pt x="15" y="0"/>
                    <a:pt x="18" y="0"/>
                  </a:cubicBezTo>
                  <a:cubicBezTo>
                    <a:pt x="18" y="0"/>
                    <a:pt x="18" y="0"/>
                    <a:pt x="19" y="0"/>
                  </a:cubicBezTo>
                  <a:cubicBezTo>
                    <a:pt x="19" y="0"/>
                    <a:pt x="19" y="0"/>
                    <a:pt x="19" y="0"/>
                  </a:cubicBezTo>
                  <a:cubicBezTo>
                    <a:pt x="20" y="0"/>
                    <a:pt x="21" y="0"/>
                    <a:pt x="22" y="0"/>
                  </a:cubicBezTo>
                  <a:close/>
                  <a:moveTo>
                    <a:pt x="10" y="19"/>
                  </a:moveTo>
                  <a:cubicBezTo>
                    <a:pt x="11" y="17"/>
                    <a:pt x="11" y="14"/>
                    <a:pt x="12" y="12"/>
                  </a:cubicBezTo>
                  <a:cubicBezTo>
                    <a:pt x="12" y="12"/>
                    <a:pt x="12" y="12"/>
                    <a:pt x="12" y="12"/>
                  </a:cubicBezTo>
                  <a:cubicBezTo>
                    <a:pt x="11" y="11"/>
                    <a:pt x="11" y="10"/>
                    <a:pt x="11" y="10"/>
                  </a:cubicBezTo>
                  <a:cubicBezTo>
                    <a:pt x="11" y="9"/>
                    <a:pt x="10" y="9"/>
                    <a:pt x="10" y="9"/>
                  </a:cubicBezTo>
                  <a:cubicBezTo>
                    <a:pt x="9" y="9"/>
                    <a:pt x="8" y="8"/>
                    <a:pt x="7" y="8"/>
                  </a:cubicBezTo>
                  <a:cubicBezTo>
                    <a:pt x="7" y="8"/>
                    <a:pt x="7" y="7"/>
                    <a:pt x="7" y="7"/>
                  </a:cubicBezTo>
                  <a:cubicBezTo>
                    <a:pt x="7" y="7"/>
                    <a:pt x="7" y="7"/>
                    <a:pt x="7" y="8"/>
                  </a:cubicBezTo>
                  <a:cubicBezTo>
                    <a:pt x="7" y="8"/>
                    <a:pt x="7" y="8"/>
                    <a:pt x="7" y="8"/>
                  </a:cubicBezTo>
                  <a:cubicBezTo>
                    <a:pt x="5" y="9"/>
                    <a:pt x="4" y="11"/>
                    <a:pt x="3" y="13"/>
                  </a:cubicBezTo>
                  <a:cubicBezTo>
                    <a:pt x="3" y="15"/>
                    <a:pt x="2" y="16"/>
                    <a:pt x="2" y="18"/>
                  </a:cubicBezTo>
                  <a:cubicBezTo>
                    <a:pt x="2" y="19"/>
                    <a:pt x="2" y="19"/>
                    <a:pt x="2" y="19"/>
                  </a:cubicBezTo>
                  <a:cubicBezTo>
                    <a:pt x="3" y="19"/>
                    <a:pt x="10" y="19"/>
                    <a:pt x="10" y="19"/>
                  </a:cubicBezTo>
                  <a:close/>
                  <a:moveTo>
                    <a:pt x="39" y="19"/>
                  </a:moveTo>
                  <a:cubicBezTo>
                    <a:pt x="39" y="18"/>
                    <a:pt x="38" y="15"/>
                    <a:pt x="38" y="13"/>
                  </a:cubicBezTo>
                  <a:cubicBezTo>
                    <a:pt x="37" y="11"/>
                    <a:pt x="36" y="9"/>
                    <a:pt x="34" y="7"/>
                  </a:cubicBezTo>
                  <a:cubicBezTo>
                    <a:pt x="33" y="8"/>
                    <a:pt x="32" y="8"/>
                    <a:pt x="31" y="9"/>
                  </a:cubicBezTo>
                  <a:cubicBezTo>
                    <a:pt x="30" y="9"/>
                    <a:pt x="30" y="10"/>
                    <a:pt x="29" y="10"/>
                  </a:cubicBezTo>
                  <a:cubicBezTo>
                    <a:pt x="29" y="10"/>
                    <a:pt x="29" y="10"/>
                    <a:pt x="29" y="10"/>
                  </a:cubicBezTo>
                  <a:cubicBezTo>
                    <a:pt x="29" y="11"/>
                    <a:pt x="29" y="12"/>
                    <a:pt x="29" y="13"/>
                  </a:cubicBezTo>
                  <a:cubicBezTo>
                    <a:pt x="30" y="14"/>
                    <a:pt x="30" y="16"/>
                    <a:pt x="30" y="18"/>
                  </a:cubicBezTo>
                  <a:cubicBezTo>
                    <a:pt x="30" y="18"/>
                    <a:pt x="30" y="19"/>
                    <a:pt x="31" y="19"/>
                  </a:cubicBezTo>
                  <a:cubicBezTo>
                    <a:pt x="31" y="19"/>
                    <a:pt x="32" y="19"/>
                    <a:pt x="32" y="19"/>
                  </a:cubicBezTo>
                  <a:cubicBezTo>
                    <a:pt x="32" y="19"/>
                    <a:pt x="33" y="19"/>
                    <a:pt x="33" y="19"/>
                  </a:cubicBezTo>
                  <a:cubicBezTo>
                    <a:pt x="33" y="18"/>
                    <a:pt x="34" y="17"/>
                    <a:pt x="35" y="17"/>
                  </a:cubicBezTo>
                  <a:cubicBezTo>
                    <a:pt x="36" y="17"/>
                    <a:pt x="37" y="18"/>
                    <a:pt x="38" y="19"/>
                  </a:cubicBezTo>
                  <a:cubicBezTo>
                    <a:pt x="38" y="19"/>
                    <a:pt x="38" y="19"/>
                    <a:pt x="38" y="19"/>
                  </a:cubicBezTo>
                  <a:cubicBezTo>
                    <a:pt x="38" y="19"/>
                    <a:pt x="39" y="19"/>
                    <a:pt x="39" y="19"/>
                  </a:cubicBezTo>
                  <a:close/>
                  <a:moveTo>
                    <a:pt x="23" y="2"/>
                  </a:moveTo>
                  <a:cubicBezTo>
                    <a:pt x="24" y="3"/>
                    <a:pt x="25" y="4"/>
                    <a:pt x="26" y="5"/>
                  </a:cubicBezTo>
                  <a:cubicBezTo>
                    <a:pt x="26" y="6"/>
                    <a:pt x="27" y="7"/>
                    <a:pt x="28" y="9"/>
                  </a:cubicBezTo>
                  <a:cubicBezTo>
                    <a:pt x="29" y="9"/>
                    <a:pt x="33" y="7"/>
                    <a:pt x="33" y="6"/>
                  </a:cubicBezTo>
                  <a:cubicBezTo>
                    <a:pt x="32" y="4"/>
                    <a:pt x="25" y="1"/>
                    <a:pt x="23" y="2"/>
                  </a:cubicBezTo>
                  <a:close/>
                  <a:moveTo>
                    <a:pt x="8" y="6"/>
                  </a:moveTo>
                  <a:cubicBezTo>
                    <a:pt x="9" y="7"/>
                    <a:pt x="10" y="8"/>
                    <a:pt x="11" y="8"/>
                  </a:cubicBezTo>
                  <a:cubicBezTo>
                    <a:pt x="12" y="7"/>
                    <a:pt x="13" y="7"/>
                    <a:pt x="14" y="7"/>
                  </a:cubicBezTo>
                  <a:cubicBezTo>
                    <a:pt x="15" y="6"/>
                    <a:pt x="15" y="5"/>
                    <a:pt x="16" y="4"/>
                  </a:cubicBezTo>
                  <a:cubicBezTo>
                    <a:pt x="17" y="3"/>
                    <a:pt x="17" y="2"/>
                    <a:pt x="18" y="2"/>
                  </a:cubicBezTo>
                  <a:cubicBezTo>
                    <a:pt x="16" y="1"/>
                    <a:pt x="10" y="4"/>
                    <a:pt x="8" y="6"/>
                  </a:cubicBezTo>
                  <a:close/>
                  <a:moveTo>
                    <a:pt x="27" y="9"/>
                  </a:moveTo>
                  <a:cubicBezTo>
                    <a:pt x="26" y="9"/>
                    <a:pt x="26" y="9"/>
                    <a:pt x="26" y="8"/>
                  </a:cubicBezTo>
                  <a:cubicBezTo>
                    <a:pt x="26" y="7"/>
                    <a:pt x="25" y="7"/>
                    <a:pt x="25" y="6"/>
                  </a:cubicBezTo>
                  <a:cubicBezTo>
                    <a:pt x="24" y="5"/>
                    <a:pt x="23" y="3"/>
                    <a:pt x="21" y="2"/>
                  </a:cubicBezTo>
                  <a:cubicBezTo>
                    <a:pt x="21" y="2"/>
                    <a:pt x="21" y="2"/>
                    <a:pt x="21" y="2"/>
                  </a:cubicBezTo>
                  <a:cubicBezTo>
                    <a:pt x="21" y="3"/>
                    <a:pt x="21" y="10"/>
                    <a:pt x="21" y="10"/>
                  </a:cubicBezTo>
                  <a:cubicBezTo>
                    <a:pt x="22" y="10"/>
                    <a:pt x="26" y="10"/>
                    <a:pt x="27" y="9"/>
                  </a:cubicBezTo>
                  <a:close/>
                  <a:moveTo>
                    <a:pt x="20" y="2"/>
                  </a:moveTo>
                  <a:cubicBezTo>
                    <a:pt x="18" y="4"/>
                    <a:pt x="16" y="6"/>
                    <a:pt x="15" y="8"/>
                  </a:cubicBezTo>
                  <a:cubicBezTo>
                    <a:pt x="15" y="8"/>
                    <a:pt x="15" y="8"/>
                    <a:pt x="15" y="8"/>
                  </a:cubicBezTo>
                  <a:cubicBezTo>
                    <a:pt x="16" y="8"/>
                    <a:pt x="16" y="9"/>
                    <a:pt x="16" y="9"/>
                  </a:cubicBezTo>
                  <a:cubicBezTo>
                    <a:pt x="16" y="10"/>
                    <a:pt x="16" y="10"/>
                    <a:pt x="16" y="10"/>
                  </a:cubicBezTo>
                  <a:cubicBezTo>
                    <a:pt x="17" y="10"/>
                    <a:pt x="18" y="10"/>
                    <a:pt x="19" y="10"/>
                  </a:cubicBezTo>
                  <a:cubicBezTo>
                    <a:pt x="19" y="10"/>
                    <a:pt x="19" y="10"/>
                    <a:pt x="20" y="10"/>
                  </a:cubicBezTo>
                  <a:cubicBezTo>
                    <a:pt x="20" y="9"/>
                    <a:pt x="20" y="3"/>
                    <a:pt x="20"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5" name="Freeform 1216">
              <a:extLst>
                <a:ext uri="{FF2B5EF4-FFF2-40B4-BE49-F238E27FC236}">
                  <a16:creationId xmlns="" xmlns:a16="http://schemas.microsoft.com/office/drawing/2014/main" id="{73F8EEED-1E53-498F-B8D4-CF1339A0EC5D}"/>
                </a:ext>
              </a:extLst>
            </p:cNvPr>
            <p:cNvSpPr>
              <a:spLocks noEditPoints="1"/>
            </p:cNvSpPr>
            <p:nvPr/>
          </p:nvSpPr>
          <p:spPr bwMode="auto">
            <a:xfrm>
              <a:off x="11502044" y="425740"/>
              <a:ext cx="13158" cy="15843"/>
            </a:xfrm>
            <a:custGeom>
              <a:avLst/>
              <a:gdLst>
                <a:gd name="T0" fmla="*/ 6 w 21"/>
                <a:gd name="T1" fmla="*/ 23 h 25"/>
                <a:gd name="T2" fmla="*/ 5 w 21"/>
                <a:gd name="T3" fmla="*/ 20 h 25"/>
                <a:gd name="T4" fmla="*/ 5 w 21"/>
                <a:gd name="T5" fmla="*/ 18 h 25"/>
                <a:gd name="T6" fmla="*/ 3 w 21"/>
                <a:gd name="T7" fmla="*/ 18 h 25"/>
                <a:gd name="T8" fmla="*/ 1 w 21"/>
                <a:gd name="T9" fmla="*/ 14 h 25"/>
                <a:gd name="T10" fmla="*/ 0 w 21"/>
                <a:gd name="T11" fmla="*/ 9 h 25"/>
                <a:gd name="T12" fmla="*/ 4 w 21"/>
                <a:gd name="T13" fmla="*/ 2 h 25"/>
                <a:gd name="T14" fmla="*/ 8 w 21"/>
                <a:gd name="T15" fmla="*/ 0 h 25"/>
                <a:gd name="T16" fmla="*/ 8 w 21"/>
                <a:gd name="T17" fmla="*/ 1 h 25"/>
                <a:gd name="T18" fmla="*/ 10 w 21"/>
                <a:gd name="T19" fmla="*/ 5 h 25"/>
                <a:gd name="T20" fmla="*/ 10 w 21"/>
                <a:gd name="T21" fmla="*/ 2 h 25"/>
                <a:gd name="T22" fmla="*/ 11 w 21"/>
                <a:gd name="T23" fmla="*/ 2 h 25"/>
                <a:gd name="T24" fmla="*/ 11 w 21"/>
                <a:gd name="T25" fmla="*/ 5 h 25"/>
                <a:gd name="T26" fmla="*/ 12 w 21"/>
                <a:gd name="T27" fmla="*/ 5 h 25"/>
                <a:gd name="T28" fmla="*/ 13 w 21"/>
                <a:gd name="T29" fmla="*/ 0 h 25"/>
                <a:gd name="T30" fmla="*/ 13 w 21"/>
                <a:gd name="T31" fmla="*/ 0 h 25"/>
                <a:gd name="T32" fmla="*/ 17 w 21"/>
                <a:gd name="T33" fmla="*/ 1 h 25"/>
                <a:gd name="T34" fmla="*/ 21 w 21"/>
                <a:gd name="T35" fmla="*/ 9 h 25"/>
                <a:gd name="T36" fmla="*/ 20 w 21"/>
                <a:gd name="T37" fmla="*/ 14 h 25"/>
                <a:gd name="T38" fmla="*/ 17 w 21"/>
                <a:gd name="T39" fmla="*/ 19 h 25"/>
                <a:gd name="T40" fmla="*/ 16 w 21"/>
                <a:gd name="T41" fmla="*/ 19 h 25"/>
                <a:gd name="T42" fmla="*/ 15 w 21"/>
                <a:gd name="T43" fmla="*/ 25 h 25"/>
                <a:gd name="T44" fmla="*/ 11 w 21"/>
                <a:gd name="T45" fmla="*/ 21 h 25"/>
                <a:gd name="T46" fmla="*/ 11 w 21"/>
                <a:gd name="T47" fmla="*/ 20 h 25"/>
                <a:gd name="T48" fmla="*/ 10 w 21"/>
                <a:gd name="T49" fmla="*/ 20 h 25"/>
                <a:gd name="T50" fmla="*/ 10 w 21"/>
                <a:gd name="T51" fmla="*/ 25 h 25"/>
                <a:gd name="T52" fmla="*/ 5 w 21"/>
                <a:gd name="T53" fmla="*/ 16 h 25"/>
                <a:gd name="T54" fmla="*/ 5 w 21"/>
                <a:gd name="T55" fmla="*/ 14 h 25"/>
                <a:gd name="T56" fmla="*/ 5 w 21"/>
                <a:gd name="T57" fmla="*/ 8 h 25"/>
                <a:gd name="T58" fmla="*/ 5 w 21"/>
                <a:gd name="T59" fmla="*/ 7 h 25"/>
                <a:gd name="T60" fmla="*/ 3 w 21"/>
                <a:gd name="T61" fmla="*/ 11 h 25"/>
                <a:gd name="T62" fmla="*/ 16 w 21"/>
                <a:gd name="T63" fmla="*/ 7 h 25"/>
                <a:gd name="T64" fmla="*/ 16 w 21"/>
                <a:gd name="T65" fmla="*/ 8 h 25"/>
                <a:gd name="T66" fmla="*/ 16 w 21"/>
                <a:gd name="T67" fmla="*/ 16 h 25"/>
                <a:gd name="T68" fmla="*/ 17 w 21"/>
                <a:gd name="T69" fmla="*/ 14 h 25"/>
                <a:gd name="T70" fmla="*/ 17 w 21"/>
                <a:gd name="T71" fmla="*/ 10 h 25"/>
                <a:gd name="T72" fmla="*/ 16 w 21"/>
                <a:gd name="T7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 h="25">
                  <a:moveTo>
                    <a:pt x="6" y="25"/>
                  </a:moveTo>
                  <a:cubicBezTo>
                    <a:pt x="6" y="25"/>
                    <a:pt x="6" y="24"/>
                    <a:pt x="6" y="23"/>
                  </a:cubicBezTo>
                  <a:cubicBezTo>
                    <a:pt x="6" y="22"/>
                    <a:pt x="6" y="22"/>
                    <a:pt x="6" y="21"/>
                  </a:cubicBezTo>
                  <a:cubicBezTo>
                    <a:pt x="6" y="21"/>
                    <a:pt x="5" y="20"/>
                    <a:pt x="5" y="20"/>
                  </a:cubicBezTo>
                  <a:cubicBezTo>
                    <a:pt x="5" y="20"/>
                    <a:pt x="5" y="19"/>
                    <a:pt x="5" y="19"/>
                  </a:cubicBezTo>
                  <a:cubicBezTo>
                    <a:pt x="5" y="19"/>
                    <a:pt x="5" y="19"/>
                    <a:pt x="5" y="18"/>
                  </a:cubicBezTo>
                  <a:cubicBezTo>
                    <a:pt x="5" y="19"/>
                    <a:pt x="5" y="19"/>
                    <a:pt x="5" y="19"/>
                  </a:cubicBezTo>
                  <a:cubicBezTo>
                    <a:pt x="4" y="19"/>
                    <a:pt x="3" y="19"/>
                    <a:pt x="3" y="18"/>
                  </a:cubicBezTo>
                  <a:cubicBezTo>
                    <a:pt x="2" y="18"/>
                    <a:pt x="2" y="17"/>
                    <a:pt x="2" y="16"/>
                  </a:cubicBezTo>
                  <a:cubicBezTo>
                    <a:pt x="2" y="15"/>
                    <a:pt x="1" y="14"/>
                    <a:pt x="1" y="14"/>
                  </a:cubicBezTo>
                  <a:cubicBezTo>
                    <a:pt x="1" y="13"/>
                    <a:pt x="1" y="12"/>
                    <a:pt x="0" y="11"/>
                  </a:cubicBezTo>
                  <a:cubicBezTo>
                    <a:pt x="0" y="10"/>
                    <a:pt x="0" y="9"/>
                    <a:pt x="0" y="9"/>
                  </a:cubicBezTo>
                  <a:cubicBezTo>
                    <a:pt x="1" y="7"/>
                    <a:pt x="3" y="4"/>
                    <a:pt x="4" y="2"/>
                  </a:cubicBezTo>
                  <a:cubicBezTo>
                    <a:pt x="4" y="2"/>
                    <a:pt x="4" y="2"/>
                    <a:pt x="4" y="2"/>
                  </a:cubicBezTo>
                  <a:cubicBezTo>
                    <a:pt x="4" y="1"/>
                    <a:pt x="5" y="1"/>
                    <a:pt x="5" y="1"/>
                  </a:cubicBezTo>
                  <a:cubicBezTo>
                    <a:pt x="6" y="1"/>
                    <a:pt x="7" y="0"/>
                    <a:pt x="8" y="0"/>
                  </a:cubicBezTo>
                  <a:cubicBezTo>
                    <a:pt x="8" y="0"/>
                    <a:pt x="8" y="0"/>
                    <a:pt x="8" y="0"/>
                  </a:cubicBezTo>
                  <a:cubicBezTo>
                    <a:pt x="8" y="0"/>
                    <a:pt x="8" y="0"/>
                    <a:pt x="8" y="1"/>
                  </a:cubicBezTo>
                  <a:cubicBezTo>
                    <a:pt x="9" y="2"/>
                    <a:pt x="9" y="3"/>
                    <a:pt x="9" y="4"/>
                  </a:cubicBezTo>
                  <a:cubicBezTo>
                    <a:pt x="9" y="5"/>
                    <a:pt x="10" y="5"/>
                    <a:pt x="10" y="5"/>
                  </a:cubicBezTo>
                  <a:cubicBezTo>
                    <a:pt x="10" y="5"/>
                    <a:pt x="10" y="5"/>
                    <a:pt x="10" y="5"/>
                  </a:cubicBezTo>
                  <a:cubicBezTo>
                    <a:pt x="10" y="4"/>
                    <a:pt x="10" y="3"/>
                    <a:pt x="10" y="2"/>
                  </a:cubicBezTo>
                  <a:cubicBezTo>
                    <a:pt x="10" y="2"/>
                    <a:pt x="10" y="2"/>
                    <a:pt x="10" y="2"/>
                  </a:cubicBezTo>
                  <a:cubicBezTo>
                    <a:pt x="11" y="2"/>
                    <a:pt x="11" y="2"/>
                    <a:pt x="11" y="2"/>
                  </a:cubicBezTo>
                  <a:cubicBezTo>
                    <a:pt x="11" y="3"/>
                    <a:pt x="11" y="4"/>
                    <a:pt x="11" y="5"/>
                  </a:cubicBezTo>
                  <a:cubicBezTo>
                    <a:pt x="11" y="5"/>
                    <a:pt x="11" y="5"/>
                    <a:pt x="11" y="5"/>
                  </a:cubicBezTo>
                  <a:cubicBezTo>
                    <a:pt x="11" y="5"/>
                    <a:pt x="11" y="5"/>
                    <a:pt x="11" y="5"/>
                  </a:cubicBezTo>
                  <a:cubicBezTo>
                    <a:pt x="11" y="5"/>
                    <a:pt x="11" y="5"/>
                    <a:pt x="12" y="5"/>
                  </a:cubicBezTo>
                  <a:cubicBezTo>
                    <a:pt x="12" y="4"/>
                    <a:pt x="12" y="3"/>
                    <a:pt x="12" y="2"/>
                  </a:cubicBezTo>
                  <a:cubicBezTo>
                    <a:pt x="12" y="1"/>
                    <a:pt x="12" y="1"/>
                    <a:pt x="13" y="0"/>
                  </a:cubicBezTo>
                  <a:cubicBezTo>
                    <a:pt x="13" y="0"/>
                    <a:pt x="13" y="0"/>
                    <a:pt x="13" y="0"/>
                  </a:cubicBezTo>
                  <a:cubicBezTo>
                    <a:pt x="13" y="0"/>
                    <a:pt x="13" y="0"/>
                    <a:pt x="13" y="0"/>
                  </a:cubicBezTo>
                  <a:cubicBezTo>
                    <a:pt x="14" y="1"/>
                    <a:pt x="15" y="1"/>
                    <a:pt x="16" y="1"/>
                  </a:cubicBezTo>
                  <a:cubicBezTo>
                    <a:pt x="16" y="1"/>
                    <a:pt x="17" y="1"/>
                    <a:pt x="17" y="1"/>
                  </a:cubicBezTo>
                  <a:cubicBezTo>
                    <a:pt x="17" y="2"/>
                    <a:pt x="18" y="3"/>
                    <a:pt x="18" y="4"/>
                  </a:cubicBezTo>
                  <a:cubicBezTo>
                    <a:pt x="19" y="5"/>
                    <a:pt x="20" y="7"/>
                    <a:pt x="21" y="9"/>
                  </a:cubicBezTo>
                  <a:cubicBezTo>
                    <a:pt x="21" y="10"/>
                    <a:pt x="21" y="10"/>
                    <a:pt x="21" y="11"/>
                  </a:cubicBezTo>
                  <a:cubicBezTo>
                    <a:pt x="20" y="12"/>
                    <a:pt x="20" y="13"/>
                    <a:pt x="20" y="14"/>
                  </a:cubicBezTo>
                  <a:cubicBezTo>
                    <a:pt x="19" y="15"/>
                    <a:pt x="19" y="17"/>
                    <a:pt x="18" y="18"/>
                  </a:cubicBezTo>
                  <a:cubicBezTo>
                    <a:pt x="18" y="19"/>
                    <a:pt x="18" y="19"/>
                    <a:pt x="17" y="19"/>
                  </a:cubicBezTo>
                  <a:cubicBezTo>
                    <a:pt x="17" y="19"/>
                    <a:pt x="16" y="19"/>
                    <a:pt x="16" y="18"/>
                  </a:cubicBezTo>
                  <a:cubicBezTo>
                    <a:pt x="16" y="19"/>
                    <a:pt x="16" y="19"/>
                    <a:pt x="16" y="19"/>
                  </a:cubicBezTo>
                  <a:cubicBezTo>
                    <a:pt x="16" y="19"/>
                    <a:pt x="16" y="20"/>
                    <a:pt x="16" y="20"/>
                  </a:cubicBezTo>
                  <a:cubicBezTo>
                    <a:pt x="15" y="21"/>
                    <a:pt x="15" y="23"/>
                    <a:pt x="15" y="25"/>
                  </a:cubicBezTo>
                  <a:cubicBezTo>
                    <a:pt x="14" y="25"/>
                    <a:pt x="12" y="25"/>
                    <a:pt x="11" y="25"/>
                  </a:cubicBezTo>
                  <a:cubicBezTo>
                    <a:pt x="11" y="24"/>
                    <a:pt x="11" y="22"/>
                    <a:pt x="11" y="21"/>
                  </a:cubicBezTo>
                  <a:cubicBezTo>
                    <a:pt x="11" y="21"/>
                    <a:pt x="11" y="21"/>
                    <a:pt x="11" y="21"/>
                  </a:cubicBezTo>
                  <a:cubicBezTo>
                    <a:pt x="11" y="20"/>
                    <a:pt x="11" y="20"/>
                    <a:pt x="11" y="20"/>
                  </a:cubicBezTo>
                  <a:cubicBezTo>
                    <a:pt x="11" y="20"/>
                    <a:pt x="11" y="20"/>
                    <a:pt x="10" y="20"/>
                  </a:cubicBezTo>
                  <a:cubicBezTo>
                    <a:pt x="10" y="20"/>
                    <a:pt x="10" y="20"/>
                    <a:pt x="10" y="20"/>
                  </a:cubicBezTo>
                  <a:cubicBezTo>
                    <a:pt x="10" y="20"/>
                    <a:pt x="10" y="20"/>
                    <a:pt x="10" y="21"/>
                  </a:cubicBezTo>
                  <a:cubicBezTo>
                    <a:pt x="10" y="22"/>
                    <a:pt x="10" y="24"/>
                    <a:pt x="10" y="25"/>
                  </a:cubicBezTo>
                  <a:cubicBezTo>
                    <a:pt x="9" y="25"/>
                    <a:pt x="7" y="25"/>
                    <a:pt x="6" y="25"/>
                  </a:cubicBezTo>
                  <a:close/>
                  <a:moveTo>
                    <a:pt x="5" y="16"/>
                  </a:moveTo>
                  <a:cubicBezTo>
                    <a:pt x="5" y="16"/>
                    <a:pt x="5" y="16"/>
                    <a:pt x="5" y="16"/>
                  </a:cubicBezTo>
                  <a:cubicBezTo>
                    <a:pt x="5" y="16"/>
                    <a:pt x="5" y="15"/>
                    <a:pt x="5" y="14"/>
                  </a:cubicBezTo>
                  <a:cubicBezTo>
                    <a:pt x="5" y="14"/>
                    <a:pt x="5" y="13"/>
                    <a:pt x="5" y="12"/>
                  </a:cubicBezTo>
                  <a:cubicBezTo>
                    <a:pt x="5" y="10"/>
                    <a:pt x="5" y="9"/>
                    <a:pt x="5" y="8"/>
                  </a:cubicBezTo>
                  <a:cubicBezTo>
                    <a:pt x="5" y="8"/>
                    <a:pt x="5" y="7"/>
                    <a:pt x="5" y="7"/>
                  </a:cubicBezTo>
                  <a:cubicBezTo>
                    <a:pt x="5" y="7"/>
                    <a:pt x="5" y="7"/>
                    <a:pt x="5" y="7"/>
                  </a:cubicBezTo>
                  <a:cubicBezTo>
                    <a:pt x="4" y="8"/>
                    <a:pt x="4" y="9"/>
                    <a:pt x="3" y="10"/>
                  </a:cubicBezTo>
                  <a:cubicBezTo>
                    <a:pt x="3" y="10"/>
                    <a:pt x="3" y="11"/>
                    <a:pt x="3" y="11"/>
                  </a:cubicBezTo>
                  <a:cubicBezTo>
                    <a:pt x="4" y="13"/>
                    <a:pt x="4" y="14"/>
                    <a:pt x="5" y="16"/>
                  </a:cubicBezTo>
                  <a:close/>
                  <a:moveTo>
                    <a:pt x="16" y="7"/>
                  </a:moveTo>
                  <a:cubicBezTo>
                    <a:pt x="16" y="7"/>
                    <a:pt x="16" y="7"/>
                    <a:pt x="16" y="7"/>
                  </a:cubicBezTo>
                  <a:cubicBezTo>
                    <a:pt x="16" y="7"/>
                    <a:pt x="16" y="8"/>
                    <a:pt x="16" y="8"/>
                  </a:cubicBezTo>
                  <a:cubicBezTo>
                    <a:pt x="16" y="9"/>
                    <a:pt x="16" y="11"/>
                    <a:pt x="16" y="12"/>
                  </a:cubicBezTo>
                  <a:cubicBezTo>
                    <a:pt x="16" y="14"/>
                    <a:pt x="16" y="15"/>
                    <a:pt x="16" y="16"/>
                  </a:cubicBezTo>
                  <a:cubicBezTo>
                    <a:pt x="16" y="16"/>
                    <a:pt x="16" y="16"/>
                    <a:pt x="16" y="16"/>
                  </a:cubicBezTo>
                  <a:cubicBezTo>
                    <a:pt x="16" y="16"/>
                    <a:pt x="17" y="15"/>
                    <a:pt x="17" y="14"/>
                  </a:cubicBezTo>
                  <a:cubicBezTo>
                    <a:pt x="17" y="13"/>
                    <a:pt x="17" y="12"/>
                    <a:pt x="17" y="11"/>
                  </a:cubicBezTo>
                  <a:cubicBezTo>
                    <a:pt x="18" y="11"/>
                    <a:pt x="18" y="10"/>
                    <a:pt x="17" y="10"/>
                  </a:cubicBezTo>
                  <a:cubicBezTo>
                    <a:pt x="17" y="9"/>
                    <a:pt x="17" y="8"/>
                    <a:pt x="16" y="8"/>
                  </a:cubicBezTo>
                  <a:cubicBezTo>
                    <a:pt x="16" y="8"/>
                    <a:pt x="16" y="7"/>
                    <a:pt x="16"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6" name="Freeform 1217">
              <a:extLst>
                <a:ext uri="{FF2B5EF4-FFF2-40B4-BE49-F238E27FC236}">
                  <a16:creationId xmlns="" xmlns:a16="http://schemas.microsoft.com/office/drawing/2014/main" id="{152A1D1B-FF8F-4465-95F7-F42C7AFE388D}"/>
                </a:ext>
              </a:extLst>
            </p:cNvPr>
            <p:cNvSpPr>
              <a:spLocks/>
            </p:cNvSpPr>
            <p:nvPr/>
          </p:nvSpPr>
          <p:spPr bwMode="auto">
            <a:xfrm>
              <a:off x="11506340" y="419832"/>
              <a:ext cx="3759" cy="5102"/>
            </a:xfrm>
            <a:custGeom>
              <a:avLst/>
              <a:gdLst>
                <a:gd name="T0" fmla="*/ 6 w 6"/>
                <a:gd name="T1" fmla="*/ 4 h 8"/>
                <a:gd name="T2" fmla="*/ 5 w 6"/>
                <a:gd name="T3" fmla="*/ 7 h 8"/>
                <a:gd name="T4" fmla="*/ 2 w 6"/>
                <a:gd name="T5" fmla="*/ 7 h 8"/>
                <a:gd name="T6" fmla="*/ 1 w 6"/>
                <a:gd name="T7" fmla="*/ 4 h 8"/>
                <a:gd name="T8" fmla="*/ 1 w 6"/>
                <a:gd name="T9" fmla="*/ 2 h 8"/>
                <a:gd name="T10" fmla="*/ 5 w 6"/>
                <a:gd name="T11" fmla="*/ 1 h 8"/>
                <a:gd name="T12" fmla="*/ 6 w 6"/>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6" y="4"/>
                  </a:moveTo>
                  <a:cubicBezTo>
                    <a:pt x="6" y="5"/>
                    <a:pt x="6" y="6"/>
                    <a:pt x="5" y="7"/>
                  </a:cubicBezTo>
                  <a:cubicBezTo>
                    <a:pt x="4" y="8"/>
                    <a:pt x="3" y="8"/>
                    <a:pt x="2" y="7"/>
                  </a:cubicBezTo>
                  <a:cubicBezTo>
                    <a:pt x="1" y="6"/>
                    <a:pt x="1" y="5"/>
                    <a:pt x="1" y="4"/>
                  </a:cubicBezTo>
                  <a:cubicBezTo>
                    <a:pt x="0" y="3"/>
                    <a:pt x="0" y="3"/>
                    <a:pt x="1" y="2"/>
                  </a:cubicBezTo>
                  <a:cubicBezTo>
                    <a:pt x="2" y="0"/>
                    <a:pt x="4" y="0"/>
                    <a:pt x="5" y="1"/>
                  </a:cubicBezTo>
                  <a:cubicBezTo>
                    <a:pt x="6" y="2"/>
                    <a:pt x="6" y="2"/>
                    <a:pt x="6"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7" name="Freeform 1218">
              <a:extLst>
                <a:ext uri="{FF2B5EF4-FFF2-40B4-BE49-F238E27FC236}">
                  <a16:creationId xmlns="" xmlns:a16="http://schemas.microsoft.com/office/drawing/2014/main" id="{9CD22674-9178-4F0F-9DC3-83B37C6443D1}"/>
                </a:ext>
              </a:extLst>
            </p:cNvPr>
            <p:cNvSpPr>
              <a:spLocks noEditPoints="1"/>
            </p:cNvSpPr>
            <p:nvPr/>
          </p:nvSpPr>
          <p:spPr bwMode="auto">
            <a:xfrm>
              <a:off x="11513322" y="601628"/>
              <a:ext cx="37594" cy="34372"/>
            </a:xfrm>
            <a:custGeom>
              <a:avLst/>
              <a:gdLst>
                <a:gd name="T0" fmla="*/ 41 w 59"/>
                <a:gd name="T1" fmla="*/ 2 h 54"/>
                <a:gd name="T2" fmla="*/ 59 w 59"/>
                <a:gd name="T3" fmla="*/ 25 h 54"/>
                <a:gd name="T4" fmla="*/ 55 w 59"/>
                <a:gd name="T5" fmla="*/ 44 h 54"/>
                <a:gd name="T6" fmla="*/ 46 w 59"/>
                <a:gd name="T7" fmla="*/ 54 h 54"/>
                <a:gd name="T8" fmla="*/ 46 w 59"/>
                <a:gd name="T9" fmla="*/ 51 h 54"/>
                <a:gd name="T10" fmla="*/ 47 w 59"/>
                <a:gd name="T11" fmla="*/ 48 h 54"/>
                <a:gd name="T12" fmla="*/ 50 w 59"/>
                <a:gd name="T13" fmla="*/ 47 h 54"/>
                <a:gd name="T14" fmla="*/ 55 w 59"/>
                <a:gd name="T15" fmla="*/ 30 h 54"/>
                <a:gd name="T16" fmla="*/ 48 w 59"/>
                <a:gd name="T17" fmla="*/ 31 h 54"/>
                <a:gd name="T18" fmla="*/ 44 w 59"/>
                <a:gd name="T19" fmla="*/ 30 h 54"/>
                <a:gd name="T20" fmla="*/ 42 w 59"/>
                <a:gd name="T21" fmla="*/ 34 h 54"/>
                <a:gd name="T22" fmla="*/ 41 w 59"/>
                <a:gd name="T23" fmla="*/ 30 h 54"/>
                <a:gd name="T24" fmla="*/ 36 w 59"/>
                <a:gd name="T25" fmla="*/ 28 h 54"/>
                <a:gd name="T26" fmla="*/ 42 w 59"/>
                <a:gd name="T27" fmla="*/ 28 h 54"/>
                <a:gd name="T28" fmla="*/ 40 w 59"/>
                <a:gd name="T29" fmla="*/ 16 h 54"/>
                <a:gd name="T30" fmla="*/ 31 w 59"/>
                <a:gd name="T31" fmla="*/ 17 h 54"/>
                <a:gd name="T32" fmla="*/ 28 w 59"/>
                <a:gd name="T33" fmla="*/ 17 h 54"/>
                <a:gd name="T34" fmla="*/ 19 w 59"/>
                <a:gd name="T35" fmla="*/ 18 h 54"/>
                <a:gd name="T36" fmla="*/ 23 w 59"/>
                <a:gd name="T37" fmla="*/ 28 h 54"/>
                <a:gd name="T38" fmla="*/ 24 w 59"/>
                <a:gd name="T39" fmla="*/ 30 h 54"/>
                <a:gd name="T40" fmla="*/ 17 w 59"/>
                <a:gd name="T41" fmla="*/ 32 h 54"/>
                <a:gd name="T42" fmla="*/ 16 w 59"/>
                <a:gd name="T43" fmla="*/ 37 h 54"/>
                <a:gd name="T44" fmla="*/ 14 w 59"/>
                <a:gd name="T45" fmla="*/ 30 h 54"/>
                <a:gd name="T46" fmla="*/ 3 w 59"/>
                <a:gd name="T47" fmla="*/ 31 h 54"/>
                <a:gd name="T48" fmla="*/ 8 w 59"/>
                <a:gd name="T49" fmla="*/ 40 h 54"/>
                <a:gd name="T50" fmla="*/ 9 w 59"/>
                <a:gd name="T51" fmla="*/ 47 h 54"/>
                <a:gd name="T52" fmla="*/ 11 w 59"/>
                <a:gd name="T53" fmla="*/ 48 h 54"/>
                <a:gd name="T54" fmla="*/ 14 w 59"/>
                <a:gd name="T55" fmla="*/ 54 h 54"/>
                <a:gd name="T56" fmla="*/ 6 w 59"/>
                <a:gd name="T57" fmla="*/ 47 h 54"/>
                <a:gd name="T58" fmla="*/ 2 w 59"/>
                <a:gd name="T59" fmla="*/ 38 h 54"/>
                <a:gd name="T60" fmla="*/ 6 w 59"/>
                <a:gd name="T61" fmla="*/ 12 h 54"/>
                <a:gd name="T62" fmla="*/ 25 w 59"/>
                <a:gd name="T63" fmla="*/ 0 h 54"/>
                <a:gd name="T64" fmla="*/ 31 w 59"/>
                <a:gd name="T65" fmla="*/ 0 h 54"/>
                <a:gd name="T66" fmla="*/ 17 w 59"/>
                <a:gd name="T67" fmla="*/ 17 h 54"/>
                <a:gd name="T68" fmla="*/ 10 w 59"/>
                <a:gd name="T69" fmla="*/ 11 h 54"/>
                <a:gd name="T70" fmla="*/ 9 w 59"/>
                <a:gd name="T71" fmla="*/ 11 h 54"/>
                <a:gd name="T72" fmla="*/ 3 w 59"/>
                <a:gd name="T73" fmla="*/ 28 h 54"/>
                <a:gd name="T74" fmla="*/ 55 w 59"/>
                <a:gd name="T75" fmla="*/ 20 h 54"/>
                <a:gd name="T76" fmla="*/ 41 w 59"/>
                <a:gd name="T77" fmla="*/ 15 h 54"/>
                <a:gd name="T78" fmla="*/ 44 w 59"/>
                <a:gd name="T79" fmla="*/ 26 h 54"/>
                <a:gd name="T80" fmla="*/ 48 w 59"/>
                <a:gd name="T81" fmla="*/ 27 h 54"/>
                <a:gd name="T82" fmla="*/ 55 w 59"/>
                <a:gd name="T83" fmla="*/ 28 h 54"/>
                <a:gd name="T84" fmla="*/ 37 w 59"/>
                <a:gd name="T85" fmla="*/ 7 h 54"/>
                <a:gd name="T86" fmla="*/ 33 w 59"/>
                <a:gd name="T87" fmla="*/ 2 h 54"/>
                <a:gd name="T88" fmla="*/ 20 w 59"/>
                <a:gd name="T89" fmla="*/ 10 h 54"/>
                <a:gd name="T90" fmla="*/ 11 w 59"/>
                <a:gd name="T91" fmla="*/ 9 h 54"/>
                <a:gd name="T92" fmla="*/ 36 w 59"/>
                <a:gd name="T93" fmla="*/ 9 h 54"/>
                <a:gd name="T94" fmla="*/ 31 w 59"/>
                <a:gd name="T95" fmla="*/ 15 h 54"/>
                <a:gd name="T96" fmla="*/ 22 w 59"/>
                <a:gd name="T97" fmla="*/ 11 h 54"/>
                <a:gd name="T98" fmla="*/ 24 w 59"/>
                <a:gd name="T99" fmla="*/ 14 h 54"/>
                <a:gd name="T100" fmla="*/ 28 w 59"/>
                <a:gd name="T10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 h="54">
                  <a:moveTo>
                    <a:pt x="31" y="0"/>
                  </a:moveTo>
                  <a:cubicBezTo>
                    <a:pt x="32" y="0"/>
                    <a:pt x="33" y="0"/>
                    <a:pt x="33" y="0"/>
                  </a:cubicBezTo>
                  <a:cubicBezTo>
                    <a:pt x="36" y="0"/>
                    <a:pt x="39" y="1"/>
                    <a:pt x="41" y="2"/>
                  </a:cubicBezTo>
                  <a:cubicBezTo>
                    <a:pt x="44" y="3"/>
                    <a:pt x="46" y="5"/>
                    <a:pt x="49" y="7"/>
                  </a:cubicBezTo>
                  <a:cubicBezTo>
                    <a:pt x="52" y="9"/>
                    <a:pt x="54" y="12"/>
                    <a:pt x="56" y="15"/>
                  </a:cubicBezTo>
                  <a:cubicBezTo>
                    <a:pt x="57" y="18"/>
                    <a:pt x="58" y="22"/>
                    <a:pt x="59" y="25"/>
                  </a:cubicBezTo>
                  <a:cubicBezTo>
                    <a:pt x="59" y="26"/>
                    <a:pt x="59" y="27"/>
                    <a:pt x="59" y="28"/>
                  </a:cubicBezTo>
                  <a:cubicBezTo>
                    <a:pt x="59" y="30"/>
                    <a:pt x="59" y="32"/>
                    <a:pt x="58" y="34"/>
                  </a:cubicBezTo>
                  <a:cubicBezTo>
                    <a:pt x="58" y="38"/>
                    <a:pt x="57" y="41"/>
                    <a:pt x="55" y="44"/>
                  </a:cubicBezTo>
                  <a:cubicBezTo>
                    <a:pt x="54" y="46"/>
                    <a:pt x="52" y="47"/>
                    <a:pt x="51" y="49"/>
                  </a:cubicBezTo>
                  <a:cubicBezTo>
                    <a:pt x="50" y="51"/>
                    <a:pt x="48" y="52"/>
                    <a:pt x="46" y="53"/>
                  </a:cubicBezTo>
                  <a:cubicBezTo>
                    <a:pt x="46" y="53"/>
                    <a:pt x="46" y="54"/>
                    <a:pt x="46" y="54"/>
                  </a:cubicBezTo>
                  <a:cubicBezTo>
                    <a:pt x="46" y="54"/>
                    <a:pt x="46" y="54"/>
                    <a:pt x="45" y="54"/>
                  </a:cubicBezTo>
                  <a:cubicBezTo>
                    <a:pt x="45" y="53"/>
                    <a:pt x="45" y="53"/>
                    <a:pt x="45" y="53"/>
                  </a:cubicBezTo>
                  <a:cubicBezTo>
                    <a:pt x="46" y="52"/>
                    <a:pt x="46" y="51"/>
                    <a:pt x="46" y="51"/>
                  </a:cubicBezTo>
                  <a:cubicBezTo>
                    <a:pt x="46" y="50"/>
                    <a:pt x="47" y="50"/>
                    <a:pt x="47" y="50"/>
                  </a:cubicBezTo>
                  <a:cubicBezTo>
                    <a:pt x="47" y="49"/>
                    <a:pt x="48" y="49"/>
                    <a:pt x="48" y="48"/>
                  </a:cubicBezTo>
                  <a:cubicBezTo>
                    <a:pt x="48" y="48"/>
                    <a:pt x="48" y="48"/>
                    <a:pt x="47" y="48"/>
                  </a:cubicBezTo>
                  <a:cubicBezTo>
                    <a:pt x="47" y="48"/>
                    <a:pt x="47" y="47"/>
                    <a:pt x="47" y="47"/>
                  </a:cubicBezTo>
                  <a:cubicBezTo>
                    <a:pt x="47" y="46"/>
                    <a:pt x="47" y="46"/>
                    <a:pt x="47" y="45"/>
                  </a:cubicBezTo>
                  <a:cubicBezTo>
                    <a:pt x="48" y="46"/>
                    <a:pt x="49" y="46"/>
                    <a:pt x="50" y="47"/>
                  </a:cubicBezTo>
                  <a:cubicBezTo>
                    <a:pt x="52" y="44"/>
                    <a:pt x="54" y="41"/>
                    <a:pt x="55" y="37"/>
                  </a:cubicBezTo>
                  <a:cubicBezTo>
                    <a:pt x="56" y="35"/>
                    <a:pt x="57" y="31"/>
                    <a:pt x="56" y="30"/>
                  </a:cubicBezTo>
                  <a:cubicBezTo>
                    <a:pt x="56" y="30"/>
                    <a:pt x="56" y="30"/>
                    <a:pt x="55" y="30"/>
                  </a:cubicBezTo>
                  <a:cubicBezTo>
                    <a:pt x="55" y="30"/>
                    <a:pt x="55" y="31"/>
                    <a:pt x="55" y="31"/>
                  </a:cubicBezTo>
                  <a:cubicBezTo>
                    <a:pt x="54" y="32"/>
                    <a:pt x="53" y="33"/>
                    <a:pt x="51" y="33"/>
                  </a:cubicBezTo>
                  <a:cubicBezTo>
                    <a:pt x="50" y="33"/>
                    <a:pt x="48" y="32"/>
                    <a:pt x="48" y="31"/>
                  </a:cubicBezTo>
                  <a:cubicBezTo>
                    <a:pt x="48" y="30"/>
                    <a:pt x="47" y="30"/>
                    <a:pt x="47" y="30"/>
                  </a:cubicBezTo>
                  <a:cubicBezTo>
                    <a:pt x="46" y="30"/>
                    <a:pt x="46" y="30"/>
                    <a:pt x="45" y="30"/>
                  </a:cubicBezTo>
                  <a:cubicBezTo>
                    <a:pt x="45" y="30"/>
                    <a:pt x="45" y="30"/>
                    <a:pt x="44" y="30"/>
                  </a:cubicBezTo>
                  <a:cubicBezTo>
                    <a:pt x="44" y="33"/>
                    <a:pt x="44" y="35"/>
                    <a:pt x="43" y="38"/>
                  </a:cubicBezTo>
                  <a:cubicBezTo>
                    <a:pt x="43" y="37"/>
                    <a:pt x="42" y="36"/>
                    <a:pt x="42" y="35"/>
                  </a:cubicBezTo>
                  <a:cubicBezTo>
                    <a:pt x="42" y="35"/>
                    <a:pt x="42" y="35"/>
                    <a:pt x="42" y="34"/>
                  </a:cubicBezTo>
                  <a:cubicBezTo>
                    <a:pt x="42" y="33"/>
                    <a:pt x="42" y="32"/>
                    <a:pt x="42" y="31"/>
                  </a:cubicBezTo>
                  <a:cubicBezTo>
                    <a:pt x="42" y="31"/>
                    <a:pt x="42" y="30"/>
                    <a:pt x="42" y="30"/>
                  </a:cubicBezTo>
                  <a:cubicBezTo>
                    <a:pt x="42" y="30"/>
                    <a:pt x="42" y="30"/>
                    <a:pt x="41" y="30"/>
                  </a:cubicBezTo>
                  <a:cubicBezTo>
                    <a:pt x="39" y="30"/>
                    <a:pt x="37" y="30"/>
                    <a:pt x="36" y="30"/>
                  </a:cubicBezTo>
                  <a:cubicBezTo>
                    <a:pt x="35" y="30"/>
                    <a:pt x="35" y="30"/>
                    <a:pt x="35" y="30"/>
                  </a:cubicBezTo>
                  <a:cubicBezTo>
                    <a:pt x="35" y="29"/>
                    <a:pt x="35" y="29"/>
                    <a:pt x="36" y="28"/>
                  </a:cubicBezTo>
                  <a:cubicBezTo>
                    <a:pt x="36" y="28"/>
                    <a:pt x="36" y="28"/>
                    <a:pt x="36" y="28"/>
                  </a:cubicBezTo>
                  <a:cubicBezTo>
                    <a:pt x="38" y="28"/>
                    <a:pt x="40" y="28"/>
                    <a:pt x="41" y="28"/>
                  </a:cubicBezTo>
                  <a:cubicBezTo>
                    <a:pt x="42" y="28"/>
                    <a:pt x="42" y="28"/>
                    <a:pt x="42" y="28"/>
                  </a:cubicBezTo>
                  <a:cubicBezTo>
                    <a:pt x="42" y="27"/>
                    <a:pt x="42" y="27"/>
                    <a:pt x="42" y="26"/>
                  </a:cubicBezTo>
                  <a:cubicBezTo>
                    <a:pt x="42" y="24"/>
                    <a:pt x="42" y="22"/>
                    <a:pt x="41" y="20"/>
                  </a:cubicBezTo>
                  <a:cubicBezTo>
                    <a:pt x="41" y="19"/>
                    <a:pt x="40" y="17"/>
                    <a:pt x="40" y="16"/>
                  </a:cubicBezTo>
                  <a:cubicBezTo>
                    <a:pt x="40" y="16"/>
                    <a:pt x="40" y="16"/>
                    <a:pt x="39" y="15"/>
                  </a:cubicBezTo>
                  <a:cubicBezTo>
                    <a:pt x="39" y="15"/>
                    <a:pt x="39" y="15"/>
                    <a:pt x="39" y="16"/>
                  </a:cubicBezTo>
                  <a:cubicBezTo>
                    <a:pt x="36" y="16"/>
                    <a:pt x="34" y="17"/>
                    <a:pt x="31" y="17"/>
                  </a:cubicBezTo>
                  <a:cubicBezTo>
                    <a:pt x="31" y="17"/>
                    <a:pt x="31" y="17"/>
                    <a:pt x="30" y="17"/>
                  </a:cubicBezTo>
                  <a:cubicBezTo>
                    <a:pt x="30" y="17"/>
                    <a:pt x="29" y="17"/>
                    <a:pt x="29" y="17"/>
                  </a:cubicBezTo>
                  <a:cubicBezTo>
                    <a:pt x="29" y="17"/>
                    <a:pt x="28" y="17"/>
                    <a:pt x="28" y="17"/>
                  </a:cubicBezTo>
                  <a:cubicBezTo>
                    <a:pt x="26" y="17"/>
                    <a:pt x="25" y="16"/>
                    <a:pt x="24" y="16"/>
                  </a:cubicBezTo>
                  <a:cubicBezTo>
                    <a:pt x="23" y="16"/>
                    <a:pt x="23" y="16"/>
                    <a:pt x="23" y="16"/>
                  </a:cubicBezTo>
                  <a:cubicBezTo>
                    <a:pt x="22" y="18"/>
                    <a:pt x="20" y="18"/>
                    <a:pt x="19" y="18"/>
                  </a:cubicBezTo>
                  <a:cubicBezTo>
                    <a:pt x="18" y="20"/>
                    <a:pt x="17" y="26"/>
                    <a:pt x="17" y="28"/>
                  </a:cubicBezTo>
                  <a:cubicBezTo>
                    <a:pt x="17" y="28"/>
                    <a:pt x="18" y="28"/>
                    <a:pt x="18" y="28"/>
                  </a:cubicBezTo>
                  <a:cubicBezTo>
                    <a:pt x="19" y="28"/>
                    <a:pt x="21" y="28"/>
                    <a:pt x="23" y="28"/>
                  </a:cubicBezTo>
                  <a:cubicBezTo>
                    <a:pt x="23" y="28"/>
                    <a:pt x="23" y="28"/>
                    <a:pt x="24" y="28"/>
                  </a:cubicBezTo>
                  <a:cubicBezTo>
                    <a:pt x="24" y="29"/>
                    <a:pt x="24" y="29"/>
                    <a:pt x="25" y="30"/>
                  </a:cubicBezTo>
                  <a:cubicBezTo>
                    <a:pt x="24" y="30"/>
                    <a:pt x="24" y="30"/>
                    <a:pt x="24" y="30"/>
                  </a:cubicBezTo>
                  <a:cubicBezTo>
                    <a:pt x="22" y="30"/>
                    <a:pt x="20" y="30"/>
                    <a:pt x="18" y="30"/>
                  </a:cubicBezTo>
                  <a:cubicBezTo>
                    <a:pt x="18" y="30"/>
                    <a:pt x="17" y="30"/>
                    <a:pt x="17" y="30"/>
                  </a:cubicBezTo>
                  <a:cubicBezTo>
                    <a:pt x="17" y="31"/>
                    <a:pt x="17" y="31"/>
                    <a:pt x="17" y="32"/>
                  </a:cubicBezTo>
                  <a:cubicBezTo>
                    <a:pt x="17" y="33"/>
                    <a:pt x="17" y="34"/>
                    <a:pt x="17" y="34"/>
                  </a:cubicBezTo>
                  <a:cubicBezTo>
                    <a:pt x="17" y="35"/>
                    <a:pt x="17" y="35"/>
                    <a:pt x="17" y="35"/>
                  </a:cubicBezTo>
                  <a:cubicBezTo>
                    <a:pt x="17" y="36"/>
                    <a:pt x="16" y="37"/>
                    <a:pt x="16" y="37"/>
                  </a:cubicBezTo>
                  <a:cubicBezTo>
                    <a:pt x="15" y="36"/>
                    <a:pt x="15" y="35"/>
                    <a:pt x="15" y="34"/>
                  </a:cubicBezTo>
                  <a:cubicBezTo>
                    <a:pt x="15" y="33"/>
                    <a:pt x="15" y="31"/>
                    <a:pt x="15" y="30"/>
                  </a:cubicBezTo>
                  <a:cubicBezTo>
                    <a:pt x="15" y="30"/>
                    <a:pt x="14" y="30"/>
                    <a:pt x="14" y="30"/>
                  </a:cubicBezTo>
                  <a:cubicBezTo>
                    <a:pt x="10" y="30"/>
                    <a:pt x="7" y="30"/>
                    <a:pt x="3" y="30"/>
                  </a:cubicBezTo>
                  <a:cubicBezTo>
                    <a:pt x="3" y="30"/>
                    <a:pt x="3" y="30"/>
                    <a:pt x="3" y="30"/>
                  </a:cubicBezTo>
                  <a:cubicBezTo>
                    <a:pt x="3" y="30"/>
                    <a:pt x="3" y="31"/>
                    <a:pt x="3" y="31"/>
                  </a:cubicBezTo>
                  <a:cubicBezTo>
                    <a:pt x="3" y="33"/>
                    <a:pt x="3" y="36"/>
                    <a:pt x="4" y="38"/>
                  </a:cubicBezTo>
                  <a:cubicBezTo>
                    <a:pt x="4" y="39"/>
                    <a:pt x="5" y="39"/>
                    <a:pt x="5" y="39"/>
                  </a:cubicBezTo>
                  <a:cubicBezTo>
                    <a:pt x="6" y="39"/>
                    <a:pt x="7" y="39"/>
                    <a:pt x="8" y="40"/>
                  </a:cubicBezTo>
                  <a:cubicBezTo>
                    <a:pt x="9" y="42"/>
                    <a:pt x="9" y="43"/>
                    <a:pt x="8" y="44"/>
                  </a:cubicBezTo>
                  <a:cubicBezTo>
                    <a:pt x="8" y="45"/>
                    <a:pt x="8" y="45"/>
                    <a:pt x="8" y="45"/>
                  </a:cubicBezTo>
                  <a:cubicBezTo>
                    <a:pt x="8" y="46"/>
                    <a:pt x="9" y="46"/>
                    <a:pt x="9" y="47"/>
                  </a:cubicBezTo>
                  <a:cubicBezTo>
                    <a:pt x="10" y="46"/>
                    <a:pt x="11" y="46"/>
                    <a:pt x="12" y="45"/>
                  </a:cubicBezTo>
                  <a:cubicBezTo>
                    <a:pt x="12" y="46"/>
                    <a:pt x="12" y="47"/>
                    <a:pt x="12" y="47"/>
                  </a:cubicBezTo>
                  <a:cubicBezTo>
                    <a:pt x="12" y="48"/>
                    <a:pt x="11" y="48"/>
                    <a:pt x="11" y="48"/>
                  </a:cubicBezTo>
                  <a:cubicBezTo>
                    <a:pt x="11" y="49"/>
                    <a:pt x="12" y="49"/>
                    <a:pt x="12" y="49"/>
                  </a:cubicBezTo>
                  <a:cubicBezTo>
                    <a:pt x="12" y="50"/>
                    <a:pt x="13" y="50"/>
                    <a:pt x="13" y="51"/>
                  </a:cubicBezTo>
                  <a:cubicBezTo>
                    <a:pt x="13" y="52"/>
                    <a:pt x="13" y="53"/>
                    <a:pt x="14" y="54"/>
                  </a:cubicBezTo>
                  <a:cubicBezTo>
                    <a:pt x="13" y="53"/>
                    <a:pt x="12" y="52"/>
                    <a:pt x="11" y="52"/>
                  </a:cubicBezTo>
                  <a:cubicBezTo>
                    <a:pt x="10" y="51"/>
                    <a:pt x="9" y="50"/>
                    <a:pt x="8" y="49"/>
                  </a:cubicBezTo>
                  <a:cubicBezTo>
                    <a:pt x="7" y="48"/>
                    <a:pt x="7" y="47"/>
                    <a:pt x="6" y="47"/>
                  </a:cubicBezTo>
                  <a:cubicBezTo>
                    <a:pt x="4" y="47"/>
                    <a:pt x="2" y="47"/>
                    <a:pt x="1" y="44"/>
                  </a:cubicBezTo>
                  <a:cubicBezTo>
                    <a:pt x="0" y="43"/>
                    <a:pt x="1" y="41"/>
                    <a:pt x="2" y="40"/>
                  </a:cubicBezTo>
                  <a:cubicBezTo>
                    <a:pt x="2" y="39"/>
                    <a:pt x="2" y="38"/>
                    <a:pt x="2" y="38"/>
                  </a:cubicBezTo>
                  <a:cubicBezTo>
                    <a:pt x="1" y="35"/>
                    <a:pt x="0" y="32"/>
                    <a:pt x="0" y="29"/>
                  </a:cubicBezTo>
                  <a:cubicBezTo>
                    <a:pt x="0" y="26"/>
                    <a:pt x="1" y="23"/>
                    <a:pt x="2" y="20"/>
                  </a:cubicBezTo>
                  <a:cubicBezTo>
                    <a:pt x="3" y="17"/>
                    <a:pt x="4" y="15"/>
                    <a:pt x="6" y="12"/>
                  </a:cubicBezTo>
                  <a:cubicBezTo>
                    <a:pt x="7" y="11"/>
                    <a:pt x="7" y="10"/>
                    <a:pt x="9" y="9"/>
                  </a:cubicBezTo>
                  <a:cubicBezTo>
                    <a:pt x="10" y="7"/>
                    <a:pt x="13" y="5"/>
                    <a:pt x="15" y="4"/>
                  </a:cubicBezTo>
                  <a:cubicBezTo>
                    <a:pt x="18" y="2"/>
                    <a:pt x="22" y="1"/>
                    <a:pt x="25" y="0"/>
                  </a:cubicBezTo>
                  <a:cubicBezTo>
                    <a:pt x="26" y="0"/>
                    <a:pt x="27" y="0"/>
                    <a:pt x="27" y="0"/>
                  </a:cubicBezTo>
                  <a:cubicBezTo>
                    <a:pt x="27" y="0"/>
                    <a:pt x="28" y="0"/>
                    <a:pt x="28" y="0"/>
                  </a:cubicBezTo>
                  <a:cubicBezTo>
                    <a:pt x="29" y="0"/>
                    <a:pt x="30" y="0"/>
                    <a:pt x="31" y="0"/>
                  </a:cubicBezTo>
                  <a:close/>
                  <a:moveTo>
                    <a:pt x="15" y="28"/>
                  </a:moveTo>
                  <a:cubicBezTo>
                    <a:pt x="15" y="24"/>
                    <a:pt x="16" y="21"/>
                    <a:pt x="17" y="18"/>
                  </a:cubicBezTo>
                  <a:cubicBezTo>
                    <a:pt x="17" y="17"/>
                    <a:pt x="17" y="17"/>
                    <a:pt x="17" y="17"/>
                  </a:cubicBezTo>
                  <a:cubicBezTo>
                    <a:pt x="16" y="16"/>
                    <a:pt x="15" y="15"/>
                    <a:pt x="15" y="14"/>
                  </a:cubicBezTo>
                  <a:cubicBezTo>
                    <a:pt x="15" y="14"/>
                    <a:pt x="15" y="14"/>
                    <a:pt x="15" y="14"/>
                  </a:cubicBezTo>
                  <a:cubicBezTo>
                    <a:pt x="13" y="13"/>
                    <a:pt x="12" y="12"/>
                    <a:pt x="10" y="11"/>
                  </a:cubicBezTo>
                  <a:cubicBezTo>
                    <a:pt x="10" y="11"/>
                    <a:pt x="10" y="11"/>
                    <a:pt x="10" y="11"/>
                  </a:cubicBezTo>
                  <a:cubicBezTo>
                    <a:pt x="10" y="11"/>
                    <a:pt x="9" y="11"/>
                    <a:pt x="9" y="11"/>
                  </a:cubicBezTo>
                  <a:cubicBezTo>
                    <a:pt x="9" y="11"/>
                    <a:pt x="9" y="11"/>
                    <a:pt x="9" y="11"/>
                  </a:cubicBezTo>
                  <a:cubicBezTo>
                    <a:pt x="7" y="14"/>
                    <a:pt x="6" y="16"/>
                    <a:pt x="5" y="19"/>
                  </a:cubicBezTo>
                  <a:cubicBezTo>
                    <a:pt x="3" y="21"/>
                    <a:pt x="3" y="24"/>
                    <a:pt x="3" y="27"/>
                  </a:cubicBezTo>
                  <a:cubicBezTo>
                    <a:pt x="3" y="27"/>
                    <a:pt x="3" y="28"/>
                    <a:pt x="3" y="28"/>
                  </a:cubicBezTo>
                  <a:cubicBezTo>
                    <a:pt x="3" y="28"/>
                    <a:pt x="14" y="28"/>
                    <a:pt x="15" y="28"/>
                  </a:cubicBezTo>
                  <a:close/>
                  <a:moveTo>
                    <a:pt x="56" y="28"/>
                  </a:moveTo>
                  <a:cubicBezTo>
                    <a:pt x="57" y="27"/>
                    <a:pt x="56" y="22"/>
                    <a:pt x="55" y="20"/>
                  </a:cubicBezTo>
                  <a:cubicBezTo>
                    <a:pt x="54" y="16"/>
                    <a:pt x="52" y="13"/>
                    <a:pt x="50" y="11"/>
                  </a:cubicBezTo>
                  <a:cubicBezTo>
                    <a:pt x="48" y="12"/>
                    <a:pt x="47" y="12"/>
                    <a:pt x="46" y="13"/>
                  </a:cubicBezTo>
                  <a:cubicBezTo>
                    <a:pt x="44" y="14"/>
                    <a:pt x="43" y="14"/>
                    <a:pt x="41" y="15"/>
                  </a:cubicBezTo>
                  <a:cubicBezTo>
                    <a:pt x="42" y="15"/>
                    <a:pt x="42" y="15"/>
                    <a:pt x="42" y="15"/>
                  </a:cubicBezTo>
                  <a:cubicBezTo>
                    <a:pt x="42" y="16"/>
                    <a:pt x="42" y="17"/>
                    <a:pt x="43" y="18"/>
                  </a:cubicBezTo>
                  <a:cubicBezTo>
                    <a:pt x="43" y="21"/>
                    <a:pt x="44" y="24"/>
                    <a:pt x="44" y="26"/>
                  </a:cubicBezTo>
                  <a:cubicBezTo>
                    <a:pt x="44" y="27"/>
                    <a:pt x="44" y="27"/>
                    <a:pt x="44" y="28"/>
                  </a:cubicBezTo>
                  <a:cubicBezTo>
                    <a:pt x="45" y="28"/>
                    <a:pt x="46" y="28"/>
                    <a:pt x="47" y="28"/>
                  </a:cubicBezTo>
                  <a:cubicBezTo>
                    <a:pt x="47" y="28"/>
                    <a:pt x="48" y="28"/>
                    <a:pt x="48" y="27"/>
                  </a:cubicBezTo>
                  <a:cubicBezTo>
                    <a:pt x="49" y="26"/>
                    <a:pt x="50" y="25"/>
                    <a:pt x="51" y="25"/>
                  </a:cubicBezTo>
                  <a:cubicBezTo>
                    <a:pt x="53" y="25"/>
                    <a:pt x="54" y="26"/>
                    <a:pt x="55" y="27"/>
                  </a:cubicBezTo>
                  <a:cubicBezTo>
                    <a:pt x="55" y="27"/>
                    <a:pt x="55" y="28"/>
                    <a:pt x="55" y="28"/>
                  </a:cubicBezTo>
                  <a:cubicBezTo>
                    <a:pt x="56" y="28"/>
                    <a:pt x="56" y="28"/>
                    <a:pt x="56" y="28"/>
                  </a:cubicBezTo>
                  <a:close/>
                  <a:moveTo>
                    <a:pt x="33" y="2"/>
                  </a:moveTo>
                  <a:cubicBezTo>
                    <a:pt x="34" y="4"/>
                    <a:pt x="36" y="6"/>
                    <a:pt x="37" y="7"/>
                  </a:cubicBezTo>
                  <a:cubicBezTo>
                    <a:pt x="38" y="9"/>
                    <a:pt x="39" y="11"/>
                    <a:pt x="41" y="13"/>
                  </a:cubicBezTo>
                  <a:cubicBezTo>
                    <a:pt x="42" y="13"/>
                    <a:pt x="47" y="10"/>
                    <a:pt x="48" y="9"/>
                  </a:cubicBezTo>
                  <a:cubicBezTo>
                    <a:pt x="46" y="6"/>
                    <a:pt x="36" y="2"/>
                    <a:pt x="33" y="2"/>
                  </a:cubicBezTo>
                  <a:close/>
                  <a:moveTo>
                    <a:pt x="11" y="9"/>
                  </a:moveTo>
                  <a:cubicBezTo>
                    <a:pt x="13" y="10"/>
                    <a:pt x="14" y="11"/>
                    <a:pt x="16" y="12"/>
                  </a:cubicBezTo>
                  <a:cubicBezTo>
                    <a:pt x="17" y="11"/>
                    <a:pt x="18" y="10"/>
                    <a:pt x="20" y="10"/>
                  </a:cubicBezTo>
                  <a:cubicBezTo>
                    <a:pt x="21" y="9"/>
                    <a:pt x="22" y="7"/>
                    <a:pt x="23" y="6"/>
                  </a:cubicBezTo>
                  <a:cubicBezTo>
                    <a:pt x="24" y="5"/>
                    <a:pt x="25" y="4"/>
                    <a:pt x="26" y="2"/>
                  </a:cubicBezTo>
                  <a:cubicBezTo>
                    <a:pt x="23" y="2"/>
                    <a:pt x="14" y="6"/>
                    <a:pt x="11" y="9"/>
                  </a:cubicBezTo>
                  <a:close/>
                  <a:moveTo>
                    <a:pt x="39" y="13"/>
                  </a:moveTo>
                  <a:cubicBezTo>
                    <a:pt x="38" y="13"/>
                    <a:pt x="38" y="13"/>
                    <a:pt x="38" y="12"/>
                  </a:cubicBezTo>
                  <a:cubicBezTo>
                    <a:pt x="37" y="11"/>
                    <a:pt x="36" y="10"/>
                    <a:pt x="36" y="9"/>
                  </a:cubicBezTo>
                  <a:cubicBezTo>
                    <a:pt x="34" y="7"/>
                    <a:pt x="33" y="5"/>
                    <a:pt x="31" y="4"/>
                  </a:cubicBezTo>
                  <a:cubicBezTo>
                    <a:pt x="31" y="3"/>
                    <a:pt x="31" y="3"/>
                    <a:pt x="31" y="3"/>
                  </a:cubicBezTo>
                  <a:cubicBezTo>
                    <a:pt x="30" y="4"/>
                    <a:pt x="30" y="14"/>
                    <a:pt x="31" y="15"/>
                  </a:cubicBezTo>
                  <a:cubicBezTo>
                    <a:pt x="32" y="15"/>
                    <a:pt x="37" y="14"/>
                    <a:pt x="39" y="13"/>
                  </a:cubicBezTo>
                  <a:close/>
                  <a:moveTo>
                    <a:pt x="28" y="3"/>
                  </a:moveTo>
                  <a:cubicBezTo>
                    <a:pt x="26" y="6"/>
                    <a:pt x="24" y="8"/>
                    <a:pt x="22" y="11"/>
                  </a:cubicBezTo>
                  <a:cubicBezTo>
                    <a:pt x="22" y="11"/>
                    <a:pt x="22" y="11"/>
                    <a:pt x="22" y="11"/>
                  </a:cubicBezTo>
                  <a:cubicBezTo>
                    <a:pt x="23" y="12"/>
                    <a:pt x="23" y="13"/>
                    <a:pt x="23" y="14"/>
                  </a:cubicBezTo>
                  <a:cubicBezTo>
                    <a:pt x="23" y="14"/>
                    <a:pt x="23" y="14"/>
                    <a:pt x="24" y="14"/>
                  </a:cubicBezTo>
                  <a:cubicBezTo>
                    <a:pt x="25" y="14"/>
                    <a:pt x="26" y="15"/>
                    <a:pt x="27" y="15"/>
                  </a:cubicBezTo>
                  <a:cubicBezTo>
                    <a:pt x="27" y="15"/>
                    <a:pt x="28" y="15"/>
                    <a:pt x="28" y="15"/>
                  </a:cubicBezTo>
                  <a:cubicBezTo>
                    <a:pt x="29" y="14"/>
                    <a:pt x="29" y="4"/>
                    <a:pt x="28" y="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8" name="Freeform 1219">
              <a:extLst>
                <a:ext uri="{FF2B5EF4-FFF2-40B4-BE49-F238E27FC236}">
                  <a16:creationId xmlns="" xmlns:a16="http://schemas.microsoft.com/office/drawing/2014/main" id="{80C30DD9-D795-4AB6-A1F9-FA682C0A5186}"/>
                </a:ext>
              </a:extLst>
            </p:cNvPr>
            <p:cNvSpPr>
              <a:spLocks noEditPoints="1"/>
            </p:cNvSpPr>
            <p:nvPr/>
          </p:nvSpPr>
          <p:spPr bwMode="auto">
            <a:xfrm>
              <a:off x="11522184" y="622036"/>
              <a:ext cx="19871" cy="23631"/>
            </a:xfrm>
            <a:custGeom>
              <a:avLst/>
              <a:gdLst>
                <a:gd name="T0" fmla="*/ 9 w 31"/>
                <a:gd name="T1" fmla="*/ 34 h 37"/>
                <a:gd name="T2" fmla="*/ 8 w 31"/>
                <a:gd name="T3" fmla="*/ 29 h 37"/>
                <a:gd name="T4" fmla="*/ 7 w 31"/>
                <a:gd name="T5" fmla="*/ 27 h 37"/>
                <a:gd name="T6" fmla="*/ 4 w 31"/>
                <a:gd name="T7" fmla="*/ 27 h 37"/>
                <a:gd name="T8" fmla="*/ 2 w 31"/>
                <a:gd name="T9" fmla="*/ 20 h 37"/>
                <a:gd name="T10" fmla="*/ 1 w 31"/>
                <a:gd name="T11" fmla="*/ 13 h 37"/>
                <a:gd name="T12" fmla="*/ 6 w 31"/>
                <a:gd name="T13" fmla="*/ 3 h 37"/>
                <a:gd name="T14" fmla="*/ 12 w 31"/>
                <a:gd name="T15" fmla="*/ 1 h 37"/>
                <a:gd name="T16" fmla="*/ 13 w 31"/>
                <a:gd name="T17" fmla="*/ 1 h 37"/>
                <a:gd name="T18" fmla="*/ 14 w 31"/>
                <a:gd name="T19" fmla="*/ 8 h 37"/>
                <a:gd name="T20" fmla="*/ 15 w 31"/>
                <a:gd name="T21" fmla="*/ 4 h 37"/>
                <a:gd name="T22" fmla="*/ 16 w 31"/>
                <a:gd name="T23" fmla="*/ 4 h 37"/>
                <a:gd name="T24" fmla="*/ 17 w 31"/>
                <a:gd name="T25" fmla="*/ 8 h 37"/>
                <a:gd name="T26" fmla="*/ 17 w 31"/>
                <a:gd name="T27" fmla="*/ 7 h 37"/>
                <a:gd name="T28" fmla="*/ 19 w 31"/>
                <a:gd name="T29" fmla="*/ 1 h 37"/>
                <a:gd name="T30" fmla="*/ 20 w 31"/>
                <a:gd name="T31" fmla="*/ 1 h 37"/>
                <a:gd name="T32" fmla="*/ 25 w 31"/>
                <a:gd name="T33" fmla="*/ 3 h 37"/>
                <a:gd name="T34" fmla="*/ 30 w 31"/>
                <a:gd name="T35" fmla="*/ 14 h 37"/>
                <a:gd name="T36" fmla="*/ 29 w 31"/>
                <a:gd name="T37" fmla="*/ 21 h 37"/>
                <a:gd name="T38" fmla="*/ 25 w 31"/>
                <a:gd name="T39" fmla="*/ 28 h 37"/>
                <a:gd name="T40" fmla="*/ 24 w 31"/>
                <a:gd name="T41" fmla="*/ 29 h 37"/>
                <a:gd name="T42" fmla="*/ 22 w 31"/>
                <a:gd name="T43" fmla="*/ 37 h 37"/>
                <a:gd name="T44" fmla="*/ 16 w 31"/>
                <a:gd name="T45" fmla="*/ 31 h 37"/>
                <a:gd name="T46" fmla="*/ 16 w 31"/>
                <a:gd name="T47" fmla="*/ 30 h 37"/>
                <a:gd name="T48" fmla="*/ 15 w 31"/>
                <a:gd name="T49" fmla="*/ 30 h 37"/>
                <a:gd name="T50" fmla="*/ 15 w 31"/>
                <a:gd name="T51" fmla="*/ 37 h 37"/>
                <a:gd name="T52" fmla="*/ 7 w 31"/>
                <a:gd name="T53" fmla="*/ 24 h 37"/>
                <a:gd name="T54" fmla="*/ 7 w 31"/>
                <a:gd name="T55" fmla="*/ 21 h 37"/>
                <a:gd name="T56" fmla="*/ 8 w 31"/>
                <a:gd name="T57" fmla="*/ 12 h 37"/>
                <a:gd name="T58" fmla="*/ 7 w 31"/>
                <a:gd name="T59" fmla="*/ 11 h 37"/>
                <a:gd name="T60" fmla="*/ 5 w 31"/>
                <a:gd name="T61" fmla="*/ 16 h 37"/>
                <a:gd name="T62" fmla="*/ 24 w 31"/>
                <a:gd name="T63" fmla="*/ 11 h 37"/>
                <a:gd name="T64" fmla="*/ 23 w 31"/>
                <a:gd name="T65" fmla="*/ 12 h 37"/>
                <a:gd name="T66" fmla="*/ 24 w 31"/>
                <a:gd name="T67" fmla="*/ 24 h 37"/>
                <a:gd name="T68" fmla="*/ 25 w 31"/>
                <a:gd name="T69" fmla="*/ 21 h 37"/>
                <a:gd name="T70" fmla="*/ 26 w 31"/>
                <a:gd name="T71" fmla="*/ 15 h 37"/>
                <a:gd name="T72" fmla="*/ 24 w 31"/>
                <a:gd name="T73"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37">
                  <a:moveTo>
                    <a:pt x="9" y="37"/>
                  </a:moveTo>
                  <a:cubicBezTo>
                    <a:pt x="9" y="36"/>
                    <a:pt x="9" y="35"/>
                    <a:pt x="9" y="34"/>
                  </a:cubicBezTo>
                  <a:cubicBezTo>
                    <a:pt x="8" y="33"/>
                    <a:pt x="8" y="32"/>
                    <a:pt x="8" y="31"/>
                  </a:cubicBezTo>
                  <a:cubicBezTo>
                    <a:pt x="8" y="30"/>
                    <a:pt x="8" y="30"/>
                    <a:pt x="8" y="29"/>
                  </a:cubicBezTo>
                  <a:cubicBezTo>
                    <a:pt x="8" y="29"/>
                    <a:pt x="8" y="29"/>
                    <a:pt x="7" y="29"/>
                  </a:cubicBezTo>
                  <a:cubicBezTo>
                    <a:pt x="7" y="28"/>
                    <a:pt x="7" y="28"/>
                    <a:pt x="7" y="27"/>
                  </a:cubicBezTo>
                  <a:cubicBezTo>
                    <a:pt x="7" y="27"/>
                    <a:pt x="7" y="28"/>
                    <a:pt x="7" y="28"/>
                  </a:cubicBezTo>
                  <a:cubicBezTo>
                    <a:pt x="6" y="28"/>
                    <a:pt x="4" y="28"/>
                    <a:pt x="4" y="27"/>
                  </a:cubicBezTo>
                  <a:cubicBezTo>
                    <a:pt x="4" y="26"/>
                    <a:pt x="3" y="25"/>
                    <a:pt x="3" y="24"/>
                  </a:cubicBezTo>
                  <a:cubicBezTo>
                    <a:pt x="3" y="23"/>
                    <a:pt x="2" y="22"/>
                    <a:pt x="2" y="20"/>
                  </a:cubicBezTo>
                  <a:cubicBezTo>
                    <a:pt x="1" y="19"/>
                    <a:pt x="1" y="17"/>
                    <a:pt x="1" y="16"/>
                  </a:cubicBezTo>
                  <a:cubicBezTo>
                    <a:pt x="0" y="15"/>
                    <a:pt x="0" y="14"/>
                    <a:pt x="1" y="13"/>
                  </a:cubicBezTo>
                  <a:cubicBezTo>
                    <a:pt x="2" y="10"/>
                    <a:pt x="4" y="6"/>
                    <a:pt x="6" y="3"/>
                  </a:cubicBezTo>
                  <a:cubicBezTo>
                    <a:pt x="6" y="3"/>
                    <a:pt x="6" y="3"/>
                    <a:pt x="6" y="3"/>
                  </a:cubicBezTo>
                  <a:cubicBezTo>
                    <a:pt x="7" y="2"/>
                    <a:pt x="7" y="2"/>
                    <a:pt x="7" y="2"/>
                  </a:cubicBezTo>
                  <a:cubicBezTo>
                    <a:pt x="9" y="2"/>
                    <a:pt x="10" y="1"/>
                    <a:pt x="12" y="1"/>
                  </a:cubicBezTo>
                  <a:cubicBezTo>
                    <a:pt x="12" y="0"/>
                    <a:pt x="12" y="0"/>
                    <a:pt x="12" y="0"/>
                  </a:cubicBezTo>
                  <a:cubicBezTo>
                    <a:pt x="12" y="1"/>
                    <a:pt x="12" y="1"/>
                    <a:pt x="13" y="1"/>
                  </a:cubicBezTo>
                  <a:cubicBezTo>
                    <a:pt x="13" y="3"/>
                    <a:pt x="13" y="5"/>
                    <a:pt x="14" y="7"/>
                  </a:cubicBezTo>
                  <a:cubicBezTo>
                    <a:pt x="14" y="7"/>
                    <a:pt x="14" y="7"/>
                    <a:pt x="14" y="8"/>
                  </a:cubicBezTo>
                  <a:cubicBezTo>
                    <a:pt x="15" y="8"/>
                    <a:pt x="15" y="8"/>
                    <a:pt x="15" y="7"/>
                  </a:cubicBezTo>
                  <a:cubicBezTo>
                    <a:pt x="15" y="6"/>
                    <a:pt x="15" y="5"/>
                    <a:pt x="15" y="4"/>
                  </a:cubicBezTo>
                  <a:cubicBezTo>
                    <a:pt x="15" y="3"/>
                    <a:pt x="15" y="3"/>
                    <a:pt x="16" y="3"/>
                  </a:cubicBezTo>
                  <a:cubicBezTo>
                    <a:pt x="16" y="3"/>
                    <a:pt x="16" y="3"/>
                    <a:pt x="16" y="4"/>
                  </a:cubicBezTo>
                  <a:cubicBezTo>
                    <a:pt x="16" y="5"/>
                    <a:pt x="16" y="6"/>
                    <a:pt x="17" y="7"/>
                  </a:cubicBezTo>
                  <a:cubicBezTo>
                    <a:pt x="17" y="7"/>
                    <a:pt x="17" y="8"/>
                    <a:pt x="17" y="8"/>
                  </a:cubicBezTo>
                  <a:cubicBezTo>
                    <a:pt x="17" y="8"/>
                    <a:pt x="17" y="8"/>
                    <a:pt x="17" y="8"/>
                  </a:cubicBezTo>
                  <a:cubicBezTo>
                    <a:pt x="17" y="8"/>
                    <a:pt x="17" y="7"/>
                    <a:pt x="17" y="7"/>
                  </a:cubicBezTo>
                  <a:cubicBezTo>
                    <a:pt x="17" y="6"/>
                    <a:pt x="18" y="4"/>
                    <a:pt x="18" y="3"/>
                  </a:cubicBezTo>
                  <a:cubicBezTo>
                    <a:pt x="18" y="2"/>
                    <a:pt x="18" y="2"/>
                    <a:pt x="19" y="1"/>
                  </a:cubicBezTo>
                  <a:cubicBezTo>
                    <a:pt x="19" y="1"/>
                    <a:pt x="19" y="1"/>
                    <a:pt x="19" y="0"/>
                  </a:cubicBezTo>
                  <a:cubicBezTo>
                    <a:pt x="19" y="1"/>
                    <a:pt x="19" y="1"/>
                    <a:pt x="20" y="1"/>
                  </a:cubicBezTo>
                  <a:cubicBezTo>
                    <a:pt x="21" y="1"/>
                    <a:pt x="22" y="2"/>
                    <a:pt x="24" y="2"/>
                  </a:cubicBezTo>
                  <a:cubicBezTo>
                    <a:pt x="24" y="2"/>
                    <a:pt x="24" y="2"/>
                    <a:pt x="25" y="3"/>
                  </a:cubicBezTo>
                  <a:cubicBezTo>
                    <a:pt x="25" y="4"/>
                    <a:pt x="26" y="5"/>
                    <a:pt x="26" y="6"/>
                  </a:cubicBezTo>
                  <a:cubicBezTo>
                    <a:pt x="28" y="8"/>
                    <a:pt x="29" y="11"/>
                    <a:pt x="30" y="14"/>
                  </a:cubicBezTo>
                  <a:cubicBezTo>
                    <a:pt x="31" y="14"/>
                    <a:pt x="31" y="15"/>
                    <a:pt x="30" y="16"/>
                  </a:cubicBezTo>
                  <a:cubicBezTo>
                    <a:pt x="30" y="18"/>
                    <a:pt x="30" y="19"/>
                    <a:pt x="29" y="21"/>
                  </a:cubicBezTo>
                  <a:cubicBezTo>
                    <a:pt x="28" y="23"/>
                    <a:pt x="28" y="25"/>
                    <a:pt x="27" y="26"/>
                  </a:cubicBezTo>
                  <a:cubicBezTo>
                    <a:pt x="27" y="28"/>
                    <a:pt x="26" y="28"/>
                    <a:pt x="25" y="28"/>
                  </a:cubicBezTo>
                  <a:cubicBezTo>
                    <a:pt x="25" y="28"/>
                    <a:pt x="24" y="28"/>
                    <a:pt x="24" y="27"/>
                  </a:cubicBezTo>
                  <a:cubicBezTo>
                    <a:pt x="24" y="28"/>
                    <a:pt x="24" y="28"/>
                    <a:pt x="24" y="29"/>
                  </a:cubicBezTo>
                  <a:cubicBezTo>
                    <a:pt x="24" y="29"/>
                    <a:pt x="23" y="29"/>
                    <a:pt x="23" y="29"/>
                  </a:cubicBezTo>
                  <a:cubicBezTo>
                    <a:pt x="23" y="32"/>
                    <a:pt x="23" y="35"/>
                    <a:pt x="22" y="37"/>
                  </a:cubicBezTo>
                  <a:cubicBezTo>
                    <a:pt x="20" y="37"/>
                    <a:pt x="18" y="37"/>
                    <a:pt x="16" y="37"/>
                  </a:cubicBezTo>
                  <a:cubicBezTo>
                    <a:pt x="16" y="35"/>
                    <a:pt x="16" y="33"/>
                    <a:pt x="16" y="31"/>
                  </a:cubicBezTo>
                  <a:cubicBezTo>
                    <a:pt x="16" y="31"/>
                    <a:pt x="16" y="31"/>
                    <a:pt x="16" y="30"/>
                  </a:cubicBezTo>
                  <a:cubicBezTo>
                    <a:pt x="16" y="30"/>
                    <a:pt x="16" y="30"/>
                    <a:pt x="16" y="30"/>
                  </a:cubicBezTo>
                  <a:cubicBezTo>
                    <a:pt x="16" y="30"/>
                    <a:pt x="16" y="29"/>
                    <a:pt x="16" y="30"/>
                  </a:cubicBezTo>
                  <a:cubicBezTo>
                    <a:pt x="15" y="30"/>
                    <a:pt x="15" y="30"/>
                    <a:pt x="15" y="30"/>
                  </a:cubicBezTo>
                  <a:cubicBezTo>
                    <a:pt x="15" y="30"/>
                    <a:pt x="15" y="30"/>
                    <a:pt x="15" y="30"/>
                  </a:cubicBezTo>
                  <a:cubicBezTo>
                    <a:pt x="15" y="33"/>
                    <a:pt x="15" y="35"/>
                    <a:pt x="15" y="37"/>
                  </a:cubicBezTo>
                  <a:cubicBezTo>
                    <a:pt x="13" y="37"/>
                    <a:pt x="11" y="37"/>
                    <a:pt x="9" y="37"/>
                  </a:cubicBezTo>
                  <a:close/>
                  <a:moveTo>
                    <a:pt x="7" y="24"/>
                  </a:moveTo>
                  <a:cubicBezTo>
                    <a:pt x="7" y="24"/>
                    <a:pt x="7" y="24"/>
                    <a:pt x="7" y="24"/>
                  </a:cubicBezTo>
                  <a:cubicBezTo>
                    <a:pt x="7" y="23"/>
                    <a:pt x="7" y="22"/>
                    <a:pt x="7" y="21"/>
                  </a:cubicBezTo>
                  <a:cubicBezTo>
                    <a:pt x="7" y="20"/>
                    <a:pt x="7" y="19"/>
                    <a:pt x="8" y="18"/>
                  </a:cubicBezTo>
                  <a:cubicBezTo>
                    <a:pt x="8" y="16"/>
                    <a:pt x="8" y="14"/>
                    <a:pt x="8" y="12"/>
                  </a:cubicBezTo>
                  <a:cubicBezTo>
                    <a:pt x="8" y="11"/>
                    <a:pt x="8" y="11"/>
                    <a:pt x="8" y="11"/>
                  </a:cubicBezTo>
                  <a:cubicBezTo>
                    <a:pt x="7" y="11"/>
                    <a:pt x="7" y="11"/>
                    <a:pt x="7" y="11"/>
                  </a:cubicBezTo>
                  <a:cubicBezTo>
                    <a:pt x="7" y="13"/>
                    <a:pt x="6" y="14"/>
                    <a:pt x="5" y="15"/>
                  </a:cubicBezTo>
                  <a:cubicBezTo>
                    <a:pt x="5" y="16"/>
                    <a:pt x="5" y="16"/>
                    <a:pt x="5" y="16"/>
                  </a:cubicBezTo>
                  <a:cubicBezTo>
                    <a:pt x="6" y="19"/>
                    <a:pt x="6" y="22"/>
                    <a:pt x="7" y="24"/>
                  </a:cubicBezTo>
                  <a:close/>
                  <a:moveTo>
                    <a:pt x="24" y="11"/>
                  </a:moveTo>
                  <a:cubicBezTo>
                    <a:pt x="24" y="11"/>
                    <a:pt x="24" y="11"/>
                    <a:pt x="23" y="11"/>
                  </a:cubicBezTo>
                  <a:cubicBezTo>
                    <a:pt x="23" y="11"/>
                    <a:pt x="23" y="11"/>
                    <a:pt x="23" y="12"/>
                  </a:cubicBezTo>
                  <a:cubicBezTo>
                    <a:pt x="24" y="14"/>
                    <a:pt x="24" y="16"/>
                    <a:pt x="24" y="19"/>
                  </a:cubicBezTo>
                  <a:cubicBezTo>
                    <a:pt x="24" y="20"/>
                    <a:pt x="24" y="22"/>
                    <a:pt x="24" y="24"/>
                  </a:cubicBezTo>
                  <a:cubicBezTo>
                    <a:pt x="24" y="24"/>
                    <a:pt x="24" y="24"/>
                    <a:pt x="24" y="24"/>
                  </a:cubicBezTo>
                  <a:cubicBezTo>
                    <a:pt x="24" y="23"/>
                    <a:pt x="24" y="22"/>
                    <a:pt x="25" y="21"/>
                  </a:cubicBezTo>
                  <a:cubicBezTo>
                    <a:pt x="25" y="20"/>
                    <a:pt x="25" y="18"/>
                    <a:pt x="26" y="17"/>
                  </a:cubicBezTo>
                  <a:cubicBezTo>
                    <a:pt x="26" y="16"/>
                    <a:pt x="26" y="15"/>
                    <a:pt x="26" y="15"/>
                  </a:cubicBezTo>
                  <a:cubicBezTo>
                    <a:pt x="25" y="14"/>
                    <a:pt x="25" y="13"/>
                    <a:pt x="24" y="12"/>
                  </a:cubicBezTo>
                  <a:cubicBezTo>
                    <a:pt x="24" y="11"/>
                    <a:pt x="24" y="11"/>
                    <a:pt x="24"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49" name="Freeform 1220">
              <a:extLst>
                <a:ext uri="{FF2B5EF4-FFF2-40B4-BE49-F238E27FC236}">
                  <a16:creationId xmlns="" xmlns:a16="http://schemas.microsoft.com/office/drawing/2014/main" id="{346CB923-57F8-4AEA-8CAC-B1015E98B7DF}"/>
                </a:ext>
              </a:extLst>
            </p:cNvPr>
            <p:cNvSpPr>
              <a:spLocks/>
            </p:cNvSpPr>
            <p:nvPr/>
          </p:nvSpPr>
          <p:spPr bwMode="auto">
            <a:xfrm>
              <a:off x="11529434" y="613712"/>
              <a:ext cx="5639" cy="7787"/>
            </a:xfrm>
            <a:custGeom>
              <a:avLst/>
              <a:gdLst>
                <a:gd name="T0" fmla="*/ 9 w 9"/>
                <a:gd name="T1" fmla="*/ 5 h 12"/>
                <a:gd name="T2" fmla="*/ 7 w 9"/>
                <a:gd name="T3" fmla="*/ 11 h 12"/>
                <a:gd name="T4" fmla="*/ 2 w 9"/>
                <a:gd name="T5" fmla="*/ 11 h 12"/>
                <a:gd name="T6" fmla="*/ 0 w 9"/>
                <a:gd name="T7" fmla="*/ 6 h 12"/>
                <a:gd name="T8" fmla="*/ 1 w 9"/>
                <a:gd name="T9" fmla="*/ 3 h 12"/>
                <a:gd name="T10" fmla="*/ 7 w 9"/>
                <a:gd name="T11" fmla="*/ 2 h 12"/>
                <a:gd name="T12" fmla="*/ 9 w 9"/>
                <a:gd name="T13" fmla="*/ 5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9" y="5"/>
                  </a:moveTo>
                  <a:cubicBezTo>
                    <a:pt x="9" y="7"/>
                    <a:pt x="8" y="9"/>
                    <a:pt x="7" y="11"/>
                  </a:cubicBezTo>
                  <a:cubicBezTo>
                    <a:pt x="5" y="12"/>
                    <a:pt x="4" y="12"/>
                    <a:pt x="2" y="11"/>
                  </a:cubicBezTo>
                  <a:cubicBezTo>
                    <a:pt x="1" y="9"/>
                    <a:pt x="1" y="8"/>
                    <a:pt x="0" y="6"/>
                  </a:cubicBezTo>
                  <a:cubicBezTo>
                    <a:pt x="0" y="5"/>
                    <a:pt x="0" y="4"/>
                    <a:pt x="1" y="3"/>
                  </a:cubicBezTo>
                  <a:cubicBezTo>
                    <a:pt x="2" y="0"/>
                    <a:pt x="5" y="0"/>
                    <a:pt x="7" y="2"/>
                  </a:cubicBezTo>
                  <a:cubicBezTo>
                    <a:pt x="8" y="3"/>
                    <a:pt x="9" y="4"/>
                    <a:pt x="9"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0" name="Freeform 1221">
              <a:extLst>
                <a:ext uri="{FF2B5EF4-FFF2-40B4-BE49-F238E27FC236}">
                  <a16:creationId xmlns="" xmlns:a16="http://schemas.microsoft.com/office/drawing/2014/main" id="{F99A1F5C-E0E9-4396-A3D0-E8F3F2B164E9}"/>
                </a:ext>
              </a:extLst>
            </p:cNvPr>
            <p:cNvSpPr>
              <a:spLocks noEditPoints="1"/>
            </p:cNvSpPr>
            <p:nvPr/>
          </p:nvSpPr>
          <p:spPr bwMode="auto">
            <a:xfrm>
              <a:off x="11531851" y="463066"/>
              <a:ext cx="12621" cy="11010"/>
            </a:xfrm>
            <a:custGeom>
              <a:avLst/>
              <a:gdLst>
                <a:gd name="T0" fmla="*/ 14 w 20"/>
                <a:gd name="T1" fmla="*/ 0 h 17"/>
                <a:gd name="T2" fmla="*/ 20 w 20"/>
                <a:gd name="T3" fmla="*/ 8 h 17"/>
                <a:gd name="T4" fmla="*/ 18 w 20"/>
                <a:gd name="T5" fmla="*/ 14 h 17"/>
                <a:gd name="T6" fmla="*/ 15 w 20"/>
                <a:gd name="T7" fmla="*/ 17 h 17"/>
                <a:gd name="T8" fmla="*/ 16 w 20"/>
                <a:gd name="T9" fmla="*/ 16 h 17"/>
                <a:gd name="T10" fmla="*/ 16 w 20"/>
                <a:gd name="T11" fmla="*/ 15 h 17"/>
                <a:gd name="T12" fmla="*/ 17 w 20"/>
                <a:gd name="T13" fmla="*/ 15 h 17"/>
                <a:gd name="T14" fmla="*/ 19 w 20"/>
                <a:gd name="T15" fmla="*/ 10 h 17"/>
                <a:gd name="T16" fmla="*/ 16 w 20"/>
                <a:gd name="T17" fmla="*/ 10 h 17"/>
                <a:gd name="T18" fmla="*/ 15 w 20"/>
                <a:gd name="T19" fmla="*/ 10 h 17"/>
                <a:gd name="T20" fmla="*/ 14 w 20"/>
                <a:gd name="T21" fmla="*/ 11 h 17"/>
                <a:gd name="T22" fmla="*/ 14 w 20"/>
                <a:gd name="T23" fmla="*/ 10 h 17"/>
                <a:gd name="T24" fmla="*/ 12 w 20"/>
                <a:gd name="T25" fmla="*/ 9 h 17"/>
                <a:gd name="T26" fmla="*/ 14 w 20"/>
                <a:gd name="T27" fmla="*/ 9 h 17"/>
                <a:gd name="T28" fmla="*/ 13 w 20"/>
                <a:gd name="T29" fmla="*/ 5 h 17"/>
                <a:gd name="T30" fmla="*/ 11 w 20"/>
                <a:gd name="T31" fmla="*/ 5 h 17"/>
                <a:gd name="T32" fmla="*/ 9 w 20"/>
                <a:gd name="T33" fmla="*/ 5 h 17"/>
                <a:gd name="T34" fmla="*/ 7 w 20"/>
                <a:gd name="T35" fmla="*/ 6 h 17"/>
                <a:gd name="T36" fmla="*/ 8 w 20"/>
                <a:gd name="T37" fmla="*/ 9 h 17"/>
                <a:gd name="T38" fmla="*/ 8 w 20"/>
                <a:gd name="T39" fmla="*/ 10 h 17"/>
                <a:gd name="T40" fmla="*/ 6 w 20"/>
                <a:gd name="T41" fmla="*/ 10 h 17"/>
                <a:gd name="T42" fmla="*/ 6 w 20"/>
                <a:gd name="T43" fmla="*/ 12 h 17"/>
                <a:gd name="T44" fmla="*/ 5 w 20"/>
                <a:gd name="T45" fmla="*/ 10 h 17"/>
                <a:gd name="T46" fmla="*/ 1 w 20"/>
                <a:gd name="T47" fmla="*/ 10 h 17"/>
                <a:gd name="T48" fmla="*/ 3 w 20"/>
                <a:gd name="T49" fmla="*/ 13 h 17"/>
                <a:gd name="T50" fmla="*/ 3 w 20"/>
                <a:gd name="T51" fmla="*/ 15 h 17"/>
                <a:gd name="T52" fmla="*/ 4 w 20"/>
                <a:gd name="T53" fmla="*/ 16 h 17"/>
                <a:gd name="T54" fmla="*/ 5 w 20"/>
                <a:gd name="T55" fmla="*/ 17 h 17"/>
                <a:gd name="T56" fmla="*/ 2 w 20"/>
                <a:gd name="T57" fmla="*/ 15 h 17"/>
                <a:gd name="T58" fmla="*/ 1 w 20"/>
                <a:gd name="T59" fmla="*/ 12 h 17"/>
                <a:gd name="T60" fmla="*/ 2 w 20"/>
                <a:gd name="T61" fmla="*/ 4 h 17"/>
                <a:gd name="T62" fmla="*/ 9 w 20"/>
                <a:gd name="T63" fmla="*/ 0 h 17"/>
                <a:gd name="T64" fmla="*/ 11 w 20"/>
                <a:gd name="T65" fmla="*/ 0 h 17"/>
                <a:gd name="T66" fmla="*/ 6 w 20"/>
                <a:gd name="T67" fmla="*/ 5 h 17"/>
                <a:gd name="T68" fmla="*/ 4 w 20"/>
                <a:gd name="T69" fmla="*/ 3 h 17"/>
                <a:gd name="T70" fmla="*/ 3 w 20"/>
                <a:gd name="T71" fmla="*/ 3 h 17"/>
                <a:gd name="T72" fmla="*/ 1 w 20"/>
                <a:gd name="T73" fmla="*/ 9 h 17"/>
                <a:gd name="T74" fmla="*/ 18 w 20"/>
                <a:gd name="T75" fmla="*/ 6 h 17"/>
                <a:gd name="T76" fmla="*/ 14 w 20"/>
                <a:gd name="T77" fmla="*/ 5 h 17"/>
                <a:gd name="T78" fmla="*/ 15 w 20"/>
                <a:gd name="T79" fmla="*/ 8 h 17"/>
                <a:gd name="T80" fmla="*/ 16 w 20"/>
                <a:gd name="T81" fmla="*/ 9 h 17"/>
                <a:gd name="T82" fmla="*/ 19 w 20"/>
                <a:gd name="T83" fmla="*/ 9 h 17"/>
                <a:gd name="T84" fmla="*/ 13 w 20"/>
                <a:gd name="T85" fmla="*/ 2 h 17"/>
                <a:gd name="T86" fmla="*/ 11 w 20"/>
                <a:gd name="T87" fmla="*/ 1 h 17"/>
                <a:gd name="T88" fmla="*/ 7 w 20"/>
                <a:gd name="T89" fmla="*/ 3 h 17"/>
                <a:gd name="T90" fmla="*/ 4 w 20"/>
                <a:gd name="T91" fmla="*/ 3 h 17"/>
                <a:gd name="T92" fmla="*/ 12 w 20"/>
                <a:gd name="T93" fmla="*/ 3 h 17"/>
                <a:gd name="T94" fmla="*/ 10 w 20"/>
                <a:gd name="T95" fmla="*/ 5 h 17"/>
                <a:gd name="T96" fmla="*/ 8 w 20"/>
                <a:gd name="T97" fmla="*/ 3 h 17"/>
                <a:gd name="T98" fmla="*/ 8 w 20"/>
                <a:gd name="T99" fmla="*/ 4 h 17"/>
                <a:gd name="T100" fmla="*/ 10 w 20"/>
                <a:gd name="T101" fmla="*/ 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 h="17">
                  <a:moveTo>
                    <a:pt x="11" y="0"/>
                  </a:moveTo>
                  <a:cubicBezTo>
                    <a:pt x="11" y="0"/>
                    <a:pt x="11" y="0"/>
                    <a:pt x="11" y="0"/>
                  </a:cubicBezTo>
                  <a:cubicBezTo>
                    <a:pt x="12" y="0"/>
                    <a:pt x="13" y="0"/>
                    <a:pt x="14" y="0"/>
                  </a:cubicBezTo>
                  <a:cubicBezTo>
                    <a:pt x="15" y="1"/>
                    <a:pt x="16" y="1"/>
                    <a:pt x="16" y="2"/>
                  </a:cubicBezTo>
                  <a:cubicBezTo>
                    <a:pt x="17" y="3"/>
                    <a:pt x="18" y="4"/>
                    <a:pt x="19" y="5"/>
                  </a:cubicBezTo>
                  <a:cubicBezTo>
                    <a:pt x="19" y="6"/>
                    <a:pt x="20" y="7"/>
                    <a:pt x="20" y="8"/>
                  </a:cubicBezTo>
                  <a:cubicBezTo>
                    <a:pt x="20" y="8"/>
                    <a:pt x="20" y="9"/>
                    <a:pt x="20" y="9"/>
                  </a:cubicBezTo>
                  <a:cubicBezTo>
                    <a:pt x="20" y="10"/>
                    <a:pt x="20" y="10"/>
                    <a:pt x="20" y="11"/>
                  </a:cubicBezTo>
                  <a:cubicBezTo>
                    <a:pt x="19" y="12"/>
                    <a:pt x="19" y="13"/>
                    <a:pt x="18" y="14"/>
                  </a:cubicBezTo>
                  <a:cubicBezTo>
                    <a:pt x="18" y="15"/>
                    <a:pt x="18" y="15"/>
                    <a:pt x="17" y="16"/>
                  </a:cubicBezTo>
                  <a:cubicBezTo>
                    <a:pt x="17" y="16"/>
                    <a:pt x="16" y="17"/>
                    <a:pt x="15" y="17"/>
                  </a:cubicBezTo>
                  <a:cubicBezTo>
                    <a:pt x="15" y="17"/>
                    <a:pt x="15" y="17"/>
                    <a:pt x="15" y="17"/>
                  </a:cubicBezTo>
                  <a:cubicBezTo>
                    <a:pt x="15" y="17"/>
                    <a:pt x="15" y="17"/>
                    <a:pt x="15" y="17"/>
                  </a:cubicBezTo>
                  <a:cubicBezTo>
                    <a:pt x="15" y="17"/>
                    <a:pt x="15" y="17"/>
                    <a:pt x="15" y="17"/>
                  </a:cubicBezTo>
                  <a:cubicBezTo>
                    <a:pt x="15" y="17"/>
                    <a:pt x="16" y="17"/>
                    <a:pt x="16" y="16"/>
                  </a:cubicBezTo>
                  <a:cubicBezTo>
                    <a:pt x="16" y="16"/>
                    <a:pt x="16" y="16"/>
                    <a:pt x="16" y="16"/>
                  </a:cubicBezTo>
                  <a:cubicBezTo>
                    <a:pt x="16" y="16"/>
                    <a:pt x="16" y="16"/>
                    <a:pt x="16" y="16"/>
                  </a:cubicBezTo>
                  <a:cubicBezTo>
                    <a:pt x="16" y="16"/>
                    <a:pt x="16" y="16"/>
                    <a:pt x="16" y="15"/>
                  </a:cubicBezTo>
                  <a:cubicBezTo>
                    <a:pt x="16" y="15"/>
                    <a:pt x="16" y="15"/>
                    <a:pt x="16" y="15"/>
                  </a:cubicBezTo>
                  <a:cubicBezTo>
                    <a:pt x="16" y="15"/>
                    <a:pt x="16" y="15"/>
                    <a:pt x="16" y="15"/>
                  </a:cubicBezTo>
                  <a:cubicBezTo>
                    <a:pt x="16" y="15"/>
                    <a:pt x="16" y="15"/>
                    <a:pt x="17" y="15"/>
                  </a:cubicBezTo>
                  <a:cubicBezTo>
                    <a:pt x="18" y="14"/>
                    <a:pt x="18" y="13"/>
                    <a:pt x="19" y="12"/>
                  </a:cubicBezTo>
                  <a:cubicBezTo>
                    <a:pt x="19" y="11"/>
                    <a:pt x="19" y="10"/>
                    <a:pt x="19" y="10"/>
                  </a:cubicBezTo>
                  <a:cubicBezTo>
                    <a:pt x="19" y="10"/>
                    <a:pt x="19" y="10"/>
                    <a:pt x="19" y="10"/>
                  </a:cubicBezTo>
                  <a:cubicBezTo>
                    <a:pt x="19" y="10"/>
                    <a:pt x="18" y="10"/>
                    <a:pt x="18" y="10"/>
                  </a:cubicBezTo>
                  <a:cubicBezTo>
                    <a:pt x="18" y="10"/>
                    <a:pt x="18" y="11"/>
                    <a:pt x="17" y="11"/>
                  </a:cubicBezTo>
                  <a:cubicBezTo>
                    <a:pt x="17" y="11"/>
                    <a:pt x="16" y="10"/>
                    <a:pt x="16" y="10"/>
                  </a:cubicBezTo>
                  <a:cubicBezTo>
                    <a:pt x="16" y="10"/>
                    <a:pt x="16" y="10"/>
                    <a:pt x="16" y="10"/>
                  </a:cubicBezTo>
                  <a:cubicBezTo>
                    <a:pt x="16" y="10"/>
                    <a:pt x="15" y="10"/>
                    <a:pt x="15" y="10"/>
                  </a:cubicBezTo>
                  <a:cubicBezTo>
                    <a:pt x="15" y="10"/>
                    <a:pt x="15" y="10"/>
                    <a:pt x="15" y="10"/>
                  </a:cubicBezTo>
                  <a:cubicBezTo>
                    <a:pt x="15" y="10"/>
                    <a:pt x="15" y="11"/>
                    <a:pt x="15" y="12"/>
                  </a:cubicBezTo>
                  <a:cubicBezTo>
                    <a:pt x="14" y="12"/>
                    <a:pt x="14" y="12"/>
                    <a:pt x="14" y="11"/>
                  </a:cubicBezTo>
                  <a:cubicBezTo>
                    <a:pt x="14" y="11"/>
                    <a:pt x="14" y="11"/>
                    <a:pt x="14" y="11"/>
                  </a:cubicBezTo>
                  <a:cubicBezTo>
                    <a:pt x="14" y="11"/>
                    <a:pt x="14" y="10"/>
                    <a:pt x="14" y="10"/>
                  </a:cubicBezTo>
                  <a:cubicBezTo>
                    <a:pt x="14" y="10"/>
                    <a:pt x="14" y="10"/>
                    <a:pt x="14" y="10"/>
                  </a:cubicBezTo>
                  <a:cubicBezTo>
                    <a:pt x="14" y="10"/>
                    <a:pt x="14" y="10"/>
                    <a:pt x="14" y="10"/>
                  </a:cubicBezTo>
                  <a:cubicBezTo>
                    <a:pt x="13" y="10"/>
                    <a:pt x="13" y="10"/>
                    <a:pt x="12" y="10"/>
                  </a:cubicBezTo>
                  <a:cubicBezTo>
                    <a:pt x="12" y="10"/>
                    <a:pt x="12" y="10"/>
                    <a:pt x="12" y="10"/>
                  </a:cubicBezTo>
                  <a:cubicBezTo>
                    <a:pt x="12" y="9"/>
                    <a:pt x="12" y="9"/>
                    <a:pt x="12" y="9"/>
                  </a:cubicBezTo>
                  <a:cubicBezTo>
                    <a:pt x="12" y="9"/>
                    <a:pt x="12" y="9"/>
                    <a:pt x="12" y="9"/>
                  </a:cubicBezTo>
                  <a:cubicBezTo>
                    <a:pt x="13" y="9"/>
                    <a:pt x="13" y="9"/>
                    <a:pt x="14" y="9"/>
                  </a:cubicBezTo>
                  <a:cubicBezTo>
                    <a:pt x="14" y="9"/>
                    <a:pt x="14" y="9"/>
                    <a:pt x="14" y="9"/>
                  </a:cubicBezTo>
                  <a:cubicBezTo>
                    <a:pt x="14" y="9"/>
                    <a:pt x="14" y="9"/>
                    <a:pt x="14" y="8"/>
                  </a:cubicBezTo>
                  <a:cubicBezTo>
                    <a:pt x="14" y="8"/>
                    <a:pt x="14" y="7"/>
                    <a:pt x="14" y="6"/>
                  </a:cubicBezTo>
                  <a:cubicBezTo>
                    <a:pt x="14" y="6"/>
                    <a:pt x="14" y="5"/>
                    <a:pt x="13" y="5"/>
                  </a:cubicBezTo>
                  <a:cubicBezTo>
                    <a:pt x="13" y="5"/>
                    <a:pt x="13" y="5"/>
                    <a:pt x="13" y="5"/>
                  </a:cubicBezTo>
                  <a:cubicBezTo>
                    <a:pt x="13" y="5"/>
                    <a:pt x="13" y="5"/>
                    <a:pt x="13" y="5"/>
                  </a:cubicBezTo>
                  <a:cubicBezTo>
                    <a:pt x="12" y="5"/>
                    <a:pt x="11" y="5"/>
                    <a:pt x="11" y="5"/>
                  </a:cubicBezTo>
                  <a:cubicBezTo>
                    <a:pt x="11" y="5"/>
                    <a:pt x="10" y="5"/>
                    <a:pt x="10" y="5"/>
                  </a:cubicBezTo>
                  <a:cubicBezTo>
                    <a:pt x="10" y="5"/>
                    <a:pt x="10" y="5"/>
                    <a:pt x="10" y="5"/>
                  </a:cubicBezTo>
                  <a:cubicBezTo>
                    <a:pt x="10" y="5"/>
                    <a:pt x="10" y="5"/>
                    <a:pt x="9" y="5"/>
                  </a:cubicBezTo>
                  <a:cubicBezTo>
                    <a:pt x="9" y="5"/>
                    <a:pt x="9" y="5"/>
                    <a:pt x="8" y="5"/>
                  </a:cubicBezTo>
                  <a:cubicBezTo>
                    <a:pt x="8" y="5"/>
                    <a:pt x="8" y="5"/>
                    <a:pt x="8" y="5"/>
                  </a:cubicBezTo>
                  <a:cubicBezTo>
                    <a:pt x="8" y="6"/>
                    <a:pt x="7" y="6"/>
                    <a:pt x="7" y="6"/>
                  </a:cubicBezTo>
                  <a:cubicBezTo>
                    <a:pt x="6" y="6"/>
                    <a:pt x="6" y="8"/>
                    <a:pt x="6" y="9"/>
                  </a:cubicBezTo>
                  <a:cubicBezTo>
                    <a:pt x="6" y="9"/>
                    <a:pt x="6" y="9"/>
                    <a:pt x="6" y="9"/>
                  </a:cubicBezTo>
                  <a:cubicBezTo>
                    <a:pt x="7" y="9"/>
                    <a:pt x="7" y="9"/>
                    <a:pt x="8" y="9"/>
                  </a:cubicBezTo>
                  <a:cubicBezTo>
                    <a:pt x="8" y="9"/>
                    <a:pt x="8" y="9"/>
                    <a:pt x="8" y="9"/>
                  </a:cubicBezTo>
                  <a:cubicBezTo>
                    <a:pt x="8" y="9"/>
                    <a:pt x="8" y="9"/>
                    <a:pt x="8" y="10"/>
                  </a:cubicBezTo>
                  <a:cubicBezTo>
                    <a:pt x="8" y="10"/>
                    <a:pt x="8" y="10"/>
                    <a:pt x="8" y="10"/>
                  </a:cubicBezTo>
                  <a:cubicBezTo>
                    <a:pt x="8" y="10"/>
                    <a:pt x="7" y="10"/>
                    <a:pt x="6" y="10"/>
                  </a:cubicBezTo>
                  <a:cubicBezTo>
                    <a:pt x="6" y="10"/>
                    <a:pt x="6" y="10"/>
                    <a:pt x="6" y="10"/>
                  </a:cubicBezTo>
                  <a:cubicBezTo>
                    <a:pt x="6" y="10"/>
                    <a:pt x="6" y="10"/>
                    <a:pt x="6" y="10"/>
                  </a:cubicBezTo>
                  <a:cubicBezTo>
                    <a:pt x="6" y="10"/>
                    <a:pt x="6" y="11"/>
                    <a:pt x="6" y="11"/>
                  </a:cubicBezTo>
                  <a:cubicBezTo>
                    <a:pt x="6" y="11"/>
                    <a:pt x="6" y="11"/>
                    <a:pt x="6" y="11"/>
                  </a:cubicBezTo>
                  <a:cubicBezTo>
                    <a:pt x="6" y="12"/>
                    <a:pt x="6" y="12"/>
                    <a:pt x="6" y="12"/>
                  </a:cubicBezTo>
                  <a:cubicBezTo>
                    <a:pt x="5" y="12"/>
                    <a:pt x="5" y="11"/>
                    <a:pt x="5" y="11"/>
                  </a:cubicBezTo>
                  <a:cubicBezTo>
                    <a:pt x="5" y="10"/>
                    <a:pt x="5" y="10"/>
                    <a:pt x="5" y="10"/>
                  </a:cubicBezTo>
                  <a:cubicBezTo>
                    <a:pt x="5" y="10"/>
                    <a:pt x="5" y="10"/>
                    <a:pt x="5" y="10"/>
                  </a:cubicBezTo>
                  <a:cubicBezTo>
                    <a:pt x="4" y="10"/>
                    <a:pt x="3" y="10"/>
                    <a:pt x="2" y="10"/>
                  </a:cubicBezTo>
                  <a:cubicBezTo>
                    <a:pt x="1" y="10"/>
                    <a:pt x="1" y="10"/>
                    <a:pt x="1" y="10"/>
                  </a:cubicBezTo>
                  <a:cubicBezTo>
                    <a:pt x="1" y="10"/>
                    <a:pt x="1" y="10"/>
                    <a:pt x="1" y="10"/>
                  </a:cubicBezTo>
                  <a:cubicBezTo>
                    <a:pt x="1" y="11"/>
                    <a:pt x="1" y="12"/>
                    <a:pt x="2" y="12"/>
                  </a:cubicBezTo>
                  <a:cubicBezTo>
                    <a:pt x="2" y="12"/>
                    <a:pt x="2" y="12"/>
                    <a:pt x="2" y="12"/>
                  </a:cubicBezTo>
                  <a:cubicBezTo>
                    <a:pt x="2" y="13"/>
                    <a:pt x="3" y="13"/>
                    <a:pt x="3" y="13"/>
                  </a:cubicBezTo>
                  <a:cubicBezTo>
                    <a:pt x="3" y="13"/>
                    <a:pt x="3" y="14"/>
                    <a:pt x="3" y="14"/>
                  </a:cubicBezTo>
                  <a:cubicBezTo>
                    <a:pt x="3" y="14"/>
                    <a:pt x="3" y="14"/>
                    <a:pt x="3" y="15"/>
                  </a:cubicBezTo>
                  <a:cubicBezTo>
                    <a:pt x="3" y="15"/>
                    <a:pt x="3" y="15"/>
                    <a:pt x="3" y="15"/>
                  </a:cubicBezTo>
                  <a:cubicBezTo>
                    <a:pt x="4" y="15"/>
                    <a:pt x="4" y="15"/>
                    <a:pt x="4" y="15"/>
                  </a:cubicBezTo>
                  <a:cubicBezTo>
                    <a:pt x="4" y="15"/>
                    <a:pt x="4" y="15"/>
                    <a:pt x="4" y="15"/>
                  </a:cubicBezTo>
                  <a:cubicBezTo>
                    <a:pt x="4" y="15"/>
                    <a:pt x="4" y="16"/>
                    <a:pt x="4" y="16"/>
                  </a:cubicBezTo>
                  <a:cubicBezTo>
                    <a:pt x="4" y="16"/>
                    <a:pt x="4" y="16"/>
                    <a:pt x="4" y="16"/>
                  </a:cubicBezTo>
                  <a:cubicBezTo>
                    <a:pt x="5" y="16"/>
                    <a:pt x="5" y="16"/>
                    <a:pt x="5" y="17"/>
                  </a:cubicBezTo>
                  <a:cubicBezTo>
                    <a:pt x="5" y="17"/>
                    <a:pt x="5" y="17"/>
                    <a:pt x="5" y="17"/>
                  </a:cubicBezTo>
                  <a:cubicBezTo>
                    <a:pt x="5" y="17"/>
                    <a:pt x="4" y="17"/>
                    <a:pt x="4" y="17"/>
                  </a:cubicBezTo>
                  <a:cubicBezTo>
                    <a:pt x="4" y="16"/>
                    <a:pt x="3" y="16"/>
                    <a:pt x="3" y="16"/>
                  </a:cubicBezTo>
                  <a:cubicBezTo>
                    <a:pt x="3" y="16"/>
                    <a:pt x="3" y="15"/>
                    <a:pt x="2" y="15"/>
                  </a:cubicBezTo>
                  <a:cubicBezTo>
                    <a:pt x="2" y="15"/>
                    <a:pt x="1" y="15"/>
                    <a:pt x="1" y="14"/>
                  </a:cubicBezTo>
                  <a:cubicBezTo>
                    <a:pt x="0" y="14"/>
                    <a:pt x="1" y="13"/>
                    <a:pt x="1" y="13"/>
                  </a:cubicBezTo>
                  <a:cubicBezTo>
                    <a:pt x="1" y="13"/>
                    <a:pt x="1" y="12"/>
                    <a:pt x="1" y="12"/>
                  </a:cubicBezTo>
                  <a:cubicBezTo>
                    <a:pt x="1" y="11"/>
                    <a:pt x="1" y="10"/>
                    <a:pt x="0" y="9"/>
                  </a:cubicBezTo>
                  <a:cubicBezTo>
                    <a:pt x="0" y="8"/>
                    <a:pt x="1" y="7"/>
                    <a:pt x="1" y="6"/>
                  </a:cubicBezTo>
                  <a:cubicBezTo>
                    <a:pt x="1" y="5"/>
                    <a:pt x="2" y="5"/>
                    <a:pt x="2" y="4"/>
                  </a:cubicBezTo>
                  <a:cubicBezTo>
                    <a:pt x="3" y="3"/>
                    <a:pt x="3" y="3"/>
                    <a:pt x="3" y="3"/>
                  </a:cubicBezTo>
                  <a:cubicBezTo>
                    <a:pt x="4" y="2"/>
                    <a:pt x="5" y="1"/>
                    <a:pt x="5" y="1"/>
                  </a:cubicBezTo>
                  <a:cubicBezTo>
                    <a:pt x="6" y="0"/>
                    <a:pt x="8" y="0"/>
                    <a:pt x="9" y="0"/>
                  </a:cubicBezTo>
                  <a:cubicBezTo>
                    <a:pt x="9" y="0"/>
                    <a:pt x="9" y="0"/>
                    <a:pt x="9" y="0"/>
                  </a:cubicBezTo>
                  <a:cubicBezTo>
                    <a:pt x="9" y="0"/>
                    <a:pt x="9" y="0"/>
                    <a:pt x="10" y="0"/>
                  </a:cubicBezTo>
                  <a:cubicBezTo>
                    <a:pt x="10" y="0"/>
                    <a:pt x="10" y="0"/>
                    <a:pt x="11" y="0"/>
                  </a:cubicBezTo>
                  <a:close/>
                  <a:moveTo>
                    <a:pt x="5" y="9"/>
                  </a:moveTo>
                  <a:cubicBezTo>
                    <a:pt x="5" y="8"/>
                    <a:pt x="6" y="7"/>
                    <a:pt x="6" y="6"/>
                  </a:cubicBezTo>
                  <a:cubicBezTo>
                    <a:pt x="6" y="5"/>
                    <a:pt x="6" y="5"/>
                    <a:pt x="6" y="5"/>
                  </a:cubicBezTo>
                  <a:cubicBezTo>
                    <a:pt x="6" y="5"/>
                    <a:pt x="5" y="5"/>
                    <a:pt x="5" y="4"/>
                  </a:cubicBezTo>
                  <a:cubicBezTo>
                    <a:pt x="5" y="4"/>
                    <a:pt x="5" y="4"/>
                    <a:pt x="5" y="4"/>
                  </a:cubicBezTo>
                  <a:cubicBezTo>
                    <a:pt x="5" y="4"/>
                    <a:pt x="4" y="4"/>
                    <a:pt x="4" y="3"/>
                  </a:cubicBezTo>
                  <a:cubicBezTo>
                    <a:pt x="4" y="3"/>
                    <a:pt x="4" y="3"/>
                    <a:pt x="4" y="3"/>
                  </a:cubicBezTo>
                  <a:cubicBezTo>
                    <a:pt x="4" y="3"/>
                    <a:pt x="4" y="3"/>
                    <a:pt x="4" y="3"/>
                  </a:cubicBezTo>
                  <a:cubicBezTo>
                    <a:pt x="3" y="3"/>
                    <a:pt x="3" y="3"/>
                    <a:pt x="3" y="3"/>
                  </a:cubicBezTo>
                  <a:cubicBezTo>
                    <a:pt x="3" y="4"/>
                    <a:pt x="2" y="5"/>
                    <a:pt x="2" y="6"/>
                  </a:cubicBezTo>
                  <a:cubicBezTo>
                    <a:pt x="2" y="7"/>
                    <a:pt x="1" y="8"/>
                    <a:pt x="1" y="9"/>
                  </a:cubicBezTo>
                  <a:cubicBezTo>
                    <a:pt x="1" y="9"/>
                    <a:pt x="1" y="9"/>
                    <a:pt x="1" y="9"/>
                  </a:cubicBezTo>
                  <a:cubicBezTo>
                    <a:pt x="2" y="9"/>
                    <a:pt x="5" y="9"/>
                    <a:pt x="5" y="9"/>
                  </a:cubicBezTo>
                  <a:close/>
                  <a:moveTo>
                    <a:pt x="19" y="9"/>
                  </a:moveTo>
                  <a:cubicBezTo>
                    <a:pt x="19" y="9"/>
                    <a:pt x="19" y="7"/>
                    <a:pt x="18" y="6"/>
                  </a:cubicBezTo>
                  <a:cubicBezTo>
                    <a:pt x="18" y="5"/>
                    <a:pt x="17" y="4"/>
                    <a:pt x="17" y="3"/>
                  </a:cubicBezTo>
                  <a:cubicBezTo>
                    <a:pt x="16" y="4"/>
                    <a:pt x="16" y="4"/>
                    <a:pt x="15" y="4"/>
                  </a:cubicBezTo>
                  <a:cubicBezTo>
                    <a:pt x="15" y="4"/>
                    <a:pt x="14" y="4"/>
                    <a:pt x="14" y="5"/>
                  </a:cubicBezTo>
                  <a:cubicBezTo>
                    <a:pt x="14" y="5"/>
                    <a:pt x="14" y="5"/>
                    <a:pt x="14" y="5"/>
                  </a:cubicBezTo>
                  <a:cubicBezTo>
                    <a:pt x="14" y="5"/>
                    <a:pt x="14" y="5"/>
                    <a:pt x="14" y="6"/>
                  </a:cubicBezTo>
                  <a:cubicBezTo>
                    <a:pt x="15" y="7"/>
                    <a:pt x="15" y="8"/>
                    <a:pt x="15" y="8"/>
                  </a:cubicBezTo>
                  <a:cubicBezTo>
                    <a:pt x="15" y="9"/>
                    <a:pt x="15" y="9"/>
                    <a:pt x="15" y="9"/>
                  </a:cubicBezTo>
                  <a:cubicBezTo>
                    <a:pt x="15" y="9"/>
                    <a:pt x="15" y="9"/>
                    <a:pt x="16" y="9"/>
                  </a:cubicBezTo>
                  <a:cubicBezTo>
                    <a:pt x="16" y="9"/>
                    <a:pt x="16" y="9"/>
                    <a:pt x="16" y="9"/>
                  </a:cubicBezTo>
                  <a:cubicBezTo>
                    <a:pt x="16" y="8"/>
                    <a:pt x="17" y="8"/>
                    <a:pt x="17" y="8"/>
                  </a:cubicBezTo>
                  <a:cubicBezTo>
                    <a:pt x="18" y="8"/>
                    <a:pt x="18" y="8"/>
                    <a:pt x="18" y="9"/>
                  </a:cubicBezTo>
                  <a:cubicBezTo>
                    <a:pt x="18" y="9"/>
                    <a:pt x="19" y="9"/>
                    <a:pt x="19" y="9"/>
                  </a:cubicBezTo>
                  <a:cubicBezTo>
                    <a:pt x="19" y="9"/>
                    <a:pt x="19" y="9"/>
                    <a:pt x="19" y="9"/>
                  </a:cubicBezTo>
                  <a:close/>
                  <a:moveTo>
                    <a:pt x="11" y="1"/>
                  </a:moveTo>
                  <a:cubicBezTo>
                    <a:pt x="12" y="1"/>
                    <a:pt x="12" y="2"/>
                    <a:pt x="13" y="2"/>
                  </a:cubicBezTo>
                  <a:cubicBezTo>
                    <a:pt x="13" y="3"/>
                    <a:pt x="13" y="3"/>
                    <a:pt x="14" y="4"/>
                  </a:cubicBezTo>
                  <a:cubicBezTo>
                    <a:pt x="14" y="4"/>
                    <a:pt x="16" y="3"/>
                    <a:pt x="16" y="3"/>
                  </a:cubicBezTo>
                  <a:cubicBezTo>
                    <a:pt x="15" y="2"/>
                    <a:pt x="12" y="0"/>
                    <a:pt x="11" y="1"/>
                  </a:cubicBezTo>
                  <a:close/>
                  <a:moveTo>
                    <a:pt x="4" y="3"/>
                  </a:moveTo>
                  <a:cubicBezTo>
                    <a:pt x="5" y="3"/>
                    <a:pt x="5" y="3"/>
                    <a:pt x="6" y="4"/>
                  </a:cubicBezTo>
                  <a:cubicBezTo>
                    <a:pt x="6" y="3"/>
                    <a:pt x="6" y="3"/>
                    <a:pt x="7" y="3"/>
                  </a:cubicBezTo>
                  <a:cubicBezTo>
                    <a:pt x="7" y="3"/>
                    <a:pt x="8" y="2"/>
                    <a:pt x="8" y="2"/>
                  </a:cubicBezTo>
                  <a:cubicBezTo>
                    <a:pt x="8" y="1"/>
                    <a:pt x="9" y="1"/>
                    <a:pt x="9" y="1"/>
                  </a:cubicBezTo>
                  <a:cubicBezTo>
                    <a:pt x="8" y="0"/>
                    <a:pt x="5" y="2"/>
                    <a:pt x="4" y="3"/>
                  </a:cubicBezTo>
                  <a:close/>
                  <a:moveTo>
                    <a:pt x="13" y="4"/>
                  </a:moveTo>
                  <a:cubicBezTo>
                    <a:pt x="13" y="4"/>
                    <a:pt x="13" y="4"/>
                    <a:pt x="13" y="4"/>
                  </a:cubicBezTo>
                  <a:cubicBezTo>
                    <a:pt x="13" y="3"/>
                    <a:pt x="12" y="3"/>
                    <a:pt x="12" y="3"/>
                  </a:cubicBezTo>
                  <a:cubicBezTo>
                    <a:pt x="12" y="2"/>
                    <a:pt x="11" y="1"/>
                    <a:pt x="11" y="1"/>
                  </a:cubicBezTo>
                  <a:cubicBezTo>
                    <a:pt x="11" y="1"/>
                    <a:pt x="11" y="1"/>
                    <a:pt x="10" y="1"/>
                  </a:cubicBezTo>
                  <a:cubicBezTo>
                    <a:pt x="10" y="1"/>
                    <a:pt x="10" y="4"/>
                    <a:pt x="10" y="5"/>
                  </a:cubicBezTo>
                  <a:cubicBezTo>
                    <a:pt x="11" y="5"/>
                    <a:pt x="13" y="4"/>
                    <a:pt x="13" y="4"/>
                  </a:cubicBezTo>
                  <a:close/>
                  <a:moveTo>
                    <a:pt x="10" y="1"/>
                  </a:moveTo>
                  <a:cubicBezTo>
                    <a:pt x="9" y="2"/>
                    <a:pt x="8" y="2"/>
                    <a:pt x="8" y="3"/>
                  </a:cubicBezTo>
                  <a:cubicBezTo>
                    <a:pt x="8" y="3"/>
                    <a:pt x="8" y="3"/>
                    <a:pt x="8" y="4"/>
                  </a:cubicBezTo>
                  <a:cubicBezTo>
                    <a:pt x="8" y="4"/>
                    <a:pt x="8" y="4"/>
                    <a:pt x="8" y="4"/>
                  </a:cubicBezTo>
                  <a:cubicBezTo>
                    <a:pt x="8" y="4"/>
                    <a:pt x="8" y="4"/>
                    <a:pt x="8" y="4"/>
                  </a:cubicBezTo>
                  <a:cubicBezTo>
                    <a:pt x="9" y="4"/>
                    <a:pt x="9" y="5"/>
                    <a:pt x="9" y="5"/>
                  </a:cubicBezTo>
                  <a:cubicBezTo>
                    <a:pt x="9" y="5"/>
                    <a:pt x="10" y="5"/>
                    <a:pt x="10" y="5"/>
                  </a:cubicBezTo>
                  <a:cubicBezTo>
                    <a:pt x="10" y="4"/>
                    <a:pt x="10" y="1"/>
                    <a:pt x="10"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1" name="Freeform 1222">
              <a:extLst>
                <a:ext uri="{FF2B5EF4-FFF2-40B4-BE49-F238E27FC236}">
                  <a16:creationId xmlns="" xmlns:a16="http://schemas.microsoft.com/office/drawing/2014/main" id="{35185A1D-5D84-4FBD-AB0F-39F31722AD2F}"/>
                </a:ext>
              </a:extLst>
            </p:cNvPr>
            <p:cNvSpPr>
              <a:spLocks noEditPoints="1"/>
            </p:cNvSpPr>
            <p:nvPr/>
          </p:nvSpPr>
          <p:spPr bwMode="auto">
            <a:xfrm>
              <a:off x="11535073" y="469511"/>
              <a:ext cx="6445" cy="8325"/>
            </a:xfrm>
            <a:custGeom>
              <a:avLst/>
              <a:gdLst>
                <a:gd name="T0" fmla="*/ 3 w 10"/>
                <a:gd name="T1" fmla="*/ 12 h 13"/>
                <a:gd name="T2" fmla="*/ 3 w 10"/>
                <a:gd name="T3" fmla="*/ 10 h 13"/>
                <a:gd name="T4" fmla="*/ 2 w 10"/>
                <a:gd name="T5" fmla="*/ 9 h 13"/>
                <a:gd name="T6" fmla="*/ 1 w 10"/>
                <a:gd name="T7" fmla="*/ 9 h 13"/>
                <a:gd name="T8" fmla="*/ 1 w 10"/>
                <a:gd name="T9" fmla="*/ 7 h 13"/>
                <a:gd name="T10" fmla="*/ 0 w 10"/>
                <a:gd name="T11" fmla="*/ 5 h 13"/>
                <a:gd name="T12" fmla="*/ 2 w 10"/>
                <a:gd name="T13" fmla="*/ 1 h 13"/>
                <a:gd name="T14" fmla="*/ 4 w 10"/>
                <a:gd name="T15" fmla="*/ 0 h 13"/>
                <a:gd name="T16" fmla="*/ 4 w 10"/>
                <a:gd name="T17" fmla="*/ 1 h 13"/>
                <a:gd name="T18" fmla="*/ 5 w 10"/>
                <a:gd name="T19" fmla="*/ 3 h 13"/>
                <a:gd name="T20" fmla="*/ 5 w 10"/>
                <a:gd name="T21" fmla="*/ 1 h 13"/>
                <a:gd name="T22" fmla="*/ 5 w 10"/>
                <a:gd name="T23" fmla="*/ 1 h 13"/>
                <a:gd name="T24" fmla="*/ 5 w 10"/>
                <a:gd name="T25" fmla="*/ 3 h 13"/>
                <a:gd name="T26" fmla="*/ 6 w 10"/>
                <a:gd name="T27" fmla="*/ 3 h 13"/>
                <a:gd name="T28" fmla="*/ 6 w 10"/>
                <a:gd name="T29" fmla="*/ 1 h 13"/>
                <a:gd name="T30" fmla="*/ 6 w 10"/>
                <a:gd name="T31" fmla="*/ 0 h 13"/>
                <a:gd name="T32" fmla="*/ 8 w 10"/>
                <a:gd name="T33" fmla="*/ 1 h 13"/>
                <a:gd name="T34" fmla="*/ 10 w 10"/>
                <a:gd name="T35" fmla="*/ 5 h 13"/>
                <a:gd name="T36" fmla="*/ 10 w 10"/>
                <a:gd name="T37" fmla="*/ 7 h 13"/>
                <a:gd name="T38" fmla="*/ 8 w 10"/>
                <a:gd name="T39" fmla="*/ 9 h 13"/>
                <a:gd name="T40" fmla="*/ 8 w 10"/>
                <a:gd name="T41" fmla="*/ 10 h 13"/>
                <a:gd name="T42" fmla="*/ 7 w 10"/>
                <a:gd name="T43" fmla="*/ 13 h 13"/>
                <a:gd name="T44" fmla="*/ 5 w 10"/>
                <a:gd name="T45" fmla="*/ 10 h 13"/>
                <a:gd name="T46" fmla="*/ 5 w 10"/>
                <a:gd name="T47" fmla="*/ 10 h 13"/>
                <a:gd name="T48" fmla="*/ 5 w 10"/>
                <a:gd name="T49" fmla="*/ 10 h 13"/>
                <a:gd name="T50" fmla="*/ 5 w 10"/>
                <a:gd name="T51" fmla="*/ 13 h 13"/>
                <a:gd name="T52" fmla="*/ 2 w 10"/>
                <a:gd name="T53" fmla="*/ 8 h 13"/>
                <a:gd name="T54" fmla="*/ 2 w 10"/>
                <a:gd name="T55" fmla="*/ 7 h 13"/>
                <a:gd name="T56" fmla="*/ 3 w 10"/>
                <a:gd name="T57" fmla="*/ 4 h 13"/>
                <a:gd name="T58" fmla="*/ 2 w 10"/>
                <a:gd name="T59" fmla="*/ 4 h 13"/>
                <a:gd name="T60" fmla="*/ 2 w 10"/>
                <a:gd name="T61" fmla="*/ 6 h 13"/>
                <a:gd name="T62" fmla="*/ 8 w 10"/>
                <a:gd name="T63" fmla="*/ 4 h 13"/>
                <a:gd name="T64" fmla="*/ 8 w 10"/>
                <a:gd name="T65" fmla="*/ 4 h 13"/>
                <a:gd name="T66" fmla="*/ 8 w 10"/>
                <a:gd name="T67" fmla="*/ 8 h 13"/>
                <a:gd name="T68" fmla="*/ 8 w 10"/>
                <a:gd name="T69" fmla="*/ 7 h 13"/>
                <a:gd name="T70" fmla="*/ 8 w 10"/>
                <a:gd name="T71" fmla="*/ 5 h 13"/>
                <a:gd name="T72" fmla="*/ 8 w 10"/>
                <a:gd name="T73" fmla="*/ 4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 h="13">
                  <a:moveTo>
                    <a:pt x="3" y="13"/>
                  </a:moveTo>
                  <a:cubicBezTo>
                    <a:pt x="3" y="12"/>
                    <a:pt x="3" y="12"/>
                    <a:pt x="3" y="12"/>
                  </a:cubicBezTo>
                  <a:cubicBezTo>
                    <a:pt x="3" y="11"/>
                    <a:pt x="3" y="11"/>
                    <a:pt x="3" y="10"/>
                  </a:cubicBezTo>
                  <a:cubicBezTo>
                    <a:pt x="3" y="10"/>
                    <a:pt x="3" y="10"/>
                    <a:pt x="3" y="10"/>
                  </a:cubicBezTo>
                  <a:cubicBezTo>
                    <a:pt x="3" y="10"/>
                    <a:pt x="3" y="10"/>
                    <a:pt x="2" y="10"/>
                  </a:cubicBezTo>
                  <a:cubicBezTo>
                    <a:pt x="2" y="10"/>
                    <a:pt x="2" y="9"/>
                    <a:pt x="2" y="9"/>
                  </a:cubicBezTo>
                  <a:cubicBezTo>
                    <a:pt x="2" y="9"/>
                    <a:pt x="2" y="9"/>
                    <a:pt x="2" y="9"/>
                  </a:cubicBezTo>
                  <a:cubicBezTo>
                    <a:pt x="2" y="10"/>
                    <a:pt x="1" y="9"/>
                    <a:pt x="1" y="9"/>
                  </a:cubicBezTo>
                  <a:cubicBezTo>
                    <a:pt x="1" y="9"/>
                    <a:pt x="1" y="9"/>
                    <a:pt x="1" y="8"/>
                  </a:cubicBezTo>
                  <a:cubicBezTo>
                    <a:pt x="1" y="8"/>
                    <a:pt x="1" y="7"/>
                    <a:pt x="1" y="7"/>
                  </a:cubicBezTo>
                  <a:cubicBezTo>
                    <a:pt x="0" y="6"/>
                    <a:pt x="0" y="6"/>
                    <a:pt x="0" y="5"/>
                  </a:cubicBezTo>
                  <a:cubicBezTo>
                    <a:pt x="0" y="5"/>
                    <a:pt x="0" y="5"/>
                    <a:pt x="0" y="5"/>
                  </a:cubicBezTo>
                  <a:cubicBezTo>
                    <a:pt x="1" y="4"/>
                    <a:pt x="1" y="2"/>
                    <a:pt x="2" y="1"/>
                  </a:cubicBezTo>
                  <a:cubicBezTo>
                    <a:pt x="2" y="1"/>
                    <a:pt x="2" y="1"/>
                    <a:pt x="2" y="1"/>
                  </a:cubicBezTo>
                  <a:cubicBezTo>
                    <a:pt x="2" y="1"/>
                    <a:pt x="2" y="1"/>
                    <a:pt x="2" y="1"/>
                  </a:cubicBezTo>
                  <a:cubicBezTo>
                    <a:pt x="3" y="1"/>
                    <a:pt x="3" y="1"/>
                    <a:pt x="4" y="0"/>
                  </a:cubicBezTo>
                  <a:cubicBezTo>
                    <a:pt x="4" y="0"/>
                    <a:pt x="4" y="0"/>
                    <a:pt x="4" y="0"/>
                  </a:cubicBezTo>
                  <a:cubicBezTo>
                    <a:pt x="4" y="1"/>
                    <a:pt x="4" y="1"/>
                    <a:pt x="4" y="1"/>
                  </a:cubicBezTo>
                  <a:cubicBezTo>
                    <a:pt x="4" y="1"/>
                    <a:pt x="4" y="2"/>
                    <a:pt x="5" y="2"/>
                  </a:cubicBezTo>
                  <a:cubicBezTo>
                    <a:pt x="5" y="3"/>
                    <a:pt x="5" y="3"/>
                    <a:pt x="5" y="3"/>
                  </a:cubicBezTo>
                  <a:cubicBezTo>
                    <a:pt x="5" y="3"/>
                    <a:pt x="5" y="3"/>
                    <a:pt x="5" y="3"/>
                  </a:cubicBezTo>
                  <a:cubicBezTo>
                    <a:pt x="5" y="2"/>
                    <a:pt x="5" y="2"/>
                    <a:pt x="5" y="1"/>
                  </a:cubicBezTo>
                  <a:cubicBezTo>
                    <a:pt x="5" y="1"/>
                    <a:pt x="5" y="1"/>
                    <a:pt x="5" y="1"/>
                  </a:cubicBezTo>
                  <a:cubicBezTo>
                    <a:pt x="5" y="1"/>
                    <a:pt x="5" y="1"/>
                    <a:pt x="5" y="1"/>
                  </a:cubicBezTo>
                  <a:cubicBezTo>
                    <a:pt x="5" y="2"/>
                    <a:pt x="5" y="2"/>
                    <a:pt x="5" y="3"/>
                  </a:cubicBezTo>
                  <a:cubicBezTo>
                    <a:pt x="5" y="3"/>
                    <a:pt x="5" y="3"/>
                    <a:pt x="5" y="3"/>
                  </a:cubicBezTo>
                  <a:cubicBezTo>
                    <a:pt x="5" y="3"/>
                    <a:pt x="5" y="3"/>
                    <a:pt x="6" y="3"/>
                  </a:cubicBezTo>
                  <a:cubicBezTo>
                    <a:pt x="6" y="3"/>
                    <a:pt x="6" y="3"/>
                    <a:pt x="6" y="3"/>
                  </a:cubicBezTo>
                  <a:cubicBezTo>
                    <a:pt x="6" y="2"/>
                    <a:pt x="6" y="2"/>
                    <a:pt x="6" y="1"/>
                  </a:cubicBezTo>
                  <a:cubicBezTo>
                    <a:pt x="6" y="1"/>
                    <a:pt x="6" y="1"/>
                    <a:pt x="6" y="1"/>
                  </a:cubicBezTo>
                  <a:cubicBezTo>
                    <a:pt x="6" y="1"/>
                    <a:pt x="6" y="0"/>
                    <a:pt x="6" y="0"/>
                  </a:cubicBezTo>
                  <a:cubicBezTo>
                    <a:pt x="6" y="0"/>
                    <a:pt x="6" y="0"/>
                    <a:pt x="6" y="0"/>
                  </a:cubicBezTo>
                  <a:cubicBezTo>
                    <a:pt x="7" y="1"/>
                    <a:pt x="7" y="1"/>
                    <a:pt x="8" y="1"/>
                  </a:cubicBezTo>
                  <a:cubicBezTo>
                    <a:pt x="8" y="1"/>
                    <a:pt x="8" y="1"/>
                    <a:pt x="8" y="1"/>
                  </a:cubicBezTo>
                  <a:cubicBezTo>
                    <a:pt x="8" y="1"/>
                    <a:pt x="9" y="2"/>
                    <a:pt x="9" y="2"/>
                  </a:cubicBezTo>
                  <a:cubicBezTo>
                    <a:pt x="9" y="3"/>
                    <a:pt x="10" y="4"/>
                    <a:pt x="10" y="5"/>
                  </a:cubicBezTo>
                  <a:cubicBezTo>
                    <a:pt x="10" y="5"/>
                    <a:pt x="10" y="5"/>
                    <a:pt x="10" y="5"/>
                  </a:cubicBezTo>
                  <a:cubicBezTo>
                    <a:pt x="10" y="6"/>
                    <a:pt x="10" y="7"/>
                    <a:pt x="10" y="7"/>
                  </a:cubicBezTo>
                  <a:cubicBezTo>
                    <a:pt x="9" y="8"/>
                    <a:pt x="9" y="8"/>
                    <a:pt x="9" y="9"/>
                  </a:cubicBezTo>
                  <a:cubicBezTo>
                    <a:pt x="9" y="9"/>
                    <a:pt x="9" y="10"/>
                    <a:pt x="8" y="9"/>
                  </a:cubicBezTo>
                  <a:cubicBezTo>
                    <a:pt x="8" y="9"/>
                    <a:pt x="8" y="9"/>
                    <a:pt x="8" y="9"/>
                  </a:cubicBezTo>
                  <a:cubicBezTo>
                    <a:pt x="8" y="9"/>
                    <a:pt x="8" y="10"/>
                    <a:pt x="8" y="10"/>
                  </a:cubicBezTo>
                  <a:cubicBezTo>
                    <a:pt x="8" y="10"/>
                    <a:pt x="8" y="10"/>
                    <a:pt x="8" y="10"/>
                  </a:cubicBezTo>
                  <a:cubicBezTo>
                    <a:pt x="7" y="11"/>
                    <a:pt x="7" y="12"/>
                    <a:pt x="7" y="13"/>
                  </a:cubicBezTo>
                  <a:cubicBezTo>
                    <a:pt x="7" y="13"/>
                    <a:pt x="6" y="13"/>
                    <a:pt x="5" y="13"/>
                  </a:cubicBezTo>
                  <a:cubicBezTo>
                    <a:pt x="5" y="12"/>
                    <a:pt x="5" y="11"/>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5" y="11"/>
                    <a:pt x="5" y="12"/>
                    <a:pt x="5" y="13"/>
                  </a:cubicBezTo>
                  <a:cubicBezTo>
                    <a:pt x="4" y="13"/>
                    <a:pt x="4" y="13"/>
                    <a:pt x="3" y="13"/>
                  </a:cubicBezTo>
                  <a:close/>
                  <a:moveTo>
                    <a:pt x="2" y="8"/>
                  </a:moveTo>
                  <a:cubicBezTo>
                    <a:pt x="2" y="8"/>
                    <a:pt x="2" y="8"/>
                    <a:pt x="2" y="8"/>
                  </a:cubicBezTo>
                  <a:cubicBezTo>
                    <a:pt x="2" y="8"/>
                    <a:pt x="2" y="8"/>
                    <a:pt x="2" y="7"/>
                  </a:cubicBezTo>
                  <a:cubicBezTo>
                    <a:pt x="2" y="7"/>
                    <a:pt x="2" y="6"/>
                    <a:pt x="2" y="6"/>
                  </a:cubicBezTo>
                  <a:cubicBezTo>
                    <a:pt x="2" y="5"/>
                    <a:pt x="3" y="5"/>
                    <a:pt x="3" y="4"/>
                  </a:cubicBezTo>
                  <a:cubicBezTo>
                    <a:pt x="3" y="4"/>
                    <a:pt x="3" y="4"/>
                    <a:pt x="3" y="4"/>
                  </a:cubicBezTo>
                  <a:cubicBezTo>
                    <a:pt x="2" y="4"/>
                    <a:pt x="2" y="4"/>
                    <a:pt x="2" y="4"/>
                  </a:cubicBezTo>
                  <a:cubicBezTo>
                    <a:pt x="2" y="4"/>
                    <a:pt x="2" y="5"/>
                    <a:pt x="2" y="5"/>
                  </a:cubicBezTo>
                  <a:cubicBezTo>
                    <a:pt x="2" y="5"/>
                    <a:pt x="2" y="6"/>
                    <a:pt x="2" y="6"/>
                  </a:cubicBezTo>
                  <a:cubicBezTo>
                    <a:pt x="2" y="6"/>
                    <a:pt x="2" y="7"/>
                    <a:pt x="2" y="8"/>
                  </a:cubicBezTo>
                  <a:close/>
                  <a:moveTo>
                    <a:pt x="8" y="4"/>
                  </a:moveTo>
                  <a:cubicBezTo>
                    <a:pt x="8" y="4"/>
                    <a:pt x="8" y="4"/>
                    <a:pt x="8" y="4"/>
                  </a:cubicBezTo>
                  <a:cubicBezTo>
                    <a:pt x="8" y="4"/>
                    <a:pt x="8" y="4"/>
                    <a:pt x="8" y="4"/>
                  </a:cubicBezTo>
                  <a:cubicBezTo>
                    <a:pt x="8" y="5"/>
                    <a:pt x="8" y="6"/>
                    <a:pt x="8" y="6"/>
                  </a:cubicBezTo>
                  <a:cubicBezTo>
                    <a:pt x="8" y="7"/>
                    <a:pt x="8" y="7"/>
                    <a:pt x="8" y="8"/>
                  </a:cubicBezTo>
                  <a:cubicBezTo>
                    <a:pt x="8" y="8"/>
                    <a:pt x="8" y="8"/>
                    <a:pt x="8" y="8"/>
                  </a:cubicBezTo>
                  <a:cubicBezTo>
                    <a:pt x="8" y="8"/>
                    <a:pt x="8" y="8"/>
                    <a:pt x="8" y="7"/>
                  </a:cubicBezTo>
                  <a:cubicBezTo>
                    <a:pt x="8" y="7"/>
                    <a:pt x="8" y="6"/>
                    <a:pt x="9" y="6"/>
                  </a:cubicBezTo>
                  <a:cubicBezTo>
                    <a:pt x="9" y="6"/>
                    <a:pt x="9" y="5"/>
                    <a:pt x="8" y="5"/>
                  </a:cubicBezTo>
                  <a:cubicBezTo>
                    <a:pt x="8" y="5"/>
                    <a:pt x="8" y="4"/>
                    <a:pt x="8" y="4"/>
                  </a:cubicBezTo>
                  <a:cubicBezTo>
                    <a:pt x="8" y="4"/>
                    <a:pt x="8" y="4"/>
                    <a:pt x="8"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2" name="Freeform 1223">
              <a:extLst>
                <a:ext uri="{FF2B5EF4-FFF2-40B4-BE49-F238E27FC236}">
                  <a16:creationId xmlns="" xmlns:a16="http://schemas.microsoft.com/office/drawing/2014/main" id="{13D86428-8F79-428F-8332-3DB5004EBD7E}"/>
                </a:ext>
              </a:extLst>
            </p:cNvPr>
            <p:cNvSpPr>
              <a:spLocks/>
            </p:cNvSpPr>
            <p:nvPr/>
          </p:nvSpPr>
          <p:spPr bwMode="auto">
            <a:xfrm>
              <a:off x="11537490" y="467094"/>
              <a:ext cx="1880" cy="2417"/>
            </a:xfrm>
            <a:custGeom>
              <a:avLst/>
              <a:gdLst>
                <a:gd name="T0" fmla="*/ 3 w 3"/>
                <a:gd name="T1" fmla="*/ 2 h 4"/>
                <a:gd name="T2" fmla="*/ 2 w 3"/>
                <a:gd name="T3" fmla="*/ 4 h 4"/>
                <a:gd name="T4" fmla="*/ 0 w 3"/>
                <a:gd name="T5" fmla="*/ 4 h 4"/>
                <a:gd name="T6" fmla="*/ 0 w 3"/>
                <a:gd name="T7" fmla="*/ 2 h 4"/>
                <a:gd name="T8" fmla="*/ 0 w 3"/>
                <a:gd name="T9" fmla="*/ 1 h 4"/>
                <a:gd name="T10" fmla="*/ 2 w 3"/>
                <a:gd name="T11" fmla="*/ 1 h 4"/>
                <a:gd name="T12" fmla="*/ 3 w 3"/>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3" y="2"/>
                  </a:moveTo>
                  <a:cubicBezTo>
                    <a:pt x="2" y="2"/>
                    <a:pt x="2" y="3"/>
                    <a:pt x="2" y="4"/>
                  </a:cubicBezTo>
                  <a:cubicBezTo>
                    <a:pt x="1" y="4"/>
                    <a:pt x="1" y="4"/>
                    <a:pt x="0" y="4"/>
                  </a:cubicBezTo>
                  <a:cubicBezTo>
                    <a:pt x="0" y="3"/>
                    <a:pt x="0" y="3"/>
                    <a:pt x="0" y="2"/>
                  </a:cubicBezTo>
                  <a:cubicBezTo>
                    <a:pt x="0" y="2"/>
                    <a:pt x="0" y="1"/>
                    <a:pt x="0" y="1"/>
                  </a:cubicBezTo>
                  <a:cubicBezTo>
                    <a:pt x="0" y="0"/>
                    <a:pt x="1" y="0"/>
                    <a:pt x="2" y="1"/>
                  </a:cubicBezTo>
                  <a:cubicBezTo>
                    <a:pt x="2" y="1"/>
                    <a:pt x="3" y="1"/>
                    <a:pt x="3"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3" name="Freeform 1224">
              <a:extLst>
                <a:ext uri="{FF2B5EF4-FFF2-40B4-BE49-F238E27FC236}">
                  <a16:creationId xmlns="" xmlns:a16="http://schemas.microsoft.com/office/drawing/2014/main" id="{9E6AE02E-ED38-40AC-B693-696F4271A787}"/>
                </a:ext>
              </a:extLst>
            </p:cNvPr>
            <p:cNvSpPr>
              <a:spLocks noEditPoints="1"/>
            </p:cNvSpPr>
            <p:nvPr/>
          </p:nvSpPr>
          <p:spPr bwMode="auto">
            <a:xfrm>
              <a:off x="11006604" y="338736"/>
              <a:ext cx="58540" cy="53975"/>
            </a:xfrm>
            <a:custGeom>
              <a:avLst/>
              <a:gdLst>
                <a:gd name="T0" fmla="*/ 65 w 92"/>
                <a:gd name="T1" fmla="*/ 4 h 85"/>
                <a:gd name="T2" fmla="*/ 92 w 92"/>
                <a:gd name="T3" fmla="*/ 40 h 85"/>
                <a:gd name="T4" fmla="*/ 86 w 92"/>
                <a:gd name="T5" fmla="*/ 71 h 85"/>
                <a:gd name="T6" fmla="*/ 71 w 92"/>
                <a:gd name="T7" fmla="*/ 85 h 85"/>
                <a:gd name="T8" fmla="*/ 72 w 92"/>
                <a:gd name="T9" fmla="*/ 81 h 85"/>
                <a:gd name="T10" fmla="*/ 74 w 92"/>
                <a:gd name="T11" fmla="*/ 76 h 85"/>
                <a:gd name="T12" fmla="*/ 78 w 92"/>
                <a:gd name="T13" fmla="*/ 75 h 85"/>
                <a:gd name="T14" fmla="*/ 87 w 92"/>
                <a:gd name="T15" fmla="*/ 48 h 85"/>
                <a:gd name="T16" fmla="*/ 75 w 92"/>
                <a:gd name="T17" fmla="*/ 49 h 85"/>
                <a:gd name="T18" fmla="*/ 69 w 92"/>
                <a:gd name="T19" fmla="*/ 48 h 85"/>
                <a:gd name="T20" fmla="*/ 65 w 92"/>
                <a:gd name="T21" fmla="*/ 55 h 85"/>
                <a:gd name="T22" fmla="*/ 64 w 92"/>
                <a:gd name="T23" fmla="*/ 48 h 85"/>
                <a:gd name="T24" fmla="*/ 55 w 92"/>
                <a:gd name="T25" fmla="*/ 45 h 85"/>
                <a:gd name="T26" fmla="*/ 66 w 92"/>
                <a:gd name="T27" fmla="*/ 45 h 85"/>
                <a:gd name="T28" fmla="*/ 62 w 92"/>
                <a:gd name="T29" fmla="*/ 26 h 85"/>
                <a:gd name="T30" fmla="*/ 49 w 92"/>
                <a:gd name="T31" fmla="*/ 27 h 85"/>
                <a:gd name="T32" fmla="*/ 43 w 92"/>
                <a:gd name="T33" fmla="*/ 27 h 85"/>
                <a:gd name="T34" fmla="*/ 29 w 92"/>
                <a:gd name="T35" fmla="*/ 30 h 85"/>
                <a:gd name="T36" fmla="*/ 35 w 92"/>
                <a:gd name="T37" fmla="*/ 45 h 85"/>
                <a:gd name="T38" fmla="*/ 37 w 92"/>
                <a:gd name="T39" fmla="*/ 48 h 85"/>
                <a:gd name="T40" fmla="*/ 26 w 92"/>
                <a:gd name="T41" fmla="*/ 51 h 85"/>
                <a:gd name="T42" fmla="*/ 25 w 92"/>
                <a:gd name="T43" fmla="*/ 60 h 85"/>
                <a:gd name="T44" fmla="*/ 22 w 92"/>
                <a:gd name="T45" fmla="*/ 48 h 85"/>
                <a:gd name="T46" fmla="*/ 4 w 92"/>
                <a:gd name="T47" fmla="*/ 50 h 85"/>
                <a:gd name="T48" fmla="*/ 12 w 92"/>
                <a:gd name="T49" fmla="*/ 65 h 85"/>
                <a:gd name="T50" fmla="*/ 14 w 92"/>
                <a:gd name="T51" fmla="*/ 75 h 85"/>
                <a:gd name="T52" fmla="*/ 17 w 92"/>
                <a:gd name="T53" fmla="*/ 77 h 85"/>
                <a:gd name="T54" fmla="*/ 21 w 92"/>
                <a:gd name="T55" fmla="*/ 85 h 85"/>
                <a:gd name="T56" fmla="*/ 9 w 92"/>
                <a:gd name="T57" fmla="*/ 74 h 85"/>
                <a:gd name="T58" fmla="*/ 2 w 92"/>
                <a:gd name="T59" fmla="*/ 60 h 85"/>
                <a:gd name="T60" fmla="*/ 8 w 92"/>
                <a:gd name="T61" fmla="*/ 20 h 85"/>
                <a:gd name="T62" fmla="*/ 39 w 92"/>
                <a:gd name="T63" fmla="*/ 1 h 85"/>
                <a:gd name="T64" fmla="*/ 49 w 92"/>
                <a:gd name="T65" fmla="*/ 0 h 85"/>
                <a:gd name="T66" fmla="*/ 26 w 92"/>
                <a:gd name="T67" fmla="*/ 28 h 85"/>
                <a:gd name="T68" fmla="*/ 16 w 92"/>
                <a:gd name="T69" fmla="*/ 19 h 85"/>
                <a:gd name="T70" fmla="*/ 14 w 92"/>
                <a:gd name="T71" fmla="*/ 19 h 85"/>
                <a:gd name="T72" fmla="*/ 4 w 92"/>
                <a:gd name="T73" fmla="*/ 45 h 85"/>
                <a:gd name="T74" fmla="*/ 86 w 92"/>
                <a:gd name="T75" fmla="*/ 32 h 85"/>
                <a:gd name="T76" fmla="*/ 65 w 92"/>
                <a:gd name="T77" fmla="*/ 24 h 85"/>
                <a:gd name="T78" fmla="*/ 69 w 92"/>
                <a:gd name="T79" fmla="*/ 42 h 85"/>
                <a:gd name="T80" fmla="*/ 75 w 92"/>
                <a:gd name="T81" fmla="*/ 44 h 85"/>
                <a:gd name="T82" fmla="*/ 87 w 92"/>
                <a:gd name="T83" fmla="*/ 45 h 85"/>
                <a:gd name="T84" fmla="*/ 58 w 92"/>
                <a:gd name="T85" fmla="*/ 12 h 85"/>
                <a:gd name="T86" fmla="*/ 51 w 92"/>
                <a:gd name="T87" fmla="*/ 5 h 85"/>
                <a:gd name="T88" fmla="*/ 31 w 92"/>
                <a:gd name="T89" fmla="*/ 17 h 85"/>
                <a:gd name="T90" fmla="*/ 17 w 92"/>
                <a:gd name="T91" fmla="*/ 16 h 85"/>
                <a:gd name="T92" fmla="*/ 56 w 92"/>
                <a:gd name="T93" fmla="*/ 14 h 85"/>
                <a:gd name="T94" fmla="*/ 48 w 92"/>
                <a:gd name="T95" fmla="*/ 24 h 85"/>
                <a:gd name="T96" fmla="*/ 34 w 92"/>
                <a:gd name="T97" fmla="*/ 18 h 85"/>
                <a:gd name="T98" fmla="*/ 37 w 92"/>
                <a:gd name="T99" fmla="*/ 23 h 85"/>
                <a:gd name="T100" fmla="*/ 44 w 92"/>
                <a:gd name="T101" fmla="*/ 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2" h="85">
                  <a:moveTo>
                    <a:pt x="49" y="0"/>
                  </a:moveTo>
                  <a:cubicBezTo>
                    <a:pt x="50" y="1"/>
                    <a:pt x="51" y="1"/>
                    <a:pt x="52" y="1"/>
                  </a:cubicBezTo>
                  <a:cubicBezTo>
                    <a:pt x="57" y="1"/>
                    <a:pt x="61" y="3"/>
                    <a:pt x="65" y="4"/>
                  </a:cubicBezTo>
                  <a:cubicBezTo>
                    <a:pt x="69" y="6"/>
                    <a:pt x="73" y="9"/>
                    <a:pt x="76" y="12"/>
                  </a:cubicBezTo>
                  <a:cubicBezTo>
                    <a:pt x="81" y="15"/>
                    <a:pt x="84" y="20"/>
                    <a:pt x="87" y="25"/>
                  </a:cubicBezTo>
                  <a:cubicBezTo>
                    <a:pt x="90" y="30"/>
                    <a:pt x="91" y="35"/>
                    <a:pt x="92" y="40"/>
                  </a:cubicBezTo>
                  <a:cubicBezTo>
                    <a:pt x="92" y="42"/>
                    <a:pt x="92" y="43"/>
                    <a:pt x="92" y="45"/>
                  </a:cubicBezTo>
                  <a:cubicBezTo>
                    <a:pt x="92" y="48"/>
                    <a:pt x="92" y="51"/>
                    <a:pt x="92" y="54"/>
                  </a:cubicBezTo>
                  <a:cubicBezTo>
                    <a:pt x="91" y="60"/>
                    <a:pt x="89" y="66"/>
                    <a:pt x="86" y="71"/>
                  </a:cubicBezTo>
                  <a:cubicBezTo>
                    <a:pt x="84" y="73"/>
                    <a:pt x="82" y="76"/>
                    <a:pt x="80" y="78"/>
                  </a:cubicBezTo>
                  <a:cubicBezTo>
                    <a:pt x="78" y="81"/>
                    <a:pt x="75" y="83"/>
                    <a:pt x="72" y="85"/>
                  </a:cubicBezTo>
                  <a:cubicBezTo>
                    <a:pt x="72" y="85"/>
                    <a:pt x="71" y="85"/>
                    <a:pt x="71" y="85"/>
                  </a:cubicBezTo>
                  <a:cubicBezTo>
                    <a:pt x="71" y="85"/>
                    <a:pt x="71" y="85"/>
                    <a:pt x="71" y="85"/>
                  </a:cubicBezTo>
                  <a:cubicBezTo>
                    <a:pt x="71" y="85"/>
                    <a:pt x="71" y="85"/>
                    <a:pt x="71" y="84"/>
                  </a:cubicBezTo>
                  <a:cubicBezTo>
                    <a:pt x="72" y="83"/>
                    <a:pt x="72" y="82"/>
                    <a:pt x="72" y="81"/>
                  </a:cubicBezTo>
                  <a:cubicBezTo>
                    <a:pt x="73" y="80"/>
                    <a:pt x="73" y="79"/>
                    <a:pt x="74" y="79"/>
                  </a:cubicBezTo>
                  <a:cubicBezTo>
                    <a:pt x="74" y="78"/>
                    <a:pt x="75" y="78"/>
                    <a:pt x="76" y="77"/>
                  </a:cubicBezTo>
                  <a:cubicBezTo>
                    <a:pt x="75" y="77"/>
                    <a:pt x="75" y="76"/>
                    <a:pt x="74" y="76"/>
                  </a:cubicBezTo>
                  <a:cubicBezTo>
                    <a:pt x="74" y="76"/>
                    <a:pt x="73" y="75"/>
                    <a:pt x="73" y="75"/>
                  </a:cubicBezTo>
                  <a:cubicBezTo>
                    <a:pt x="73" y="74"/>
                    <a:pt x="73" y="73"/>
                    <a:pt x="73" y="72"/>
                  </a:cubicBezTo>
                  <a:cubicBezTo>
                    <a:pt x="75" y="73"/>
                    <a:pt x="76" y="74"/>
                    <a:pt x="78" y="75"/>
                  </a:cubicBezTo>
                  <a:cubicBezTo>
                    <a:pt x="82" y="70"/>
                    <a:pt x="85" y="65"/>
                    <a:pt x="87" y="59"/>
                  </a:cubicBezTo>
                  <a:cubicBezTo>
                    <a:pt x="88" y="56"/>
                    <a:pt x="89" y="50"/>
                    <a:pt x="88" y="48"/>
                  </a:cubicBezTo>
                  <a:cubicBezTo>
                    <a:pt x="88" y="48"/>
                    <a:pt x="88" y="48"/>
                    <a:pt x="87" y="48"/>
                  </a:cubicBezTo>
                  <a:cubicBezTo>
                    <a:pt x="86" y="49"/>
                    <a:pt x="86" y="49"/>
                    <a:pt x="86" y="49"/>
                  </a:cubicBezTo>
                  <a:cubicBezTo>
                    <a:pt x="85" y="52"/>
                    <a:pt x="83" y="53"/>
                    <a:pt x="80" y="53"/>
                  </a:cubicBezTo>
                  <a:cubicBezTo>
                    <a:pt x="78" y="53"/>
                    <a:pt x="76" y="52"/>
                    <a:pt x="75" y="49"/>
                  </a:cubicBezTo>
                  <a:cubicBezTo>
                    <a:pt x="74" y="48"/>
                    <a:pt x="74" y="48"/>
                    <a:pt x="73" y="48"/>
                  </a:cubicBezTo>
                  <a:cubicBezTo>
                    <a:pt x="72" y="48"/>
                    <a:pt x="71" y="48"/>
                    <a:pt x="71" y="48"/>
                  </a:cubicBezTo>
                  <a:cubicBezTo>
                    <a:pt x="70" y="48"/>
                    <a:pt x="70" y="48"/>
                    <a:pt x="69" y="48"/>
                  </a:cubicBezTo>
                  <a:cubicBezTo>
                    <a:pt x="69" y="52"/>
                    <a:pt x="69" y="56"/>
                    <a:pt x="68" y="60"/>
                  </a:cubicBezTo>
                  <a:cubicBezTo>
                    <a:pt x="67" y="59"/>
                    <a:pt x="66" y="57"/>
                    <a:pt x="66" y="56"/>
                  </a:cubicBezTo>
                  <a:cubicBezTo>
                    <a:pt x="65" y="56"/>
                    <a:pt x="65" y="55"/>
                    <a:pt x="65" y="55"/>
                  </a:cubicBezTo>
                  <a:cubicBezTo>
                    <a:pt x="66" y="53"/>
                    <a:pt x="66" y="51"/>
                    <a:pt x="66" y="50"/>
                  </a:cubicBezTo>
                  <a:cubicBezTo>
                    <a:pt x="66" y="49"/>
                    <a:pt x="66" y="49"/>
                    <a:pt x="66" y="48"/>
                  </a:cubicBezTo>
                  <a:cubicBezTo>
                    <a:pt x="65" y="48"/>
                    <a:pt x="65" y="48"/>
                    <a:pt x="64" y="48"/>
                  </a:cubicBezTo>
                  <a:cubicBezTo>
                    <a:pt x="61" y="48"/>
                    <a:pt x="58" y="48"/>
                    <a:pt x="55" y="48"/>
                  </a:cubicBezTo>
                  <a:cubicBezTo>
                    <a:pt x="55" y="48"/>
                    <a:pt x="55" y="48"/>
                    <a:pt x="54" y="48"/>
                  </a:cubicBezTo>
                  <a:cubicBezTo>
                    <a:pt x="54" y="47"/>
                    <a:pt x="55" y="46"/>
                    <a:pt x="55" y="45"/>
                  </a:cubicBezTo>
                  <a:cubicBezTo>
                    <a:pt x="56" y="45"/>
                    <a:pt x="56" y="45"/>
                    <a:pt x="57" y="45"/>
                  </a:cubicBezTo>
                  <a:cubicBezTo>
                    <a:pt x="59" y="45"/>
                    <a:pt x="62" y="45"/>
                    <a:pt x="65" y="45"/>
                  </a:cubicBezTo>
                  <a:cubicBezTo>
                    <a:pt x="65" y="45"/>
                    <a:pt x="65" y="45"/>
                    <a:pt x="66" y="45"/>
                  </a:cubicBezTo>
                  <a:cubicBezTo>
                    <a:pt x="66" y="44"/>
                    <a:pt x="66" y="43"/>
                    <a:pt x="66" y="42"/>
                  </a:cubicBezTo>
                  <a:cubicBezTo>
                    <a:pt x="66" y="39"/>
                    <a:pt x="65" y="36"/>
                    <a:pt x="64" y="32"/>
                  </a:cubicBezTo>
                  <a:cubicBezTo>
                    <a:pt x="64" y="30"/>
                    <a:pt x="63" y="28"/>
                    <a:pt x="62" y="26"/>
                  </a:cubicBezTo>
                  <a:cubicBezTo>
                    <a:pt x="62" y="26"/>
                    <a:pt x="62" y="26"/>
                    <a:pt x="62" y="25"/>
                  </a:cubicBezTo>
                  <a:cubicBezTo>
                    <a:pt x="61" y="25"/>
                    <a:pt x="61" y="25"/>
                    <a:pt x="61" y="25"/>
                  </a:cubicBezTo>
                  <a:cubicBezTo>
                    <a:pt x="57" y="26"/>
                    <a:pt x="53" y="27"/>
                    <a:pt x="49" y="27"/>
                  </a:cubicBezTo>
                  <a:cubicBezTo>
                    <a:pt x="48" y="27"/>
                    <a:pt x="48" y="28"/>
                    <a:pt x="47" y="28"/>
                  </a:cubicBezTo>
                  <a:cubicBezTo>
                    <a:pt x="47" y="28"/>
                    <a:pt x="46" y="28"/>
                    <a:pt x="45" y="28"/>
                  </a:cubicBezTo>
                  <a:cubicBezTo>
                    <a:pt x="45" y="27"/>
                    <a:pt x="44" y="27"/>
                    <a:pt x="43" y="27"/>
                  </a:cubicBezTo>
                  <a:cubicBezTo>
                    <a:pt x="41" y="27"/>
                    <a:pt x="39" y="27"/>
                    <a:pt x="37" y="26"/>
                  </a:cubicBezTo>
                  <a:cubicBezTo>
                    <a:pt x="36" y="26"/>
                    <a:pt x="36" y="26"/>
                    <a:pt x="35" y="26"/>
                  </a:cubicBezTo>
                  <a:cubicBezTo>
                    <a:pt x="34" y="28"/>
                    <a:pt x="32" y="30"/>
                    <a:pt x="29" y="30"/>
                  </a:cubicBezTo>
                  <a:cubicBezTo>
                    <a:pt x="28" y="32"/>
                    <a:pt x="26" y="42"/>
                    <a:pt x="26" y="45"/>
                  </a:cubicBezTo>
                  <a:cubicBezTo>
                    <a:pt x="27" y="45"/>
                    <a:pt x="27" y="45"/>
                    <a:pt x="28" y="45"/>
                  </a:cubicBezTo>
                  <a:cubicBezTo>
                    <a:pt x="30" y="45"/>
                    <a:pt x="33" y="45"/>
                    <a:pt x="35" y="45"/>
                  </a:cubicBezTo>
                  <a:cubicBezTo>
                    <a:pt x="36" y="45"/>
                    <a:pt x="36" y="45"/>
                    <a:pt x="37" y="45"/>
                  </a:cubicBezTo>
                  <a:cubicBezTo>
                    <a:pt x="37" y="46"/>
                    <a:pt x="38" y="47"/>
                    <a:pt x="38" y="48"/>
                  </a:cubicBezTo>
                  <a:cubicBezTo>
                    <a:pt x="38" y="48"/>
                    <a:pt x="37" y="48"/>
                    <a:pt x="37" y="48"/>
                  </a:cubicBezTo>
                  <a:cubicBezTo>
                    <a:pt x="34" y="48"/>
                    <a:pt x="31" y="48"/>
                    <a:pt x="28" y="48"/>
                  </a:cubicBezTo>
                  <a:cubicBezTo>
                    <a:pt x="27" y="48"/>
                    <a:pt x="27" y="48"/>
                    <a:pt x="26" y="48"/>
                  </a:cubicBezTo>
                  <a:cubicBezTo>
                    <a:pt x="26" y="49"/>
                    <a:pt x="26" y="50"/>
                    <a:pt x="26" y="51"/>
                  </a:cubicBezTo>
                  <a:cubicBezTo>
                    <a:pt x="26" y="52"/>
                    <a:pt x="27" y="54"/>
                    <a:pt x="27" y="55"/>
                  </a:cubicBezTo>
                  <a:cubicBezTo>
                    <a:pt x="27" y="56"/>
                    <a:pt x="27" y="56"/>
                    <a:pt x="26" y="57"/>
                  </a:cubicBezTo>
                  <a:cubicBezTo>
                    <a:pt x="26" y="58"/>
                    <a:pt x="25" y="59"/>
                    <a:pt x="25" y="60"/>
                  </a:cubicBezTo>
                  <a:cubicBezTo>
                    <a:pt x="24" y="58"/>
                    <a:pt x="24" y="56"/>
                    <a:pt x="23" y="54"/>
                  </a:cubicBezTo>
                  <a:cubicBezTo>
                    <a:pt x="23" y="52"/>
                    <a:pt x="23" y="50"/>
                    <a:pt x="23" y="48"/>
                  </a:cubicBezTo>
                  <a:cubicBezTo>
                    <a:pt x="22" y="48"/>
                    <a:pt x="22" y="48"/>
                    <a:pt x="22" y="48"/>
                  </a:cubicBezTo>
                  <a:cubicBezTo>
                    <a:pt x="16" y="48"/>
                    <a:pt x="11" y="48"/>
                    <a:pt x="5" y="48"/>
                  </a:cubicBezTo>
                  <a:cubicBezTo>
                    <a:pt x="5" y="48"/>
                    <a:pt x="4" y="48"/>
                    <a:pt x="4" y="48"/>
                  </a:cubicBezTo>
                  <a:cubicBezTo>
                    <a:pt x="4" y="49"/>
                    <a:pt x="4" y="49"/>
                    <a:pt x="4" y="50"/>
                  </a:cubicBezTo>
                  <a:cubicBezTo>
                    <a:pt x="4" y="53"/>
                    <a:pt x="5" y="57"/>
                    <a:pt x="6" y="61"/>
                  </a:cubicBezTo>
                  <a:cubicBezTo>
                    <a:pt x="6" y="62"/>
                    <a:pt x="7" y="62"/>
                    <a:pt x="7" y="62"/>
                  </a:cubicBezTo>
                  <a:cubicBezTo>
                    <a:pt x="9" y="62"/>
                    <a:pt x="11" y="63"/>
                    <a:pt x="12" y="65"/>
                  </a:cubicBezTo>
                  <a:cubicBezTo>
                    <a:pt x="13" y="67"/>
                    <a:pt x="14" y="69"/>
                    <a:pt x="13" y="71"/>
                  </a:cubicBezTo>
                  <a:cubicBezTo>
                    <a:pt x="13" y="71"/>
                    <a:pt x="12" y="71"/>
                    <a:pt x="12" y="72"/>
                  </a:cubicBezTo>
                  <a:cubicBezTo>
                    <a:pt x="13" y="73"/>
                    <a:pt x="13" y="74"/>
                    <a:pt x="14" y="75"/>
                  </a:cubicBezTo>
                  <a:cubicBezTo>
                    <a:pt x="16" y="74"/>
                    <a:pt x="17" y="73"/>
                    <a:pt x="19" y="72"/>
                  </a:cubicBezTo>
                  <a:cubicBezTo>
                    <a:pt x="19" y="73"/>
                    <a:pt x="19" y="74"/>
                    <a:pt x="19" y="76"/>
                  </a:cubicBezTo>
                  <a:cubicBezTo>
                    <a:pt x="18" y="76"/>
                    <a:pt x="17" y="76"/>
                    <a:pt x="17" y="77"/>
                  </a:cubicBezTo>
                  <a:cubicBezTo>
                    <a:pt x="17" y="78"/>
                    <a:pt x="18" y="78"/>
                    <a:pt x="18" y="79"/>
                  </a:cubicBezTo>
                  <a:cubicBezTo>
                    <a:pt x="19" y="79"/>
                    <a:pt x="20" y="80"/>
                    <a:pt x="20" y="81"/>
                  </a:cubicBezTo>
                  <a:cubicBezTo>
                    <a:pt x="20" y="83"/>
                    <a:pt x="21" y="84"/>
                    <a:pt x="21" y="85"/>
                  </a:cubicBezTo>
                  <a:cubicBezTo>
                    <a:pt x="19" y="84"/>
                    <a:pt x="18" y="83"/>
                    <a:pt x="17" y="82"/>
                  </a:cubicBezTo>
                  <a:cubicBezTo>
                    <a:pt x="15" y="81"/>
                    <a:pt x="14" y="80"/>
                    <a:pt x="13" y="78"/>
                  </a:cubicBezTo>
                  <a:cubicBezTo>
                    <a:pt x="11" y="77"/>
                    <a:pt x="10" y="76"/>
                    <a:pt x="9" y="74"/>
                  </a:cubicBezTo>
                  <a:cubicBezTo>
                    <a:pt x="6" y="75"/>
                    <a:pt x="3" y="74"/>
                    <a:pt x="1" y="71"/>
                  </a:cubicBezTo>
                  <a:cubicBezTo>
                    <a:pt x="0" y="68"/>
                    <a:pt x="1" y="65"/>
                    <a:pt x="3" y="63"/>
                  </a:cubicBezTo>
                  <a:cubicBezTo>
                    <a:pt x="3" y="62"/>
                    <a:pt x="2" y="61"/>
                    <a:pt x="2" y="60"/>
                  </a:cubicBezTo>
                  <a:cubicBezTo>
                    <a:pt x="1" y="56"/>
                    <a:pt x="0" y="51"/>
                    <a:pt x="0" y="47"/>
                  </a:cubicBezTo>
                  <a:cubicBezTo>
                    <a:pt x="0" y="42"/>
                    <a:pt x="1" y="37"/>
                    <a:pt x="2" y="32"/>
                  </a:cubicBezTo>
                  <a:cubicBezTo>
                    <a:pt x="4" y="28"/>
                    <a:pt x="6" y="24"/>
                    <a:pt x="8" y="20"/>
                  </a:cubicBezTo>
                  <a:cubicBezTo>
                    <a:pt x="10" y="18"/>
                    <a:pt x="11" y="16"/>
                    <a:pt x="13" y="14"/>
                  </a:cubicBezTo>
                  <a:cubicBezTo>
                    <a:pt x="16" y="11"/>
                    <a:pt x="19" y="9"/>
                    <a:pt x="23" y="6"/>
                  </a:cubicBezTo>
                  <a:cubicBezTo>
                    <a:pt x="28" y="4"/>
                    <a:pt x="34" y="2"/>
                    <a:pt x="39" y="1"/>
                  </a:cubicBezTo>
                  <a:cubicBezTo>
                    <a:pt x="40" y="1"/>
                    <a:pt x="41" y="1"/>
                    <a:pt x="42" y="1"/>
                  </a:cubicBezTo>
                  <a:cubicBezTo>
                    <a:pt x="43" y="1"/>
                    <a:pt x="43" y="0"/>
                    <a:pt x="43" y="0"/>
                  </a:cubicBezTo>
                  <a:cubicBezTo>
                    <a:pt x="45" y="0"/>
                    <a:pt x="47" y="0"/>
                    <a:pt x="49" y="0"/>
                  </a:cubicBezTo>
                  <a:close/>
                  <a:moveTo>
                    <a:pt x="23" y="45"/>
                  </a:moveTo>
                  <a:cubicBezTo>
                    <a:pt x="23" y="39"/>
                    <a:pt x="24" y="34"/>
                    <a:pt x="26" y="28"/>
                  </a:cubicBezTo>
                  <a:cubicBezTo>
                    <a:pt x="26" y="28"/>
                    <a:pt x="26" y="28"/>
                    <a:pt x="26" y="28"/>
                  </a:cubicBezTo>
                  <a:cubicBezTo>
                    <a:pt x="24" y="27"/>
                    <a:pt x="23" y="25"/>
                    <a:pt x="23" y="23"/>
                  </a:cubicBezTo>
                  <a:cubicBezTo>
                    <a:pt x="23" y="23"/>
                    <a:pt x="23" y="22"/>
                    <a:pt x="23" y="22"/>
                  </a:cubicBezTo>
                  <a:cubicBezTo>
                    <a:pt x="20" y="21"/>
                    <a:pt x="18" y="20"/>
                    <a:pt x="16" y="19"/>
                  </a:cubicBezTo>
                  <a:cubicBezTo>
                    <a:pt x="15" y="18"/>
                    <a:pt x="15" y="18"/>
                    <a:pt x="15" y="18"/>
                  </a:cubicBezTo>
                  <a:cubicBezTo>
                    <a:pt x="15" y="18"/>
                    <a:pt x="14" y="18"/>
                    <a:pt x="14" y="18"/>
                  </a:cubicBezTo>
                  <a:cubicBezTo>
                    <a:pt x="14" y="18"/>
                    <a:pt x="14" y="19"/>
                    <a:pt x="14" y="19"/>
                  </a:cubicBezTo>
                  <a:cubicBezTo>
                    <a:pt x="11" y="22"/>
                    <a:pt x="9" y="26"/>
                    <a:pt x="7" y="30"/>
                  </a:cubicBezTo>
                  <a:cubicBezTo>
                    <a:pt x="5" y="35"/>
                    <a:pt x="4" y="39"/>
                    <a:pt x="4" y="43"/>
                  </a:cubicBezTo>
                  <a:cubicBezTo>
                    <a:pt x="4" y="44"/>
                    <a:pt x="4" y="44"/>
                    <a:pt x="4" y="45"/>
                  </a:cubicBezTo>
                  <a:cubicBezTo>
                    <a:pt x="5" y="45"/>
                    <a:pt x="22" y="45"/>
                    <a:pt x="23" y="45"/>
                  </a:cubicBezTo>
                  <a:close/>
                  <a:moveTo>
                    <a:pt x="88" y="45"/>
                  </a:moveTo>
                  <a:cubicBezTo>
                    <a:pt x="89" y="43"/>
                    <a:pt x="88" y="36"/>
                    <a:pt x="86" y="32"/>
                  </a:cubicBezTo>
                  <a:cubicBezTo>
                    <a:pt x="84" y="27"/>
                    <a:pt x="81" y="22"/>
                    <a:pt x="77" y="18"/>
                  </a:cubicBezTo>
                  <a:cubicBezTo>
                    <a:pt x="75" y="19"/>
                    <a:pt x="73" y="20"/>
                    <a:pt x="71" y="21"/>
                  </a:cubicBezTo>
                  <a:cubicBezTo>
                    <a:pt x="69" y="22"/>
                    <a:pt x="67" y="23"/>
                    <a:pt x="65" y="24"/>
                  </a:cubicBezTo>
                  <a:cubicBezTo>
                    <a:pt x="65" y="25"/>
                    <a:pt x="65" y="25"/>
                    <a:pt x="65" y="25"/>
                  </a:cubicBezTo>
                  <a:cubicBezTo>
                    <a:pt x="66" y="27"/>
                    <a:pt x="66" y="28"/>
                    <a:pt x="67" y="30"/>
                  </a:cubicBezTo>
                  <a:cubicBezTo>
                    <a:pt x="68" y="34"/>
                    <a:pt x="69" y="38"/>
                    <a:pt x="69" y="42"/>
                  </a:cubicBezTo>
                  <a:cubicBezTo>
                    <a:pt x="69" y="43"/>
                    <a:pt x="69" y="44"/>
                    <a:pt x="70" y="45"/>
                  </a:cubicBezTo>
                  <a:cubicBezTo>
                    <a:pt x="71" y="45"/>
                    <a:pt x="72" y="45"/>
                    <a:pt x="73" y="45"/>
                  </a:cubicBezTo>
                  <a:cubicBezTo>
                    <a:pt x="74" y="45"/>
                    <a:pt x="74" y="45"/>
                    <a:pt x="75" y="44"/>
                  </a:cubicBezTo>
                  <a:cubicBezTo>
                    <a:pt x="76" y="41"/>
                    <a:pt x="78" y="40"/>
                    <a:pt x="80" y="40"/>
                  </a:cubicBezTo>
                  <a:cubicBezTo>
                    <a:pt x="83" y="40"/>
                    <a:pt x="85" y="41"/>
                    <a:pt x="86" y="44"/>
                  </a:cubicBezTo>
                  <a:cubicBezTo>
                    <a:pt x="86" y="44"/>
                    <a:pt x="86" y="45"/>
                    <a:pt x="87" y="45"/>
                  </a:cubicBezTo>
                  <a:cubicBezTo>
                    <a:pt x="87" y="45"/>
                    <a:pt x="88" y="45"/>
                    <a:pt x="88" y="45"/>
                  </a:cubicBezTo>
                  <a:close/>
                  <a:moveTo>
                    <a:pt x="51" y="5"/>
                  </a:moveTo>
                  <a:cubicBezTo>
                    <a:pt x="54" y="7"/>
                    <a:pt x="56" y="10"/>
                    <a:pt x="58" y="12"/>
                  </a:cubicBezTo>
                  <a:cubicBezTo>
                    <a:pt x="60" y="15"/>
                    <a:pt x="62" y="18"/>
                    <a:pt x="64" y="21"/>
                  </a:cubicBezTo>
                  <a:cubicBezTo>
                    <a:pt x="66" y="21"/>
                    <a:pt x="74" y="17"/>
                    <a:pt x="75" y="16"/>
                  </a:cubicBezTo>
                  <a:cubicBezTo>
                    <a:pt x="72" y="11"/>
                    <a:pt x="56" y="4"/>
                    <a:pt x="51" y="5"/>
                  </a:cubicBezTo>
                  <a:close/>
                  <a:moveTo>
                    <a:pt x="17" y="16"/>
                  </a:moveTo>
                  <a:cubicBezTo>
                    <a:pt x="19" y="17"/>
                    <a:pt x="22" y="19"/>
                    <a:pt x="24" y="20"/>
                  </a:cubicBezTo>
                  <a:cubicBezTo>
                    <a:pt x="26" y="18"/>
                    <a:pt x="28" y="17"/>
                    <a:pt x="31" y="17"/>
                  </a:cubicBezTo>
                  <a:cubicBezTo>
                    <a:pt x="33" y="15"/>
                    <a:pt x="34" y="13"/>
                    <a:pt x="36" y="11"/>
                  </a:cubicBezTo>
                  <a:cubicBezTo>
                    <a:pt x="37" y="9"/>
                    <a:pt x="39" y="7"/>
                    <a:pt x="41" y="5"/>
                  </a:cubicBezTo>
                  <a:cubicBezTo>
                    <a:pt x="36" y="4"/>
                    <a:pt x="21" y="11"/>
                    <a:pt x="17" y="16"/>
                  </a:cubicBezTo>
                  <a:close/>
                  <a:moveTo>
                    <a:pt x="60" y="22"/>
                  </a:moveTo>
                  <a:cubicBezTo>
                    <a:pt x="60" y="21"/>
                    <a:pt x="60" y="21"/>
                    <a:pt x="59" y="20"/>
                  </a:cubicBezTo>
                  <a:cubicBezTo>
                    <a:pt x="58" y="18"/>
                    <a:pt x="57" y="16"/>
                    <a:pt x="56" y="14"/>
                  </a:cubicBezTo>
                  <a:cubicBezTo>
                    <a:pt x="54" y="11"/>
                    <a:pt x="51" y="9"/>
                    <a:pt x="48" y="6"/>
                  </a:cubicBezTo>
                  <a:cubicBezTo>
                    <a:pt x="48" y="6"/>
                    <a:pt x="48" y="6"/>
                    <a:pt x="48" y="6"/>
                  </a:cubicBezTo>
                  <a:cubicBezTo>
                    <a:pt x="47" y="8"/>
                    <a:pt x="48" y="23"/>
                    <a:pt x="48" y="24"/>
                  </a:cubicBezTo>
                  <a:cubicBezTo>
                    <a:pt x="50" y="24"/>
                    <a:pt x="58" y="23"/>
                    <a:pt x="60" y="22"/>
                  </a:cubicBezTo>
                  <a:close/>
                  <a:moveTo>
                    <a:pt x="44" y="6"/>
                  </a:moveTo>
                  <a:cubicBezTo>
                    <a:pt x="40" y="10"/>
                    <a:pt x="37" y="14"/>
                    <a:pt x="34" y="18"/>
                  </a:cubicBezTo>
                  <a:cubicBezTo>
                    <a:pt x="34" y="19"/>
                    <a:pt x="34" y="19"/>
                    <a:pt x="34" y="19"/>
                  </a:cubicBezTo>
                  <a:cubicBezTo>
                    <a:pt x="35" y="20"/>
                    <a:pt x="36" y="21"/>
                    <a:pt x="36" y="22"/>
                  </a:cubicBezTo>
                  <a:cubicBezTo>
                    <a:pt x="36" y="23"/>
                    <a:pt x="36" y="23"/>
                    <a:pt x="37" y="23"/>
                  </a:cubicBezTo>
                  <a:cubicBezTo>
                    <a:pt x="38" y="24"/>
                    <a:pt x="40" y="24"/>
                    <a:pt x="42" y="24"/>
                  </a:cubicBezTo>
                  <a:cubicBezTo>
                    <a:pt x="43" y="24"/>
                    <a:pt x="44" y="24"/>
                    <a:pt x="44" y="24"/>
                  </a:cubicBezTo>
                  <a:cubicBezTo>
                    <a:pt x="45" y="23"/>
                    <a:pt x="45" y="7"/>
                    <a:pt x="44"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4" name="Freeform 1225">
              <a:extLst>
                <a:ext uri="{FF2B5EF4-FFF2-40B4-BE49-F238E27FC236}">
                  <a16:creationId xmlns="" xmlns:a16="http://schemas.microsoft.com/office/drawing/2014/main" id="{1DA91C72-D8EF-4863-AF57-1ABEF6F73541}"/>
                </a:ext>
              </a:extLst>
            </p:cNvPr>
            <p:cNvSpPr>
              <a:spLocks noEditPoints="1"/>
            </p:cNvSpPr>
            <p:nvPr/>
          </p:nvSpPr>
          <p:spPr bwMode="auto">
            <a:xfrm>
              <a:off x="11020568" y="371766"/>
              <a:ext cx="30613" cy="36789"/>
            </a:xfrm>
            <a:custGeom>
              <a:avLst/>
              <a:gdLst>
                <a:gd name="T0" fmla="*/ 13 w 48"/>
                <a:gd name="T1" fmla="*/ 53 h 58"/>
                <a:gd name="T2" fmla="*/ 12 w 48"/>
                <a:gd name="T3" fmla="*/ 45 h 58"/>
                <a:gd name="T4" fmla="*/ 11 w 48"/>
                <a:gd name="T5" fmla="*/ 42 h 58"/>
                <a:gd name="T6" fmla="*/ 6 w 48"/>
                <a:gd name="T7" fmla="*/ 41 h 58"/>
                <a:gd name="T8" fmla="*/ 2 w 48"/>
                <a:gd name="T9" fmla="*/ 31 h 58"/>
                <a:gd name="T10" fmla="*/ 1 w 48"/>
                <a:gd name="T11" fmla="*/ 20 h 58"/>
                <a:gd name="T12" fmla="*/ 10 w 48"/>
                <a:gd name="T13" fmla="*/ 3 h 58"/>
                <a:gd name="T14" fmla="*/ 18 w 48"/>
                <a:gd name="T15" fmla="*/ 0 h 58"/>
                <a:gd name="T16" fmla="*/ 19 w 48"/>
                <a:gd name="T17" fmla="*/ 1 h 58"/>
                <a:gd name="T18" fmla="*/ 22 w 48"/>
                <a:gd name="T19" fmla="*/ 12 h 58"/>
                <a:gd name="T20" fmla="*/ 23 w 48"/>
                <a:gd name="T21" fmla="*/ 5 h 58"/>
                <a:gd name="T22" fmla="*/ 25 w 48"/>
                <a:gd name="T23" fmla="*/ 5 h 58"/>
                <a:gd name="T24" fmla="*/ 26 w 48"/>
                <a:gd name="T25" fmla="*/ 12 h 58"/>
                <a:gd name="T26" fmla="*/ 27 w 48"/>
                <a:gd name="T27" fmla="*/ 10 h 58"/>
                <a:gd name="T28" fmla="*/ 29 w 48"/>
                <a:gd name="T29" fmla="*/ 1 h 58"/>
                <a:gd name="T30" fmla="*/ 30 w 48"/>
                <a:gd name="T31" fmla="*/ 0 h 58"/>
                <a:gd name="T32" fmla="*/ 38 w 48"/>
                <a:gd name="T33" fmla="*/ 3 h 58"/>
                <a:gd name="T34" fmla="*/ 47 w 48"/>
                <a:gd name="T35" fmla="*/ 21 h 58"/>
                <a:gd name="T36" fmla="*/ 45 w 48"/>
                <a:gd name="T37" fmla="*/ 32 h 58"/>
                <a:gd name="T38" fmla="*/ 39 w 48"/>
                <a:gd name="T39" fmla="*/ 43 h 58"/>
                <a:gd name="T40" fmla="*/ 37 w 48"/>
                <a:gd name="T41" fmla="*/ 45 h 58"/>
                <a:gd name="T42" fmla="*/ 35 w 48"/>
                <a:gd name="T43" fmla="*/ 58 h 58"/>
                <a:gd name="T44" fmla="*/ 25 w 48"/>
                <a:gd name="T45" fmla="*/ 48 h 58"/>
                <a:gd name="T46" fmla="*/ 25 w 48"/>
                <a:gd name="T47" fmla="*/ 46 h 58"/>
                <a:gd name="T48" fmla="*/ 23 w 48"/>
                <a:gd name="T49" fmla="*/ 46 h 58"/>
                <a:gd name="T50" fmla="*/ 23 w 48"/>
                <a:gd name="T51" fmla="*/ 58 h 58"/>
                <a:gd name="T52" fmla="*/ 11 w 48"/>
                <a:gd name="T53" fmla="*/ 37 h 58"/>
                <a:gd name="T54" fmla="*/ 11 w 48"/>
                <a:gd name="T55" fmla="*/ 33 h 58"/>
                <a:gd name="T56" fmla="*/ 12 w 48"/>
                <a:gd name="T57" fmla="*/ 18 h 58"/>
                <a:gd name="T58" fmla="*/ 11 w 48"/>
                <a:gd name="T59" fmla="*/ 17 h 58"/>
                <a:gd name="T60" fmla="*/ 8 w 48"/>
                <a:gd name="T61" fmla="*/ 25 h 58"/>
                <a:gd name="T62" fmla="*/ 37 w 48"/>
                <a:gd name="T63" fmla="*/ 16 h 58"/>
                <a:gd name="T64" fmla="*/ 37 w 48"/>
                <a:gd name="T65" fmla="*/ 18 h 58"/>
                <a:gd name="T66" fmla="*/ 37 w 48"/>
                <a:gd name="T67" fmla="*/ 36 h 58"/>
                <a:gd name="T68" fmla="*/ 38 w 48"/>
                <a:gd name="T69" fmla="*/ 33 h 58"/>
                <a:gd name="T70" fmla="*/ 40 w 48"/>
                <a:gd name="T71" fmla="*/ 23 h 58"/>
                <a:gd name="T72" fmla="*/ 37 w 48"/>
                <a:gd name="T73" fmla="*/ 1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 h="58">
                  <a:moveTo>
                    <a:pt x="13" y="58"/>
                  </a:moveTo>
                  <a:cubicBezTo>
                    <a:pt x="13" y="57"/>
                    <a:pt x="13" y="55"/>
                    <a:pt x="13" y="53"/>
                  </a:cubicBezTo>
                  <a:cubicBezTo>
                    <a:pt x="13" y="52"/>
                    <a:pt x="13" y="50"/>
                    <a:pt x="13" y="48"/>
                  </a:cubicBezTo>
                  <a:cubicBezTo>
                    <a:pt x="13" y="47"/>
                    <a:pt x="13" y="46"/>
                    <a:pt x="12" y="45"/>
                  </a:cubicBezTo>
                  <a:cubicBezTo>
                    <a:pt x="12" y="45"/>
                    <a:pt x="12" y="45"/>
                    <a:pt x="11" y="45"/>
                  </a:cubicBezTo>
                  <a:cubicBezTo>
                    <a:pt x="11" y="44"/>
                    <a:pt x="11" y="43"/>
                    <a:pt x="11" y="42"/>
                  </a:cubicBezTo>
                  <a:cubicBezTo>
                    <a:pt x="11" y="42"/>
                    <a:pt x="11" y="43"/>
                    <a:pt x="10" y="43"/>
                  </a:cubicBezTo>
                  <a:cubicBezTo>
                    <a:pt x="9" y="44"/>
                    <a:pt x="7" y="43"/>
                    <a:pt x="6" y="41"/>
                  </a:cubicBezTo>
                  <a:cubicBezTo>
                    <a:pt x="5" y="40"/>
                    <a:pt x="5" y="39"/>
                    <a:pt x="5" y="38"/>
                  </a:cubicBezTo>
                  <a:cubicBezTo>
                    <a:pt x="4" y="35"/>
                    <a:pt x="3" y="33"/>
                    <a:pt x="2" y="31"/>
                  </a:cubicBezTo>
                  <a:cubicBezTo>
                    <a:pt x="2" y="29"/>
                    <a:pt x="1" y="26"/>
                    <a:pt x="1" y="24"/>
                  </a:cubicBezTo>
                  <a:cubicBezTo>
                    <a:pt x="0" y="23"/>
                    <a:pt x="0" y="22"/>
                    <a:pt x="1" y="20"/>
                  </a:cubicBezTo>
                  <a:cubicBezTo>
                    <a:pt x="3" y="15"/>
                    <a:pt x="6" y="9"/>
                    <a:pt x="9" y="4"/>
                  </a:cubicBezTo>
                  <a:cubicBezTo>
                    <a:pt x="10" y="4"/>
                    <a:pt x="10" y="4"/>
                    <a:pt x="10" y="3"/>
                  </a:cubicBezTo>
                  <a:cubicBezTo>
                    <a:pt x="10" y="3"/>
                    <a:pt x="10" y="3"/>
                    <a:pt x="11" y="3"/>
                  </a:cubicBezTo>
                  <a:cubicBezTo>
                    <a:pt x="13" y="2"/>
                    <a:pt x="16" y="1"/>
                    <a:pt x="18" y="0"/>
                  </a:cubicBezTo>
                  <a:cubicBezTo>
                    <a:pt x="19" y="0"/>
                    <a:pt x="19" y="0"/>
                    <a:pt x="19" y="0"/>
                  </a:cubicBezTo>
                  <a:cubicBezTo>
                    <a:pt x="19" y="0"/>
                    <a:pt x="19" y="1"/>
                    <a:pt x="19" y="1"/>
                  </a:cubicBezTo>
                  <a:cubicBezTo>
                    <a:pt x="20" y="4"/>
                    <a:pt x="21" y="7"/>
                    <a:pt x="21" y="10"/>
                  </a:cubicBezTo>
                  <a:cubicBezTo>
                    <a:pt x="22" y="10"/>
                    <a:pt x="22" y="11"/>
                    <a:pt x="22" y="12"/>
                  </a:cubicBezTo>
                  <a:cubicBezTo>
                    <a:pt x="23" y="11"/>
                    <a:pt x="23" y="11"/>
                    <a:pt x="23" y="11"/>
                  </a:cubicBezTo>
                  <a:cubicBezTo>
                    <a:pt x="23" y="9"/>
                    <a:pt x="23" y="7"/>
                    <a:pt x="23" y="5"/>
                  </a:cubicBezTo>
                  <a:cubicBezTo>
                    <a:pt x="23" y="4"/>
                    <a:pt x="23" y="4"/>
                    <a:pt x="24" y="4"/>
                  </a:cubicBezTo>
                  <a:cubicBezTo>
                    <a:pt x="25" y="4"/>
                    <a:pt x="25" y="4"/>
                    <a:pt x="25" y="5"/>
                  </a:cubicBezTo>
                  <a:cubicBezTo>
                    <a:pt x="25" y="7"/>
                    <a:pt x="25" y="9"/>
                    <a:pt x="26" y="10"/>
                  </a:cubicBezTo>
                  <a:cubicBezTo>
                    <a:pt x="26" y="11"/>
                    <a:pt x="26" y="11"/>
                    <a:pt x="26" y="12"/>
                  </a:cubicBezTo>
                  <a:cubicBezTo>
                    <a:pt x="26" y="12"/>
                    <a:pt x="26" y="12"/>
                    <a:pt x="26" y="12"/>
                  </a:cubicBezTo>
                  <a:cubicBezTo>
                    <a:pt x="26" y="11"/>
                    <a:pt x="26" y="11"/>
                    <a:pt x="27" y="10"/>
                  </a:cubicBezTo>
                  <a:cubicBezTo>
                    <a:pt x="27" y="8"/>
                    <a:pt x="28" y="6"/>
                    <a:pt x="28" y="4"/>
                  </a:cubicBezTo>
                  <a:cubicBezTo>
                    <a:pt x="28" y="3"/>
                    <a:pt x="29" y="2"/>
                    <a:pt x="29" y="1"/>
                  </a:cubicBezTo>
                  <a:cubicBezTo>
                    <a:pt x="29" y="1"/>
                    <a:pt x="29" y="0"/>
                    <a:pt x="29" y="0"/>
                  </a:cubicBezTo>
                  <a:cubicBezTo>
                    <a:pt x="30" y="0"/>
                    <a:pt x="30" y="0"/>
                    <a:pt x="30" y="0"/>
                  </a:cubicBezTo>
                  <a:cubicBezTo>
                    <a:pt x="33" y="1"/>
                    <a:pt x="35" y="2"/>
                    <a:pt x="37" y="3"/>
                  </a:cubicBezTo>
                  <a:cubicBezTo>
                    <a:pt x="38" y="3"/>
                    <a:pt x="38" y="3"/>
                    <a:pt x="38" y="3"/>
                  </a:cubicBezTo>
                  <a:cubicBezTo>
                    <a:pt x="39" y="5"/>
                    <a:pt x="40" y="6"/>
                    <a:pt x="41" y="8"/>
                  </a:cubicBezTo>
                  <a:cubicBezTo>
                    <a:pt x="44" y="12"/>
                    <a:pt x="46" y="16"/>
                    <a:pt x="47" y="21"/>
                  </a:cubicBezTo>
                  <a:cubicBezTo>
                    <a:pt x="48" y="22"/>
                    <a:pt x="48" y="23"/>
                    <a:pt x="48" y="24"/>
                  </a:cubicBezTo>
                  <a:cubicBezTo>
                    <a:pt x="47" y="27"/>
                    <a:pt x="46" y="30"/>
                    <a:pt x="45" y="32"/>
                  </a:cubicBezTo>
                  <a:cubicBezTo>
                    <a:pt x="44" y="35"/>
                    <a:pt x="43" y="38"/>
                    <a:pt x="43" y="41"/>
                  </a:cubicBezTo>
                  <a:cubicBezTo>
                    <a:pt x="42" y="43"/>
                    <a:pt x="41" y="44"/>
                    <a:pt x="39" y="43"/>
                  </a:cubicBezTo>
                  <a:cubicBezTo>
                    <a:pt x="39" y="43"/>
                    <a:pt x="38" y="43"/>
                    <a:pt x="37" y="42"/>
                  </a:cubicBezTo>
                  <a:cubicBezTo>
                    <a:pt x="37" y="43"/>
                    <a:pt x="37" y="44"/>
                    <a:pt x="37" y="45"/>
                  </a:cubicBezTo>
                  <a:cubicBezTo>
                    <a:pt x="37" y="45"/>
                    <a:pt x="36" y="45"/>
                    <a:pt x="36" y="45"/>
                  </a:cubicBezTo>
                  <a:cubicBezTo>
                    <a:pt x="35" y="49"/>
                    <a:pt x="35" y="54"/>
                    <a:pt x="35" y="58"/>
                  </a:cubicBezTo>
                  <a:cubicBezTo>
                    <a:pt x="32" y="58"/>
                    <a:pt x="29" y="58"/>
                    <a:pt x="25" y="58"/>
                  </a:cubicBezTo>
                  <a:cubicBezTo>
                    <a:pt x="25" y="55"/>
                    <a:pt x="25" y="52"/>
                    <a:pt x="25" y="48"/>
                  </a:cubicBezTo>
                  <a:cubicBezTo>
                    <a:pt x="25" y="48"/>
                    <a:pt x="25" y="48"/>
                    <a:pt x="25" y="47"/>
                  </a:cubicBezTo>
                  <a:cubicBezTo>
                    <a:pt x="25" y="47"/>
                    <a:pt x="25" y="47"/>
                    <a:pt x="25" y="46"/>
                  </a:cubicBezTo>
                  <a:cubicBezTo>
                    <a:pt x="25" y="46"/>
                    <a:pt x="25" y="46"/>
                    <a:pt x="24" y="46"/>
                  </a:cubicBezTo>
                  <a:cubicBezTo>
                    <a:pt x="24" y="46"/>
                    <a:pt x="23" y="46"/>
                    <a:pt x="23" y="46"/>
                  </a:cubicBezTo>
                  <a:cubicBezTo>
                    <a:pt x="23" y="46"/>
                    <a:pt x="23" y="47"/>
                    <a:pt x="23" y="47"/>
                  </a:cubicBezTo>
                  <a:cubicBezTo>
                    <a:pt x="23" y="51"/>
                    <a:pt x="23" y="54"/>
                    <a:pt x="23" y="58"/>
                  </a:cubicBezTo>
                  <a:cubicBezTo>
                    <a:pt x="20" y="58"/>
                    <a:pt x="17" y="58"/>
                    <a:pt x="13" y="58"/>
                  </a:cubicBezTo>
                  <a:close/>
                  <a:moveTo>
                    <a:pt x="11" y="37"/>
                  </a:moveTo>
                  <a:cubicBezTo>
                    <a:pt x="11" y="37"/>
                    <a:pt x="11" y="37"/>
                    <a:pt x="11" y="37"/>
                  </a:cubicBezTo>
                  <a:cubicBezTo>
                    <a:pt x="11" y="36"/>
                    <a:pt x="11" y="35"/>
                    <a:pt x="11" y="33"/>
                  </a:cubicBezTo>
                  <a:cubicBezTo>
                    <a:pt x="11" y="31"/>
                    <a:pt x="11" y="29"/>
                    <a:pt x="11" y="27"/>
                  </a:cubicBezTo>
                  <a:cubicBezTo>
                    <a:pt x="12" y="24"/>
                    <a:pt x="12" y="21"/>
                    <a:pt x="12" y="18"/>
                  </a:cubicBezTo>
                  <a:cubicBezTo>
                    <a:pt x="12" y="17"/>
                    <a:pt x="12" y="17"/>
                    <a:pt x="12" y="16"/>
                  </a:cubicBezTo>
                  <a:cubicBezTo>
                    <a:pt x="11" y="17"/>
                    <a:pt x="11" y="17"/>
                    <a:pt x="11" y="17"/>
                  </a:cubicBezTo>
                  <a:cubicBezTo>
                    <a:pt x="10" y="19"/>
                    <a:pt x="9" y="21"/>
                    <a:pt x="8" y="23"/>
                  </a:cubicBezTo>
                  <a:cubicBezTo>
                    <a:pt x="8" y="24"/>
                    <a:pt x="8" y="24"/>
                    <a:pt x="8" y="25"/>
                  </a:cubicBezTo>
                  <a:cubicBezTo>
                    <a:pt x="9" y="29"/>
                    <a:pt x="10" y="33"/>
                    <a:pt x="11" y="37"/>
                  </a:cubicBezTo>
                  <a:close/>
                  <a:moveTo>
                    <a:pt x="37" y="16"/>
                  </a:moveTo>
                  <a:cubicBezTo>
                    <a:pt x="37" y="16"/>
                    <a:pt x="37" y="16"/>
                    <a:pt x="37" y="17"/>
                  </a:cubicBezTo>
                  <a:cubicBezTo>
                    <a:pt x="37" y="17"/>
                    <a:pt x="37" y="17"/>
                    <a:pt x="37" y="18"/>
                  </a:cubicBezTo>
                  <a:cubicBezTo>
                    <a:pt x="37" y="21"/>
                    <a:pt x="37" y="25"/>
                    <a:pt x="37" y="29"/>
                  </a:cubicBezTo>
                  <a:cubicBezTo>
                    <a:pt x="37" y="31"/>
                    <a:pt x="37" y="34"/>
                    <a:pt x="37" y="36"/>
                  </a:cubicBezTo>
                  <a:cubicBezTo>
                    <a:pt x="37" y="37"/>
                    <a:pt x="37" y="37"/>
                    <a:pt x="37" y="37"/>
                  </a:cubicBezTo>
                  <a:cubicBezTo>
                    <a:pt x="38" y="36"/>
                    <a:pt x="38" y="34"/>
                    <a:pt x="38" y="33"/>
                  </a:cubicBezTo>
                  <a:cubicBezTo>
                    <a:pt x="39" y="30"/>
                    <a:pt x="40" y="28"/>
                    <a:pt x="40" y="25"/>
                  </a:cubicBezTo>
                  <a:cubicBezTo>
                    <a:pt x="41" y="24"/>
                    <a:pt x="40" y="23"/>
                    <a:pt x="40" y="23"/>
                  </a:cubicBezTo>
                  <a:cubicBezTo>
                    <a:pt x="39" y="21"/>
                    <a:pt x="38" y="19"/>
                    <a:pt x="37" y="18"/>
                  </a:cubicBezTo>
                  <a:cubicBezTo>
                    <a:pt x="37" y="17"/>
                    <a:pt x="37" y="17"/>
                    <a:pt x="37" y="1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5" name="Freeform 1226">
              <a:extLst>
                <a:ext uri="{FF2B5EF4-FFF2-40B4-BE49-F238E27FC236}">
                  <a16:creationId xmlns="" xmlns:a16="http://schemas.microsoft.com/office/drawing/2014/main" id="{89424C0C-CCB0-4993-86E7-F587CB96A82B}"/>
                </a:ext>
              </a:extLst>
            </p:cNvPr>
            <p:cNvSpPr>
              <a:spLocks/>
            </p:cNvSpPr>
            <p:nvPr/>
          </p:nvSpPr>
          <p:spPr bwMode="auto">
            <a:xfrm>
              <a:off x="11031578" y="357802"/>
              <a:ext cx="8862" cy="12621"/>
            </a:xfrm>
            <a:custGeom>
              <a:avLst/>
              <a:gdLst>
                <a:gd name="T0" fmla="*/ 14 w 14"/>
                <a:gd name="T1" fmla="*/ 9 h 20"/>
                <a:gd name="T2" fmla="*/ 10 w 14"/>
                <a:gd name="T3" fmla="*/ 18 h 20"/>
                <a:gd name="T4" fmla="*/ 4 w 14"/>
                <a:gd name="T5" fmla="*/ 18 h 20"/>
                <a:gd name="T6" fmla="*/ 0 w 14"/>
                <a:gd name="T7" fmla="*/ 10 h 20"/>
                <a:gd name="T8" fmla="*/ 1 w 14"/>
                <a:gd name="T9" fmla="*/ 5 h 20"/>
                <a:gd name="T10" fmla="*/ 12 w 14"/>
                <a:gd name="T11" fmla="*/ 3 h 20"/>
                <a:gd name="T12" fmla="*/ 14 w 14"/>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14" h="20">
                  <a:moveTo>
                    <a:pt x="14" y="9"/>
                  </a:moveTo>
                  <a:cubicBezTo>
                    <a:pt x="14" y="12"/>
                    <a:pt x="13" y="15"/>
                    <a:pt x="10" y="18"/>
                  </a:cubicBezTo>
                  <a:cubicBezTo>
                    <a:pt x="9" y="20"/>
                    <a:pt x="5" y="20"/>
                    <a:pt x="4" y="18"/>
                  </a:cubicBezTo>
                  <a:cubicBezTo>
                    <a:pt x="2" y="16"/>
                    <a:pt x="1" y="13"/>
                    <a:pt x="0" y="10"/>
                  </a:cubicBezTo>
                  <a:cubicBezTo>
                    <a:pt x="0" y="9"/>
                    <a:pt x="0" y="7"/>
                    <a:pt x="1" y="5"/>
                  </a:cubicBezTo>
                  <a:cubicBezTo>
                    <a:pt x="3" y="1"/>
                    <a:pt x="8" y="0"/>
                    <a:pt x="12" y="3"/>
                  </a:cubicBezTo>
                  <a:cubicBezTo>
                    <a:pt x="13" y="5"/>
                    <a:pt x="14" y="6"/>
                    <a:pt x="14"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6" name="Freeform 1227">
              <a:extLst>
                <a:ext uri="{FF2B5EF4-FFF2-40B4-BE49-F238E27FC236}">
                  <a16:creationId xmlns="" xmlns:a16="http://schemas.microsoft.com/office/drawing/2014/main" id="{51D6BBF8-6C57-42FD-B939-F3EDA98E93C7}"/>
                </a:ext>
              </a:extLst>
            </p:cNvPr>
            <p:cNvSpPr>
              <a:spLocks noEditPoints="1"/>
            </p:cNvSpPr>
            <p:nvPr/>
          </p:nvSpPr>
          <p:spPr bwMode="auto">
            <a:xfrm>
              <a:off x="11395169" y="240723"/>
              <a:ext cx="36252" cy="33566"/>
            </a:xfrm>
            <a:custGeom>
              <a:avLst/>
              <a:gdLst>
                <a:gd name="T0" fmla="*/ 40 w 57"/>
                <a:gd name="T1" fmla="*/ 3 h 53"/>
                <a:gd name="T2" fmla="*/ 57 w 57"/>
                <a:gd name="T3" fmla="*/ 25 h 53"/>
                <a:gd name="T4" fmla="*/ 53 w 57"/>
                <a:gd name="T5" fmla="*/ 44 h 53"/>
                <a:gd name="T6" fmla="*/ 44 w 57"/>
                <a:gd name="T7" fmla="*/ 53 h 53"/>
                <a:gd name="T8" fmla="*/ 45 w 57"/>
                <a:gd name="T9" fmla="*/ 50 h 53"/>
                <a:gd name="T10" fmla="*/ 46 w 57"/>
                <a:gd name="T11" fmla="*/ 47 h 53"/>
                <a:gd name="T12" fmla="*/ 48 w 57"/>
                <a:gd name="T13" fmla="*/ 46 h 53"/>
                <a:gd name="T14" fmla="*/ 54 w 57"/>
                <a:gd name="T15" fmla="*/ 30 h 53"/>
                <a:gd name="T16" fmla="*/ 46 w 57"/>
                <a:gd name="T17" fmla="*/ 31 h 53"/>
                <a:gd name="T18" fmla="*/ 43 w 57"/>
                <a:gd name="T19" fmla="*/ 30 h 53"/>
                <a:gd name="T20" fmla="*/ 40 w 57"/>
                <a:gd name="T21" fmla="*/ 34 h 53"/>
                <a:gd name="T22" fmla="*/ 40 w 57"/>
                <a:gd name="T23" fmla="*/ 30 h 53"/>
                <a:gd name="T24" fmla="*/ 34 w 57"/>
                <a:gd name="T25" fmla="*/ 28 h 53"/>
                <a:gd name="T26" fmla="*/ 41 w 57"/>
                <a:gd name="T27" fmla="*/ 28 h 53"/>
                <a:gd name="T28" fmla="*/ 38 w 57"/>
                <a:gd name="T29" fmla="*/ 16 h 53"/>
                <a:gd name="T30" fmla="*/ 30 w 57"/>
                <a:gd name="T31" fmla="*/ 17 h 53"/>
                <a:gd name="T32" fmla="*/ 27 w 57"/>
                <a:gd name="T33" fmla="*/ 17 h 53"/>
                <a:gd name="T34" fmla="*/ 18 w 57"/>
                <a:gd name="T35" fmla="*/ 18 h 53"/>
                <a:gd name="T36" fmla="*/ 22 w 57"/>
                <a:gd name="T37" fmla="*/ 28 h 53"/>
                <a:gd name="T38" fmla="*/ 23 w 57"/>
                <a:gd name="T39" fmla="*/ 30 h 53"/>
                <a:gd name="T40" fmla="*/ 16 w 57"/>
                <a:gd name="T41" fmla="*/ 32 h 53"/>
                <a:gd name="T42" fmla="*/ 15 w 57"/>
                <a:gd name="T43" fmla="*/ 37 h 53"/>
                <a:gd name="T44" fmla="*/ 13 w 57"/>
                <a:gd name="T45" fmla="*/ 30 h 53"/>
                <a:gd name="T46" fmla="*/ 2 w 57"/>
                <a:gd name="T47" fmla="*/ 31 h 53"/>
                <a:gd name="T48" fmla="*/ 7 w 57"/>
                <a:gd name="T49" fmla="*/ 40 h 53"/>
                <a:gd name="T50" fmla="*/ 9 w 57"/>
                <a:gd name="T51" fmla="*/ 46 h 53"/>
                <a:gd name="T52" fmla="*/ 10 w 57"/>
                <a:gd name="T53" fmla="*/ 48 h 53"/>
                <a:gd name="T54" fmla="*/ 13 w 57"/>
                <a:gd name="T55" fmla="*/ 53 h 53"/>
                <a:gd name="T56" fmla="*/ 5 w 57"/>
                <a:gd name="T57" fmla="*/ 46 h 53"/>
                <a:gd name="T58" fmla="*/ 1 w 57"/>
                <a:gd name="T59" fmla="*/ 37 h 53"/>
                <a:gd name="T60" fmla="*/ 5 w 57"/>
                <a:gd name="T61" fmla="*/ 12 h 53"/>
                <a:gd name="T62" fmla="*/ 24 w 57"/>
                <a:gd name="T63" fmla="*/ 1 h 53"/>
                <a:gd name="T64" fmla="*/ 30 w 57"/>
                <a:gd name="T65" fmla="*/ 0 h 53"/>
                <a:gd name="T66" fmla="*/ 16 w 57"/>
                <a:gd name="T67" fmla="*/ 17 h 53"/>
                <a:gd name="T68" fmla="*/ 10 w 57"/>
                <a:gd name="T69" fmla="*/ 12 h 53"/>
                <a:gd name="T70" fmla="*/ 8 w 57"/>
                <a:gd name="T71" fmla="*/ 12 h 53"/>
                <a:gd name="T72" fmla="*/ 2 w 57"/>
                <a:gd name="T73" fmla="*/ 28 h 53"/>
                <a:gd name="T74" fmla="*/ 53 w 57"/>
                <a:gd name="T75" fmla="*/ 20 h 53"/>
                <a:gd name="T76" fmla="*/ 40 w 57"/>
                <a:gd name="T77" fmla="*/ 15 h 53"/>
                <a:gd name="T78" fmla="*/ 43 w 57"/>
                <a:gd name="T79" fmla="*/ 26 h 53"/>
                <a:gd name="T80" fmla="*/ 46 w 57"/>
                <a:gd name="T81" fmla="*/ 27 h 53"/>
                <a:gd name="T82" fmla="*/ 54 w 57"/>
                <a:gd name="T83" fmla="*/ 28 h 53"/>
                <a:gd name="T84" fmla="*/ 36 w 57"/>
                <a:gd name="T85" fmla="*/ 8 h 53"/>
                <a:gd name="T86" fmla="*/ 32 w 57"/>
                <a:gd name="T87" fmla="*/ 3 h 53"/>
                <a:gd name="T88" fmla="*/ 19 w 57"/>
                <a:gd name="T89" fmla="*/ 11 h 53"/>
                <a:gd name="T90" fmla="*/ 10 w 57"/>
                <a:gd name="T91" fmla="*/ 10 h 53"/>
                <a:gd name="T92" fmla="*/ 34 w 57"/>
                <a:gd name="T93" fmla="*/ 9 h 53"/>
                <a:gd name="T94" fmla="*/ 29 w 57"/>
                <a:gd name="T95" fmla="*/ 15 h 53"/>
                <a:gd name="T96" fmla="*/ 21 w 57"/>
                <a:gd name="T97" fmla="*/ 11 h 53"/>
                <a:gd name="T98" fmla="*/ 23 w 57"/>
                <a:gd name="T99" fmla="*/ 15 h 53"/>
                <a:gd name="T100" fmla="*/ 27 w 57"/>
                <a:gd name="T101" fmla="*/ 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7" h="53">
                  <a:moveTo>
                    <a:pt x="30" y="0"/>
                  </a:moveTo>
                  <a:cubicBezTo>
                    <a:pt x="31" y="0"/>
                    <a:pt x="32" y="0"/>
                    <a:pt x="32" y="1"/>
                  </a:cubicBezTo>
                  <a:cubicBezTo>
                    <a:pt x="35" y="1"/>
                    <a:pt x="38" y="2"/>
                    <a:pt x="40" y="3"/>
                  </a:cubicBezTo>
                  <a:cubicBezTo>
                    <a:pt x="43" y="4"/>
                    <a:pt x="45" y="5"/>
                    <a:pt x="47" y="7"/>
                  </a:cubicBezTo>
                  <a:cubicBezTo>
                    <a:pt x="50" y="10"/>
                    <a:pt x="52" y="12"/>
                    <a:pt x="54" y="16"/>
                  </a:cubicBezTo>
                  <a:cubicBezTo>
                    <a:pt x="55" y="19"/>
                    <a:pt x="56" y="22"/>
                    <a:pt x="57" y="25"/>
                  </a:cubicBezTo>
                  <a:cubicBezTo>
                    <a:pt x="57" y="26"/>
                    <a:pt x="57" y="27"/>
                    <a:pt x="57" y="28"/>
                  </a:cubicBezTo>
                  <a:cubicBezTo>
                    <a:pt x="57" y="30"/>
                    <a:pt x="57" y="32"/>
                    <a:pt x="57" y="34"/>
                  </a:cubicBezTo>
                  <a:cubicBezTo>
                    <a:pt x="56" y="37"/>
                    <a:pt x="55" y="41"/>
                    <a:pt x="53" y="44"/>
                  </a:cubicBezTo>
                  <a:cubicBezTo>
                    <a:pt x="52" y="45"/>
                    <a:pt x="51" y="47"/>
                    <a:pt x="50" y="48"/>
                  </a:cubicBezTo>
                  <a:cubicBezTo>
                    <a:pt x="48" y="50"/>
                    <a:pt x="46" y="51"/>
                    <a:pt x="44" y="53"/>
                  </a:cubicBezTo>
                  <a:cubicBezTo>
                    <a:pt x="44" y="53"/>
                    <a:pt x="44" y="53"/>
                    <a:pt x="44" y="53"/>
                  </a:cubicBezTo>
                  <a:cubicBezTo>
                    <a:pt x="44" y="53"/>
                    <a:pt x="44" y="53"/>
                    <a:pt x="44" y="53"/>
                  </a:cubicBezTo>
                  <a:cubicBezTo>
                    <a:pt x="44" y="53"/>
                    <a:pt x="44" y="53"/>
                    <a:pt x="44" y="52"/>
                  </a:cubicBezTo>
                  <a:cubicBezTo>
                    <a:pt x="44" y="52"/>
                    <a:pt x="44" y="51"/>
                    <a:pt x="45" y="50"/>
                  </a:cubicBezTo>
                  <a:cubicBezTo>
                    <a:pt x="45" y="50"/>
                    <a:pt x="45" y="49"/>
                    <a:pt x="45" y="49"/>
                  </a:cubicBezTo>
                  <a:cubicBezTo>
                    <a:pt x="46" y="49"/>
                    <a:pt x="46" y="48"/>
                    <a:pt x="47" y="48"/>
                  </a:cubicBezTo>
                  <a:cubicBezTo>
                    <a:pt x="46" y="48"/>
                    <a:pt x="46" y="48"/>
                    <a:pt x="46" y="47"/>
                  </a:cubicBezTo>
                  <a:cubicBezTo>
                    <a:pt x="46" y="47"/>
                    <a:pt x="45" y="47"/>
                    <a:pt x="45" y="46"/>
                  </a:cubicBezTo>
                  <a:cubicBezTo>
                    <a:pt x="45" y="46"/>
                    <a:pt x="45" y="45"/>
                    <a:pt x="45" y="45"/>
                  </a:cubicBezTo>
                  <a:cubicBezTo>
                    <a:pt x="46" y="45"/>
                    <a:pt x="47" y="46"/>
                    <a:pt x="48" y="46"/>
                  </a:cubicBezTo>
                  <a:cubicBezTo>
                    <a:pt x="51" y="44"/>
                    <a:pt x="53" y="40"/>
                    <a:pt x="54" y="37"/>
                  </a:cubicBezTo>
                  <a:cubicBezTo>
                    <a:pt x="54" y="34"/>
                    <a:pt x="55" y="31"/>
                    <a:pt x="55" y="30"/>
                  </a:cubicBezTo>
                  <a:cubicBezTo>
                    <a:pt x="54" y="30"/>
                    <a:pt x="54" y="30"/>
                    <a:pt x="54" y="30"/>
                  </a:cubicBezTo>
                  <a:cubicBezTo>
                    <a:pt x="53" y="30"/>
                    <a:pt x="53" y="30"/>
                    <a:pt x="53" y="31"/>
                  </a:cubicBezTo>
                  <a:cubicBezTo>
                    <a:pt x="53" y="32"/>
                    <a:pt x="51" y="33"/>
                    <a:pt x="50" y="33"/>
                  </a:cubicBezTo>
                  <a:cubicBezTo>
                    <a:pt x="48" y="33"/>
                    <a:pt x="47" y="32"/>
                    <a:pt x="46" y="31"/>
                  </a:cubicBezTo>
                  <a:cubicBezTo>
                    <a:pt x="46" y="30"/>
                    <a:pt x="46" y="30"/>
                    <a:pt x="45" y="30"/>
                  </a:cubicBezTo>
                  <a:cubicBezTo>
                    <a:pt x="45" y="30"/>
                    <a:pt x="44" y="30"/>
                    <a:pt x="44" y="30"/>
                  </a:cubicBezTo>
                  <a:cubicBezTo>
                    <a:pt x="43" y="30"/>
                    <a:pt x="43" y="30"/>
                    <a:pt x="43" y="30"/>
                  </a:cubicBezTo>
                  <a:cubicBezTo>
                    <a:pt x="43" y="32"/>
                    <a:pt x="42" y="35"/>
                    <a:pt x="42" y="37"/>
                  </a:cubicBezTo>
                  <a:cubicBezTo>
                    <a:pt x="41" y="36"/>
                    <a:pt x="41" y="36"/>
                    <a:pt x="40" y="35"/>
                  </a:cubicBezTo>
                  <a:cubicBezTo>
                    <a:pt x="40" y="35"/>
                    <a:pt x="40" y="34"/>
                    <a:pt x="40" y="34"/>
                  </a:cubicBezTo>
                  <a:cubicBezTo>
                    <a:pt x="41" y="33"/>
                    <a:pt x="41" y="32"/>
                    <a:pt x="41" y="31"/>
                  </a:cubicBezTo>
                  <a:cubicBezTo>
                    <a:pt x="41" y="31"/>
                    <a:pt x="41" y="30"/>
                    <a:pt x="41" y="30"/>
                  </a:cubicBezTo>
                  <a:cubicBezTo>
                    <a:pt x="40" y="30"/>
                    <a:pt x="40" y="30"/>
                    <a:pt x="40" y="30"/>
                  </a:cubicBezTo>
                  <a:cubicBezTo>
                    <a:pt x="38" y="30"/>
                    <a:pt x="36" y="30"/>
                    <a:pt x="34" y="30"/>
                  </a:cubicBezTo>
                  <a:cubicBezTo>
                    <a:pt x="34" y="30"/>
                    <a:pt x="34" y="30"/>
                    <a:pt x="33" y="30"/>
                  </a:cubicBezTo>
                  <a:cubicBezTo>
                    <a:pt x="34" y="29"/>
                    <a:pt x="34" y="29"/>
                    <a:pt x="34" y="28"/>
                  </a:cubicBezTo>
                  <a:cubicBezTo>
                    <a:pt x="35" y="28"/>
                    <a:pt x="35" y="28"/>
                    <a:pt x="35" y="28"/>
                  </a:cubicBezTo>
                  <a:cubicBezTo>
                    <a:pt x="37" y="28"/>
                    <a:pt x="38" y="28"/>
                    <a:pt x="40" y="28"/>
                  </a:cubicBezTo>
                  <a:cubicBezTo>
                    <a:pt x="40" y="28"/>
                    <a:pt x="40" y="28"/>
                    <a:pt x="41" y="28"/>
                  </a:cubicBezTo>
                  <a:cubicBezTo>
                    <a:pt x="41" y="27"/>
                    <a:pt x="41" y="27"/>
                    <a:pt x="41" y="26"/>
                  </a:cubicBezTo>
                  <a:cubicBezTo>
                    <a:pt x="41" y="24"/>
                    <a:pt x="40" y="22"/>
                    <a:pt x="40" y="20"/>
                  </a:cubicBezTo>
                  <a:cubicBezTo>
                    <a:pt x="39" y="19"/>
                    <a:pt x="39" y="17"/>
                    <a:pt x="38" y="16"/>
                  </a:cubicBezTo>
                  <a:cubicBezTo>
                    <a:pt x="38" y="16"/>
                    <a:pt x="38" y="16"/>
                    <a:pt x="38" y="16"/>
                  </a:cubicBezTo>
                  <a:cubicBezTo>
                    <a:pt x="38" y="16"/>
                    <a:pt x="38" y="16"/>
                    <a:pt x="37" y="16"/>
                  </a:cubicBezTo>
                  <a:cubicBezTo>
                    <a:pt x="35" y="16"/>
                    <a:pt x="32" y="17"/>
                    <a:pt x="30" y="17"/>
                  </a:cubicBezTo>
                  <a:cubicBezTo>
                    <a:pt x="30" y="17"/>
                    <a:pt x="29" y="17"/>
                    <a:pt x="29" y="17"/>
                  </a:cubicBezTo>
                  <a:cubicBezTo>
                    <a:pt x="29" y="17"/>
                    <a:pt x="28" y="17"/>
                    <a:pt x="28" y="17"/>
                  </a:cubicBezTo>
                  <a:cubicBezTo>
                    <a:pt x="27" y="17"/>
                    <a:pt x="27" y="17"/>
                    <a:pt x="27" y="17"/>
                  </a:cubicBezTo>
                  <a:cubicBezTo>
                    <a:pt x="25" y="17"/>
                    <a:pt x="24" y="17"/>
                    <a:pt x="23" y="16"/>
                  </a:cubicBezTo>
                  <a:cubicBezTo>
                    <a:pt x="22" y="16"/>
                    <a:pt x="22" y="16"/>
                    <a:pt x="22" y="16"/>
                  </a:cubicBezTo>
                  <a:cubicBezTo>
                    <a:pt x="21" y="18"/>
                    <a:pt x="19" y="18"/>
                    <a:pt x="18" y="18"/>
                  </a:cubicBezTo>
                  <a:cubicBezTo>
                    <a:pt x="17" y="20"/>
                    <a:pt x="16" y="26"/>
                    <a:pt x="16" y="28"/>
                  </a:cubicBezTo>
                  <a:cubicBezTo>
                    <a:pt x="16" y="28"/>
                    <a:pt x="17" y="28"/>
                    <a:pt x="17" y="28"/>
                  </a:cubicBezTo>
                  <a:cubicBezTo>
                    <a:pt x="19" y="28"/>
                    <a:pt x="20" y="28"/>
                    <a:pt x="22" y="28"/>
                  </a:cubicBezTo>
                  <a:cubicBezTo>
                    <a:pt x="22" y="28"/>
                    <a:pt x="22" y="28"/>
                    <a:pt x="23" y="28"/>
                  </a:cubicBezTo>
                  <a:cubicBezTo>
                    <a:pt x="23" y="29"/>
                    <a:pt x="23" y="29"/>
                    <a:pt x="24" y="30"/>
                  </a:cubicBezTo>
                  <a:cubicBezTo>
                    <a:pt x="23" y="30"/>
                    <a:pt x="23" y="30"/>
                    <a:pt x="23" y="30"/>
                  </a:cubicBezTo>
                  <a:cubicBezTo>
                    <a:pt x="21" y="30"/>
                    <a:pt x="19" y="30"/>
                    <a:pt x="17" y="30"/>
                  </a:cubicBezTo>
                  <a:cubicBezTo>
                    <a:pt x="17" y="30"/>
                    <a:pt x="17" y="30"/>
                    <a:pt x="16" y="30"/>
                  </a:cubicBezTo>
                  <a:cubicBezTo>
                    <a:pt x="16" y="31"/>
                    <a:pt x="16" y="31"/>
                    <a:pt x="16" y="32"/>
                  </a:cubicBezTo>
                  <a:cubicBezTo>
                    <a:pt x="16" y="32"/>
                    <a:pt x="16" y="33"/>
                    <a:pt x="16" y="34"/>
                  </a:cubicBezTo>
                  <a:cubicBezTo>
                    <a:pt x="16" y="35"/>
                    <a:pt x="16" y="35"/>
                    <a:pt x="16" y="35"/>
                  </a:cubicBezTo>
                  <a:cubicBezTo>
                    <a:pt x="16" y="36"/>
                    <a:pt x="16" y="36"/>
                    <a:pt x="15" y="37"/>
                  </a:cubicBezTo>
                  <a:cubicBezTo>
                    <a:pt x="15" y="36"/>
                    <a:pt x="15" y="35"/>
                    <a:pt x="14" y="34"/>
                  </a:cubicBezTo>
                  <a:cubicBezTo>
                    <a:pt x="14" y="32"/>
                    <a:pt x="14" y="31"/>
                    <a:pt x="14" y="30"/>
                  </a:cubicBezTo>
                  <a:cubicBezTo>
                    <a:pt x="14" y="30"/>
                    <a:pt x="13" y="30"/>
                    <a:pt x="13" y="30"/>
                  </a:cubicBezTo>
                  <a:cubicBezTo>
                    <a:pt x="10" y="30"/>
                    <a:pt x="6" y="30"/>
                    <a:pt x="3" y="30"/>
                  </a:cubicBezTo>
                  <a:cubicBezTo>
                    <a:pt x="3" y="30"/>
                    <a:pt x="2" y="30"/>
                    <a:pt x="2" y="30"/>
                  </a:cubicBezTo>
                  <a:cubicBezTo>
                    <a:pt x="2" y="30"/>
                    <a:pt x="2" y="31"/>
                    <a:pt x="2" y="31"/>
                  </a:cubicBezTo>
                  <a:cubicBezTo>
                    <a:pt x="2" y="33"/>
                    <a:pt x="3" y="36"/>
                    <a:pt x="4" y="38"/>
                  </a:cubicBezTo>
                  <a:cubicBezTo>
                    <a:pt x="4" y="38"/>
                    <a:pt x="4" y="38"/>
                    <a:pt x="4" y="38"/>
                  </a:cubicBezTo>
                  <a:cubicBezTo>
                    <a:pt x="6" y="39"/>
                    <a:pt x="7" y="39"/>
                    <a:pt x="7" y="40"/>
                  </a:cubicBezTo>
                  <a:cubicBezTo>
                    <a:pt x="8" y="41"/>
                    <a:pt x="8" y="43"/>
                    <a:pt x="8" y="44"/>
                  </a:cubicBezTo>
                  <a:cubicBezTo>
                    <a:pt x="8" y="44"/>
                    <a:pt x="7" y="44"/>
                    <a:pt x="7" y="45"/>
                  </a:cubicBezTo>
                  <a:cubicBezTo>
                    <a:pt x="8" y="45"/>
                    <a:pt x="8" y="46"/>
                    <a:pt x="9" y="46"/>
                  </a:cubicBezTo>
                  <a:cubicBezTo>
                    <a:pt x="10" y="46"/>
                    <a:pt x="11" y="45"/>
                    <a:pt x="12" y="45"/>
                  </a:cubicBezTo>
                  <a:cubicBezTo>
                    <a:pt x="12" y="46"/>
                    <a:pt x="11" y="46"/>
                    <a:pt x="11" y="47"/>
                  </a:cubicBezTo>
                  <a:cubicBezTo>
                    <a:pt x="11" y="47"/>
                    <a:pt x="11" y="48"/>
                    <a:pt x="10" y="48"/>
                  </a:cubicBezTo>
                  <a:cubicBezTo>
                    <a:pt x="11" y="48"/>
                    <a:pt x="11" y="49"/>
                    <a:pt x="11" y="49"/>
                  </a:cubicBezTo>
                  <a:cubicBezTo>
                    <a:pt x="12" y="49"/>
                    <a:pt x="12" y="50"/>
                    <a:pt x="12" y="50"/>
                  </a:cubicBezTo>
                  <a:cubicBezTo>
                    <a:pt x="12" y="51"/>
                    <a:pt x="13" y="52"/>
                    <a:pt x="13" y="53"/>
                  </a:cubicBezTo>
                  <a:cubicBezTo>
                    <a:pt x="12" y="52"/>
                    <a:pt x="11" y="52"/>
                    <a:pt x="10" y="51"/>
                  </a:cubicBezTo>
                  <a:cubicBezTo>
                    <a:pt x="9" y="50"/>
                    <a:pt x="8" y="50"/>
                    <a:pt x="8" y="49"/>
                  </a:cubicBezTo>
                  <a:cubicBezTo>
                    <a:pt x="7" y="48"/>
                    <a:pt x="6" y="47"/>
                    <a:pt x="5" y="46"/>
                  </a:cubicBezTo>
                  <a:cubicBezTo>
                    <a:pt x="3" y="47"/>
                    <a:pt x="2" y="46"/>
                    <a:pt x="1" y="44"/>
                  </a:cubicBezTo>
                  <a:cubicBezTo>
                    <a:pt x="0" y="42"/>
                    <a:pt x="0" y="41"/>
                    <a:pt x="2" y="39"/>
                  </a:cubicBezTo>
                  <a:cubicBezTo>
                    <a:pt x="1" y="39"/>
                    <a:pt x="1" y="38"/>
                    <a:pt x="1" y="37"/>
                  </a:cubicBezTo>
                  <a:cubicBezTo>
                    <a:pt x="0" y="35"/>
                    <a:pt x="0" y="32"/>
                    <a:pt x="0" y="29"/>
                  </a:cubicBezTo>
                  <a:cubicBezTo>
                    <a:pt x="0" y="26"/>
                    <a:pt x="0" y="23"/>
                    <a:pt x="1" y="20"/>
                  </a:cubicBezTo>
                  <a:cubicBezTo>
                    <a:pt x="2" y="17"/>
                    <a:pt x="3" y="15"/>
                    <a:pt x="5" y="12"/>
                  </a:cubicBezTo>
                  <a:cubicBezTo>
                    <a:pt x="6" y="11"/>
                    <a:pt x="7" y="10"/>
                    <a:pt x="8" y="9"/>
                  </a:cubicBezTo>
                  <a:cubicBezTo>
                    <a:pt x="10" y="7"/>
                    <a:pt x="12" y="5"/>
                    <a:pt x="14" y="4"/>
                  </a:cubicBezTo>
                  <a:cubicBezTo>
                    <a:pt x="17" y="2"/>
                    <a:pt x="21" y="1"/>
                    <a:pt x="24" y="1"/>
                  </a:cubicBezTo>
                  <a:cubicBezTo>
                    <a:pt x="25" y="1"/>
                    <a:pt x="26" y="0"/>
                    <a:pt x="26" y="0"/>
                  </a:cubicBezTo>
                  <a:cubicBezTo>
                    <a:pt x="26" y="0"/>
                    <a:pt x="27" y="0"/>
                    <a:pt x="27" y="0"/>
                  </a:cubicBezTo>
                  <a:cubicBezTo>
                    <a:pt x="28" y="0"/>
                    <a:pt x="29" y="0"/>
                    <a:pt x="30" y="0"/>
                  </a:cubicBezTo>
                  <a:close/>
                  <a:moveTo>
                    <a:pt x="14" y="28"/>
                  </a:moveTo>
                  <a:cubicBezTo>
                    <a:pt x="14" y="24"/>
                    <a:pt x="15" y="21"/>
                    <a:pt x="16" y="18"/>
                  </a:cubicBezTo>
                  <a:cubicBezTo>
                    <a:pt x="16" y="18"/>
                    <a:pt x="16" y="17"/>
                    <a:pt x="16" y="17"/>
                  </a:cubicBezTo>
                  <a:cubicBezTo>
                    <a:pt x="15" y="17"/>
                    <a:pt x="14" y="16"/>
                    <a:pt x="14" y="14"/>
                  </a:cubicBezTo>
                  <a:cubicBezTo>
                    <a:pt x="14" y="14"/>
                    <a:pt x="14" y="14"/>
                    <a:pt x="14" y="14"/>
                  </a:cubicBezTo>
                  <a:cubicBezTo>
                    <a:pt x="12" y="13"/>
                    <a:pt x="11" y="12"/>
                    <a:pt x="10" y="12"/>
                  </a:cubicBezTo>
                  <a:cubicBezTo>
                    <a:pt x="9" y="11"/>
                    <a:pt x="9" y="11"/>
                    <a:pt x="9" y="11"/>
                  </a:cubicBezTo>
                  <a:cubicBezTo>
                    <a:pt x="9" y="11"/>
                    <a:pt x="9" y="11"/>
                    <a:pt x="9" y="11"/>
                  </a:cubicBezTo>
                  <a:cubicBezTo>
                    <a:pt x="9" y="11"/>
                    <a:pt x="9" y="12"/>
                    <a:pt x="8" y="12"/>
                  </a:cubicBezTo>
                  <a:cubicBezTo>
                    <a:pt x="7" y="14"/>
                    <a:pt x="5" y="16"/>
                    <a:pt x="4" y="19"/>
                  </a:cubicBezTo>
                  <a:cubicBezTo>
                    <a:pt x="3" y="22"/>
                    <a:pt x="2" y="24"/>
                    <a:pt x="2" y="27"/>
                  </a:cubicBezTo>
                  <a:cubicBezTo>
                    <a:pt x="2" y="27"/>
                    <a:pt x="2" y="28"/>
                    <a:pt x="2" y="28"/>
                  </a:cubicBezTo>
                  <a:cubicBezTo>
                    <a:pt x="3" y="28"/>
                    <a:pt x="13" y="28"/>
                    <a:pt x="14" y="28"/>
                  </a:cubicBezTo>
                  <a:close/>
                  <a:moveTo>
                    <a:pt x="55" y="28"/>
                  </a:moveTo>
                  <a:cubicBezTo>
                    <a:pt x="55" y="27"/>
                    <a:pt x="54" y="22"/>
                    <a:pt x="53" y="20"/>
                  </a:cubicBezTo>
                  <a:cubicBezTo>
                    <a:pt x="52" y="17"/>
                    <a:pt x="50" y="14"/>
                    <a:pt x="48" y="11"/>
                  </a:cubicBezTo>
                  <a:cubicBezTo>
                    <a:pt x="47" y="12"/>
                    <a:pt x="45" y="13"/>
                    <a:pt x="44" y="13"/>
                  </a:cubicBezTo>
                  <a:cubicBezTo>
                    <a:pt x="43" y="14"/>
                    <a:pt x="41" y="14"/>
                    <a:pt x="40" y="15"/>
                  </a:cubicBezTo>
                  <a:cubicBezTo>
                    <a:pt x="40" y="15"/>
                    <a:pt x="40" y="15"/>
                    <a:pt x="40" y="16"/>
                  </a:cubicBezTo>
                  <a:cubicBezTo>
                    <a:pt x="41" y="17"/>
                    <a:pt x="41" y="18"/>
                    <a:pt x="41" y="19"/>
                  </a:cubicBezTo>
                  <a:cubicBezTo>
                    <a:pt x="42" y="21"/>
                    <a:pt x="43" y="24"/>
                    <a:pt x="43" y="26"/>
                  </a:cubicBezTo>
                  <a:cubicBezTo>
                    <a:pt x="43" y="27"/>
                    <a:pt x="43" y="27"/>
                    <a:pt x="43" y="28"/>
                  </a:cubicBezTo>
                  <a:cubicBezTo>
                    <a:pt x="44" y="28"/>
                    <a:pt x="44" y="28"/>
                    <a:pt x="45" y="28"/>
                  </a:cubicBezTo>
                  <a:cubicBezTo>
                    <a:pt x="46" y="28"/>
                    <a:pt x="46" y="28"/>
                    <a:pt x="46" y="27"/>
                  </a:cubicBezTo>
                  <a:cubicBezTo>
                    <a:pt x="47" y="26"/>
                    <a:pt x="48" y="25"/>
                    <a:pt x="50" y="25"/>
                  </a:cubicBezTo>
                  <a:cubicBezTo>
                    <a:pt x="51" y="25"/>
                    <a:pt x="52" y="26"/>
                    <a:pt x="53" y="27"/>
                  </a:cubicBezTo>
                  <a:cubicBezTo>
                    <a:pt x="53" y="27"/>
                    <a:pt x="53" y="28"/>
                    <a:pt x="54" y="28"/>
                  </a:cubicBezTo>
                  <a:cubicBezTo>
                    <a:pt x="54" y="28"/>
                    <a:pt x="54" y="28"/>
                    <a:pt x="55" y="28"/>
                  </a:cubicBezTo>
                  <a:close/>
                  <a:moveTo>
                    <a:pt x="32" y="3"/>
                  </a:moveTo>
                  <a:cubicBezTo>
                    <a:pt x="33" y="4"/>
                    <a:pt x="35" y="6"/>
                    <a:pt x="36" y="8"/>
                  </a:cubicBezTo>
                  <a:cubicBezTo>
                    <a:pt x="37" y="9"/>
                    <a:pt x="38" y="11"/>
                    <a:pt x="39" y="13"/>
                  </a:cubicBezTo>
                  <a:cubicBezTo>
                    <a:pt x="41" y="13"/>
                    <a:pt x="46" y="11"/>
                    <a:pt x="46" y="10"/>
                  </a:cubicBezTo>
                  <a:cubicBezTo>
                    <a:pt x="44" y="7"/>
                    <a:pt x="35" y="2"/>
                    <a:pt x="32" y="3"/>
                  </a:cubicBezTo>
                  <a:close/>
                  <a:moveTo>
                    <a:pt x="10" y="10"/>
                  </a:moveTo>
                  <a:cubicBezTo>
                    <a:pt x="12" y="11"/>
                    <a:pt x="13" y="12"/>
                    <a:pt x="15" y="12"/>
                  </a:cubicBezTo>
                  <a:cubicBezTo>
                    <a:pt x="16" y="11"/>
                    <a:pt x="17" y="10"/>
                    <a:pt x="19" y="11"/>
                  </a:cubicBezTo>
                  <a:cubicBezTo>
                    <a:pt x="20" y="9"/>
                    <a:pt x="21" y="8"/>
                    <a:pt x="22" y="7"/>
                  </a:cubicBezTo>
                  <a:cubicBezTo>
                    <a:pt x="23" y="5"/>
                    <a:pt x="24" y="4"/>
                    <a:pt x="25" y="3"/>
                  </a:cubicBezTo>
                  <a:cubicBezTo>
                    <a:pt x="22" y="2"/>
                    <a:pt x="13" y="7"/>
                    <a:pt x="10" y="10"/>
                  </a:cubicBezTo>
                  <a:close/>
                  <a:moveTo>
                    <a:pt x="37" y="14"/>
                  </a:moveTo>
                  <a:cubicBezTo>
                    <a:pt x="37" y="13"/>
                    <a:pt x="37" y="13"/>
                    <a:pt x="37" y="13"/>
                  </a:cubicBezTo>
                  <a:cubicBezTo>
                    <a:pt x="36" y="11"/>
                    <a:pt x="35" y="10"/>
                    <a:pt x="34" y="9"/>
                  </a:cubicBezTo>
                  <a:cubicBezTo>
                    <a:pt x="33" y="7"/>
                    <a:pt x="31" y="6"/>
                    <a:pt x="30" y="4"/>
                  </a:cubicBezTo>
                  <a:cubicBezTo>
                    <a:pt x="30" y="4"/>
                    <a:pt x="30" y="4"/>
                    <a:pt x="29" y="4"/>
                  </a:cubicBezTo>
                  <a:cubicBezTo>
                    <a:pt x="29" y="5"/>
                    <a:pt x="29" y="14"/>
                    <a:pt x="29" y="15"/>
                  </a:cubicBezTo>
                  <a:cubicBezTo>
                    <a:pt x="31" y="15"/>
                    <a:pt x="36" y="14"/>
                    <a:pt x="37" y="14"/>
                  </a:cubicBezTo>
                  <a:close/>
                  <a:moveTo>
                    <a:pt x="27" y="4"/>
                  </a:moveTo>
                  <a:cubicBezTo>
                    <a:pt x="25" y="6"/>
                    <a:pt x="23" y="9"/>
                    <a:pt x="21" y="11"/>
                  </a:cubicBezTo>
                  <a:cubicBezTo>
                    <a:pt x="21" y="12"/>
                    <a:pt x="21" y="12"/>
                    <a:pt x="21" y="12"/>
                  </a:cubicBezTo>
                  <a:cubicBezTo>
                    <a:pt x="22" y="12"/>
                    <a:pt x="22" y="13"/>
                    <a:pt x="22" y="14"/>
                  </a:cubicBezTo>
                  <a:cubicBezTo>
                    <a:pt x="22" y="14"/>
                    <a:pt x="22" y="14"/>
                    <a:pt x="23" y="15"/>
                  </a:cubicBezTo>
                  <a:cubicBezTo>
                    <a:pt x="24" y="15"/>
                    <a:pt x="25" y="15"/>
                    <a:pt x="26" y="15"/>
                  </a:cubicBezTo>
                  <a:cubicBezTo>
                    <a:pt x="26" y="15"/>
                    <a:pt x="27" y="15"/>
                    <a:pt x="27" y="15"/>
                  </a:cubicBezTo>
                  <a:cubicBezTo>
                    <a:pt x="28" y="14"/>
                    <a:pt x="28" y="4"/>
                    <a:pt x="27"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7" name="Freeform 1228">
              <a:extLst>
                <a:ext uri="{FF2B5EF4-FFF2-40B4-BE49-F238E27FC236}">
                  <a16:creationId xmlns="" xmlns:a16="http://schemas.microsoft.com/office/drawing/2014/main" id="{E8F76F07-9447-4674-B030-3030E645B77A}"/>
                </a:ext>
              </a:extLst>
            </p:cNvPr>
            <p:cNvSpPr>
              <a:spLocks noEditPoints="1"/>
            </p:cNvSpPr>
            <p:nvPr/>
          </p:nvSpPr>
          <p:spPr bwMode="auto">
            <a:xfrm>
              <a:off x="11404030" y="261131"/>
              <a:ext cx="18529" cy="22825"/>
            </a:xfrm>
            <a:custGeom>
              <a:avLst/>
              <a:gdLst>
                <a:gd name="T0" fmla="*/ 8 w 29"/>
                <a:gd name="T1" fmla="*/ 33 h 36"/>
                <a:gd name="T2" fmla="*/ 7 w 29"/>
                <a:gd name="T3" fmla="*/ 28 h 36"/>
                <a:gd name="T4" fmla="*/ 6 w 29"/>
                <a:gd name="T5" fmla="*/ 27 h 36"/>
                <a:gd name="T6" fmla="*/ 3 w 29"/>
                <a:gd name="T7" fmla="*/ 26 h 36"/>
                <a:gd name="T8" fmla="*/ 1 w 29"/>
                <a:gd name="T9" fmla="*/ 20 h 36"/>
                <a:gd name="T10" fmla="*/ 0 w 29"/>
                <a:gd name="T11" fmla="*/ 13 h 36"/>
                <a:gd name="T12" fmla="*/ 6 w 29"/>
                <a:gd name="T13" fmla="*/ 2 h 36"/>
                <a:gd name="T14" fmla="*/ 11 w 29"/>
                <a:gd name="T15" fmla="*/ 0 h 36"/>
                <a:gd name="T16" fmla="*/ 11 w 29"/>
                <a:gd name="T17" fmla="*/ 1 h 36"/>
                <a:gd name="T18" fmla="*/ 13 w 29"/>
                <a:gd name="T19" fmla="*/ 8 h 36"/>
                <a:gd name="T20" fmla="*/ 14 w 29"/>
                <a:gd name="T21" fmla="*/ 3 h 36"/>
                <a:gd name="T22" fmla="*/ 15 w 29"/>
                <a:gd name="T23" fmla="*/ 3 h 36"/>
                <a:gd name="T24" fmla="*/ 15 w 29"/>
                <a:gd name="T25" fmla="*/ 7 h 36"/>
                <a:gd name="T26" fmla="*/ 16 w 29"/>
                <a:gd name="T27" fmla="*/ 7 h 36"/>
                <a:gd name="T28" fmla="*/ 17 w 29"/>
                <a:gd name="T29" fmla="*/ 1 h 36"/>
                <a:gd name="T30" fmla="*/ 18 w 29"/>
                <a:gd name="T31" fmla="*/ 0 h 36"/>
                <a:gd name="T32" fmla="*/ 23 w 29"/>
                <a:gd name="T33" fmla="*/ 2 h 36"/>
                <a:gd name="T34" fmla="*/ 29 w 29"/>
                <a:gd name="T35" fmla="*/ 13 h 36"/>
                <a:gd name="T36" fmla="*/ 28 w 29"/>
                <a:gd name="T37" fmla="*/ 20 h 36"/>
                <a:gd name="T38" fmla="*/ 24 w 29"/>
                <a:gd name="T39" fmla="*/ 27 h 36"/>
                <a:gd name="T40" fmla="*/ 22 w 29"/>
                <a:gd name="T41" fmla="*/ 28 h 36"/>
                <a:gd name="T42" fmla="*/ 21 w 29"/>
                <a:gd name="T43" fmla="*/ 36 h 36"/>
                <a:gd name="T44" fmla="*/ 15 w 29"/>
                <a:gd name="T45" fmla="*/ 30 h 36"/>
                <a:gd name="T46" fmla="*/ 15 w 29"/>
                <a:gd name="T47" fmla="*/ 29 h 36"/>
                <a:gd name="T48" fmla="*/ 14 w 29"/>
                <a:gd name="T49" fmla="*/ 29 h 36"/>
                <a:gd name="T50" fmla="*/ 14 w 29"/>
                <a:gd name="T51" fmla="*/ 36 h 36"/>
                <a:gd name="T52" fmla="*/ 6 w 29"/>
                <a:gd name="T53" fmla="*/ 23 h 36"/>
                <a:gd name="T54" fmla="*/ 6 w 29"/>
                <a:gd name="T55" fmla="*/ 21 h 36"/>
                <a:gd name="T56" fmla="*/ 7 w 29"/>
                <a:gd name="T57" fmla="*/ 11 h 36"/>
                <a:gd name="T58" fmla="*/ 6 w 29"/>
                <a:gd name="T59" fmla="*/ 11 h 36"/>
                <a:gd name="T60" fmla="*/ 4 w 29"/>
                <a:gd name="T61" fmla="*/ 16 h 36"/>
                <a:gd name="T62" fmla="*/ 22 w 29"/>
                <a:gd name="T63" fmla="*/ 11 h 36"/>
                <a:gd name="T64" fmla="*/ 22 w 29"/>
                <a:gd name="T65" fmla="*/ 11 h 36"/>
                <a:gd name="T66" fmla="*/ 23 w 29"/>
                <a:gd name="T67" fmla="*/ 23 h 36"/>
                <a:gd name="T68" fmla="*/ 23 w 29"/>
                <a:gd name="T69" fmla="*/ 21 h 36"/>
                <a:gd name="T70" fmla="*/ 24 w 29"/>
                <a:gd name="T71" fmla="*/ 14 h 36"/>
                <a:gd name="T72" fmla="*/ 22 w 29"/>
                <a:gd name="T73" fmla="*/ 1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 h="36">
                  <a:moveTo>
                    <a:pt x="8" y="36"/>
                  </a:moveTo>
                  <a:cubicBezTo>
                    <a:pt x="8" y="35"/>
                    <a:pt x="8" y="34"/>
                    <a:pt x="8" y="33"/>
                  </a:cubicBezTo>
                  <a:cubicBezTo>
                    <a:pt x="7" y="32"/>
                    <a:pt x="7" y="31"/>
                    <a:pt x="7" y="30"/>
                  </a:cubicBezTo>
                  <a:cubicBezTo>
                    <a:pt x="7" y="30"/>
                    <a:pt x="7" y="29"/>
                    <a:pt x="7" y="28"/>
                  </a:cubicBezTo>
                  <a:cubicBezTo>
                    <a:pt x="7" y="28"/>
                    <a:pt x="7" y="28"/>
                    <a:pt x="6" y="28"/>
                  </a:cubicBezTo>
                  <a:cubicBezTo>
                    <a:pt x="6" y="28"/>
                    <a:pt x="6" y="27"/>
                    <a:pt x="6" y="27"/>
                  </a:cubicBezTo>
                  <a:cubicBezTo>
                    <a:pt x="6" y="27"/>
                    <a:pt x="6" y="27"/>
                    <a:pt x="6" y="27"/>
                  </a:cubicBezTo>
                  <a:cubicBezTo>
                    <a:pt x="5" y="28"/>
                    <a:pt x="4" y="27"/>
                    <a:pt x="3" y="26"/>
                  </a:cubicBezTo>
                  <a:cubicBezTo>
                    <a:pt x="3" y="25"/>
                    <a:pt x="3" y="24"/>
                    <a:pt x="2" y="24"/>
                  </a:cubicBezTo>
                  <a:cubicBezTo>
                    <a:pt x="2" y="22"/>
                    <a:pt x="1" y="21"/>
                    <a:pt x="1" y="20"/>
                  </a:cubicBezTo>
                  <a:cubicBezTo>
                    <a:pt x="1" y="18"/>
                    <a:pt x="0" y="17"/>
                    <a:pt x="0" y="15"/>
                  </a:cubicBezTo>
                  <a:cubicBezTo>
                    <a:pt x="0" y="14"/>
                    <a:pt x="0" y="14"/>
                    <a:pt x="0" y="13"/>
                  </a:cubicBezTo>
                  <a:cubicBezTo>
                    <a:pt x="1" y="9"/>
                    <a:pt x="3" y="6"/>
                    <a:pt x="5" y="3"/>
                  </a:cubicBezTo>
                  <a:cubicBezTo>
                    <a:pt x="5" y="3"/>
                    <a:pt x="5" y="3"/>
                    <a:pt x="6" y="2"/>
                  </a:cubicBezTo>
                  <a:cubicBezTo>
                    <a:pt x="6" y="2"/>
                    <a:pt x="6" y="2"/>
                    <a:pt x="6" y="2"/>
                  </a:cubicBezTo>
                  <a:cubicBezTo>
                    <a:pt x="8" y="1"/>
                    <a:pt x="9" y="1"/>
                    <a:pt x="11" y="0"/>
                  </a:cubicBezTo>
                  <a:cubicBezTo>
                    <a:pt x="11" y="0"/>
                    <a:pt x="11" y="0"/>
                    <a:pt x="11" y="0"/>
                  </a:cubicBezTo>
                  <a:cubicBezTo>
                    <a:pt x="11" y="1"/>
                    <a:pt x="11" y="1"/>
                    <a:pt x="11" y="1"/>
                  </a:cubicBezTo>
                  <a:cubicBezTo>
                    <a:pt x="12" y="3"/>
                    <a:pt x="12" y="5"/>
                    <a:pt x="13" y="6"/>
                  </a:cubicBezTo>
                  <a:cubicBezTo>
                    <a:pt x="13" y="7"/>
                    <a:pt x="13" y="7"/>
                    <a:pt x="13" y="8"/>
                  </a:cubicBezTo>
                  <a:cubicBezTo>
                    <a:pt x="14" y="7"/>
                    <a:pt x="13" y="7"/>
                    <a:pt x="13" y="7"/>
                  </a:cubicBezTo>
                  <a:cubicBezTo>
                    <a:pt x="14" y="6"/>
                    <a:pt x="14" y="5"/>
                    <a:pt x="14" y="3"/>
                  </a:cubicBezTo>
                  <a:cubicBezTo>
                    <a:pt x="14" y="3"/>
                    <a:pt x="14" y="3"/>
                    <a:pt x="14" y="3"/>
                  </a:cubicBezTo>
                  <a:cubicBezTo>
                    <a:pt x="15" y="3"/>
                    <a:pt x="15" y="3"/>
                    <a:pt x="15" y="3"/>
                  </a:cubicBezTo>
                  <a:cubicBezTo>
                    <a:pt x="15" y="5"/>
                    <a:pt x="15" y="6"/>
                    <a:pt x="15" y="7"/>
                  </a:cubicBezTo>
                  <a:cubicBezTo>
                    <a:pt x="15" y="7"/>
                    <a:pt x="15" y="7"/>
                    <a:pt x="15" y="7"/>
                  </a:cubicBezTo>
                  <a:cubicBezTo>
                    <a:pt x="15" y="7"/>
                    <a:pt x="16" y="8"/>
                    <a:pt x="16" y="8"/>
                  </a:cubicBezTo>
                  <a:cubicBezTo>
                    <a:pt x="16" y="7"/>
                    <a:pt x="16" y="7"/>
                    <a:pt x="16" y="7"/>
                  </a:cubicBezTo>
                  <a:cubicBezTo>
                    <a:pt x="16" y="6"/>
                    <a:pt x="17" y="4"/>
                    <a:pt x="17" y="3"/>
                  </a:cubicBezTo>
                  <a:cubicBezTo>
                    <a:pt x="17" y="2"/>
                    <a:pt x="17" y="2"/>
                    <a:pt x="17" y="1"/>
                  </a:cubicBezTo>
                  <a:cubicBezTo>
                    <a:pt x="17" y="1"/>
                    <a:pt x="18" y="1"/>
                    <a:pt x="18" y="0"/>
                  </a:cubicBezTo>
                  <a:cubicBezTo>
                    <a:pt x="18" y="0"/>
                    <a:pt x="18" y="0"/>
                    <a:pt x="18" y="0"/>
                  </a:cubicBezTo>
                  <a:cubicBezTo>
                    <a:pt x="20" y="1"/>
                    <a:pt x="21" y="1"/>
                    <a:pt x="23" y="2"/>
                  </a:cubicBezTo>
                  <a:cubicBezTo>
                    <a:pt x="23" y="2"/>
                    <a:pt x="23" y="2"/>
                    <a:pt x="23" y="2"/>
                  </a:cubicBezTo>
                  <a:cubicBezTo>
                    <a:pt x="24" y="3"/>
                    <a:pt x="24" y="4"/>
                    <a:pt x="25" y="5"/>
                  </a:cubicBezTo>
                  <a:cubicBezTo>
                    <a:pt x="27" y="8"/>
                    <a:pt x="28" y="10"/>
                    <a:pt x="29" y="13"/>
                  </a:cubicBezTo>
                  <a:cubicBezTo>
                    <a:pt x="29" y="14"/>
                    <a:pt x="29" y="15"/>
                    <a:pt x="29" y="15"/>
                  </a:cubicBezTo>
                  <a:cubicBezTo>
                    <a:pt x="29" y="17"/>
                    <a:pt x="28" y="19"/>
                    <a:pt x="28" y="20"/>
                  </a:cubicBezTo>
                  <a:cubicBezTo>
                    <a:pt x="27" y="22"/>
                    <a:pt x="26" y="24"/>
                    <a:pt x="26" y="26"/>
                  </a:cubicBezTo>
                  <a:cubicBezTo>
                    <a:pt x="26" y="27"/>
                    <a:pt x="25" y="27"/>
                    <a:pt x="24" y="27"/>
                  </a:cubicBezTo>
                  <a:cubicBezTo>
                    <a:pt x="23" y="27"/>
                    <a:pt x="23" y="27"/>
                    <a:pt x="23" y="27"/>
                  </a:cubicBezTo>
                  <a:cubicBezTo>
                    <a:pt x="23" y="27"/>
                    <a:pt x="23" y="28"/>
                    <a:pt x="22" y="28"/>
                  </a:cubicBezTo>
                  <a:cubicBezTo>
                    <a:pt x="22" y="28"/>
                    <a:pt x="22" y="28"/>
                    <a:pt x="22" y="28"/>
                  </a:cubicBezTo>
                  <a:cubicBezTo>
                    <a:pt x="21" y="31"/>
                    <a:pt x="21" y="34"/>
                    <a:pt x="21" y="36"/>
                  </a:cubicBezTo>
                  <a:cubicBezTo>
                    <a:pt x="19" y="36"/>
                    <a:pt x="17" y="36"/>
                    <a:pt x="15" y="36"/>
                  </a:cubicBezTo>
                  <a:cubicBezTo>
                    <a:pt x="15" y="34"/>
                    <a:pt x="15" y="32"/>
                    <a:pt x="15" y="30"/>
                  </a:cubicBezTo>
                  <a:cubicBezTo>
                    <a:pt x="15" y="30"/>
                    <a:pt x="15" y="30"/>
                    <a:pt x="15" y="30"/>
                  </a:cubicBezTo>
                  <a:cubicBezTo>
                    <a:pt x="15" y="29"/>
                    <a:pt x="15" y="29"/>
                    <a:pt x="15" y="29"/>
                  </a:cubicBezTo>
                  <a:cubicBezTo>
                    <a:pt x="15" y="29"/>
                    <a:pt x="15" y="29"/>
                    <a:pt x="14" y="29"/>
                  </a:cubicBezTo>
                  <a:cubicBezTo>
                    <a:pt x="14" y="29"/>
                    <a:pt x="14" y="29"/>
                    <a:pt x="14" y="29"/>
                  </a:cubicBezTo>
                  <a:cubicBezTo>
                    <a:pt x="14" y="29"/>
                    <a:pt x="14" y="29"/>
                    <a:pt x="14" y="30"/>
                  </a:cubicBezTo>
                  <a:cubicBezTo>
                    <a:pt x="14" y="32"/>
                    <a:pt x="14" y="34"/>
                    <a:pt x="14" y="36"/>
                  </a:cubicBezTo>
                  <a:cubicBezTo>
                    <a:pt x="12" y="36"/>
                    <a:pt x="10" y="36"/>
                    <a:pt x="8" y="36"/>
                  </a:cubicBezTo>
                  <a:close/>
                  <a:moveTo>
                    <a:pt x="6" y="23"/>
                  </a:moveTo>
                  <a:cubicBezTo>
                    <a:pt x="6" y="23"/>
                    <a:pt x="6" y="23"/>
                    <a:pt x="6" y="23"/>
                  </a:cubicBezTo>
                  <a:cubicBezTo>
                    <a:pt x="6" y="23"/>
                    <a:pt x="6" y="22"/>
                    <a:pt x="6" y="21"/>
                  </a:cubicBezTo>
                  <a:cubicBezTo>
                    <a:pt x="6" y="20"/>
                    <a:pt x="7" y="18"/>
                    <a:pt x="7" y="17"/>
                  </a:cubicBezTo>
                  <a:cubicBezTo>
                    <a:pt x="7" y="15"/>
                    <a:pt x="7" y="13"/>
                    <a:pt x="7" y="11"/>
                  </a:cubicBezTo>
                  <a:cubicBezTo>
                    <a:pt x="7" y="11"/>
                    <a:pt x="7" y="11"/>
                    <a:pt x="7" y="10"/>
                  </a:cubicBezTo>
                  <a:cubicBezTo>
                    <a:pt x="7" y="11"/>
                    <a:pt x="6" y="11"/>
                    <a:pt x="6" y="11"/>
                  </a:cubicBezTo>
                  <a:cubicBezTo>
                    <a:pt x="6" y="12"/>
                    <a:pt x="5" y="14"/>
                    <a:pt x="4" y="15"/>
                  </a:cubicBezTo>
                  <a:cubicBezTo>
                    <a:pt x="4" y="15"/>
                    <a:pt x="4" y="15"/>
                    <a:pt x="4" y="16"/>
                  </a:cubicBezTo>
                  <a:cubicBezTo>
                    <a:pt x="5" y="18"/>
                    <a:pt x="6" y="21"/>
                    <a:pt x="6" y="23"/>
                  </a:cubicBezTo>
                  <a:close/>
                  <a:moveTo>
                    <a:pt x="22" y="11"/>
                  </a:moveTo>
                  <a:cubicBezTo>
                    <a:pt x="22" y="11"/>
                    <a:pt x="22" y="11"/>
                    <a:pt x="22" y="11"/>
                  </a:cubicBezTo>
                  <a:cubicBezTo>
                    <a:pt x="22" y="11"/>
                    <a:pt x="22" y="11"/>
                    <a:pt x="22" y="11"/>
                  </a:cubicBezTo>
                  <a:cubicBezTo>
                    <a:pt x="22" y="13"/>
                    <a:pt x="22" y="16"/>
                    <a:pt x="22" y="18"/>
                  </a:cubicBezTo>
                  <a:cubicBezTo>
                    <a:pt x="22" y="20"/>
                    <a:pt x="22" y="21"/>
                    <a:pt x="23" y="23"/>
                  </a:cubicBezTo>
                  <a:cubicBezTo>
                    <a:pt x="23" y="23"/>
                    <a:pt x="23" y="23"/>
                    <a:pt x="23" y="23"/>
                  </a:cubicBezTo>
                  <a:cubicBezTo>
                    <a:pt x="23" y="23"/>
                    <a:pt x="23" y="22"/>
                    <a:pt x="23" y="21"/>
                  </a:cubicBezTo>
                  <a:cubicBezTo>
                    <a:pt x="24" y="19"/>
                    <a:pt x="24" y="18"/>
                    <a:pt x="24" y="16"/>
                  </a:cubicBezTo>
                  <a:cubicBezTo>
                    <a:pt x="25" y="15"/>
                    <a:pt x="25" y="15"/>
                    <a:pt x="24" y="14"/>
                  </a:cubicBezTo>
                  <a:cubicBezTo>
                    <a:pt x="24" y="13"/>
                    <a:pt x="23" y="12"/>
                    <a:pt x="23" y="11"/>
                  </a:cubicBezTo>
                  <a:cubicBezTo>
                    <a:pt x="23" y="11"/>
                    <a:pt x="22" y="11"/>
                    <a:pt x="22"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8" name="Freeform 1229">
              <a:extLst>
                <a:ext uri="{FF2B5EF4-FFF2-40B4-BE49-F238E27FC236}">
                  <a16:creationId xmlns="" xmlns:a16="http://schemas.microsoft.com/office/drawing/2014/main" id="{F1E20012-2E20-46E7-969E-050147DEA0FB}"/>
                </a:ext>
              </a:extLst>
            </p:cNvPr>
            <p:cNvSpPr>
              <a:spLocks/>
            </p:cNvSpPr>
            <p:nvPr/>
          </p:nvSpPr>
          <p:spPr bwMode="auto">
            <a:xfrm>
              <a:off x="11410475" y="252806"/>
              <a:ext cx="5639" cy="7519"/>
            </a:xfrm>
            <a:custGeom>
              <a:avLst/>
              <a:gdLst>
                <a:gd name="T0" fmla="*/ 9 w 9"/>
                <a:gd name="T1" fmla="*/ 5 h 12"/>
                <a:gd name="T2" fmla="*/ 7 w 9"/>
                <a:gd name="T3" fmla="*/ 11 h 12"/>
                <a:gd name="T4" fmla="*/ 2 w 9"/>
                <a:gd name="T5" fmla="*/ 11 h 12"/>
                <a:gd name="T6" fmla="*/ 0 w 9"/>
                <a:gd name="T7" fmla="*/ 6 h 12"/>
                <a:gd name="T8" fmla="*/ 1 w 9"/>
                <a:gd name="T9" fmla="*/ 3 h 12"/>
                <a:gd name="T10" fmla="*/ 7 w 9"/>
                <a:gd name="T11" fmla="*/ 2 h 12"/>
                <a:gd name="T12" fmla="*/ 9 w 9"/>
                <a:gd name="T13" fmla="*/ 5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9" y="5"/>
                  </a:moveTo>
                  <a:cubicBezTo>
                    <a:pt x="9" y="7"/>
                    <a:pt x="8" y="9"/>
                    <a:pt x="7" y="11"/>
                  </a:cubicBezTo>
                  <a:cubicBezTo>
                    <a:pt x="5" y="12"/>
                    <a:pt x="3" y="12"/>
                    <a:pt x="2" y="11"/>
                  </a:cubicBezTo>
                  <a:cubicBezTo>
                    <a:pt x="1" y="9"/>
                    <a:pt x="1" y="8"/>
                    <a:pt x="0" y="6"/>
                  </a:cubicBezTo>
                  <a:cubicBezTo>
                    <a:pt x="0" y="5"/>
                    <a:pt x="0" y="4"/>
                    <a:pt x="1" y="3"/>
                  </a:cubicBezTo>
                  <a:cubicBezTo>
                    <a:pt x="2" y="1"/>
                    <a:pt x="5" y="0"/>
                    <a:pt x="7" y="2"/>
                  </a:cubicBezTo>
                  <a:cubicBezTo>
                    <a:pt x="8" y="3"/>
                    <a:pt x="9" y="4"/>
                    <a:pt x="9"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59" name="Freeform 1230">
              <a:extLst>
                <a:ext uri="{FF2B5EF4-FFF2-40B4-BE49-F238E27FC236}">
                  <a16:creationId xmlns="" xmlns:a16="http://schemas.microsoft.com/office/drawing/2014/main" id="{9A3A1B08-04A0-4860-8E31-9FB7725DA653}"/>
                </a:ext>
              </a:extLst>
            </p:cNvPr>
            <p:cNvSpPr>
              <a:spLocks noEditPoints="1"/>
            </p:cNvSpPr>
            <p:nvPr/>
          </p:nvSpPr>
          <p:spPr bwMode="auto">
            <a:xfrm>
              <a:off x="11303063" y="350552"/>
              <a:ext cx="36252" cy="33835"/>
            </a:xfrm>
            <a:custGeom>
              <a:avLst/>
              <a:gdLst>
                <a:gd name="T0" fmla="*/ 40 w 57"/>
                <a:gd name="T1" fmla="*/ 2 h 53"/>
                <a:gd name="T2" fmla="*/ 57 w 57"/>
                <a:gd name="T3" fmla="*/ 25 h 53"/>
                <a:gd name="T4" fmla="*/ 53 w 57"/>
                <a:gd name="T5" fmla="*/ 43 h 53"/>
                <a:gd name="T6" fmla="*/ 44 w 57"/>
                <a:gd name="T7" fmla="*/ 52 h 53"/>
                <a:gd name="T8" fmla="*/ 45 w 57"/>
                <a:gd name="T9" fmla="*/ 50 h 53"/>
                <a:gd name="T10" fmla="*/ 46 w 57"/>
                <a:gd name="T11" fmla="*/ 47 h 53"/>
                <a:gd name="T12" fmla="*/ 48 w 57"/>
                <a:gd name="T13" fmla="*/ 46 h 53"/>
                <a:gd name="T14" fmla="*/ 53 w 57"/>
                <a:gd name="T15" fmla="*/ 30 h 53"/>
                <a:gd name="T16" fmla="*/ 46 w 57"/>
                <a:gd name="T17" fmla="*/ 30 h 53"/>
                <a:gd name="T18" fmla="*/ 43 w 57"/>
                <a:gd name="T19" fmla="*/ 30 h 53"/>
                <a:gd name="T20" fmla="*/ 40 w 57"/>
                <a:gd name="T21" fmla="*/ 34 h 53"/>
                <a:gd name="T22" fmla="*/ 40 w 57"/>
                <a:gd name="T23" fmla="*/ 30 h 53"/>
                <a:gd name="T24" fmla="*/ 34 w 57"/>
                <a:gd name="T25" fmla="*/ 28 h 53"/>
                <a:gd name="T26" fmla="*/ 41 w 57"/>
                <a:gd name="T27" fmla="*/ 27 h 53"/>
                <a:gd name="T28" fmla="*/ 38 w 57"/>
                <a:gd name="T29" fmla="*/ 16 h 53"/>
                <a:gd name="T30" fmla="*/ 30 w 57"/>
                <a:gd name="T31" fmla="*/ 17 h 53"/>
                <a:gd name="T32" fmla="*/ 26 w 57"/>
                <a:gd name="T33" fmla="*/ 16 h 53"/>
                <a:gd name="T34" fmla="*/ 18 w 57"/>
                <a:gd name="T35" fmla="*/ 18 h 53"/>
                <a:gd name="T36" fmla="*/ 22 w 57"/>
                <a:gd name="T37" fmla="*/ 28 h 53"/>
                <a:gd name="T38" fmla="*/ 23 w 57"/>
                <a:gd name="T39" fmla="*/ 30 h 53"/>
                <a:gd name="T40" fmla="*/ 16 w 57"/>
                <a:gd name="T41" fmla="*/ 31 h 53"/>
                <a:gd name="T42" fmla="*/ 15 w 57"/>
                <a:gd name="T43" fmla="*/ 37 h 53"/>
                <a:gd name="T44" fmla="*/ 13 w 57"/>
                <a:gd name="T45" fmla="*/ 30 h 53"/>
                <a:gd name="T46" fmla="*/ 2 w 57"/>
                <a:gd name="T47" fmla="*/ 30 h 53"/>
                <a:gd name="T48" fmla="*/ 7 w 57"/>
                <a:gd name="T49" fmla="*/ 40 h 53"/>
                <a:gd name="T50" fmla="*/ 8 w 57"/>
                <a:gd name="T51" fmla="*/ 46 h 53"/>
                <a:gd name="T52" fmla="*/ 10 w 57"/>
                <a:gd name="T53" fmla="*/ 47 h 53"/>
                <a:gd name="T54" fmla="*/ 13 w 57"/>
                <a:gd name="T55" fmla="*/ 53 h 53"/>
                <a:gd name="T56" fmla="*/ 5 w 57"/>
                <a:gd name="T57" fmla="*/ 46 h 53"/>
                <a:gd name="T58" fmla="*/ 1 w 57"/>
                <a:gd name="T59" fmla="*/ 37 h 53"/>
                <a:gd name="T60" fmla="*/ 5 w 57"/>
                <a:gd name="T61" fmla="*/ 12 h 53"/>
                <a:gd name="T62" fmla="*/ 24 w 57"/>
                <a:gd name="T63" fmla="*/ 0 h 53"/>
                <a:gd name="T64" fmla="*/ 30 w 57"/>
                <a:gd name="T65" fmla="*/ 0 h 53"/>
                <a:gd name="T66" fmla="*/ 16 w 57"/>
                <a:gd name="T67" fmla="*/ 17 h 53"/>
                <a:gd name="T68" fmla="*/ 9 w 57"/>
                <a:gd name="T69" fmla="*/ 11 h 53"/>
                <a:gd name="T70" fmla="*/ 8 w 57"/>
                <a:gd name="T71" fmla="*/ 11 h 53"/>
                <a:gd name="T72" fmla="*/ 2 w 57"/>
                <a:gd name="T73" fmla="*/ 27 h 53"/>
                <a:gd name="T74" fmla="*/ 53 w 57"/>
                <a:gd name="T75" fmla="*/ 19 h 53"/>
                <a:gd name="T76" fmla="*/ 40 w 57"/>
                <a:gd name="T77" fmla="*/ 15 h 53"/>
                <a:gd name="T78" fmla="*/ 43 w 57"/>
                <a:gd name="T79" fmla="*/ 26 h 53"/>
                <a:gd name="T80" fmla="*/ 46 w 57"/>
                <a:gd name="T81" fmla="*/ 27 h 53"/>
                <a:gd name="T82" fmla="*/ 53 w 57"/>
                <a:gd name="T83" fmla="*/ 27 h 53"/>
                <a:gd name="T84" fmla="*/ 36 w 57"/>
                <a:gd name="T85" fmla="*/ 7 h 53"/>
                <a:gd name="T86" fmla="*/ 31 w 57"/>
                <a:gd name="T87" fmla="*/ 3 h 53"/>
                <a:gd name="T88" fmla="*/ 19 w 57"/>
                <a:gd name="T89" fmla="*/ 10 h 53"/>
                <a:gd name="T90" fmla="*/ 10 w 57"/>
                <a:gd name="T91" fmla="*/ 9 h 53"/>
                <a:gd name="T92" fmla="*/ 34 w 57"/>
                <a:gd name="T93" fmla="*/ 9 h 53"/>
                <a:gd name="T94" fmla="*/ 29 w 57"/>
                <a:gd name="T95" fmla="*/ 14 h 53"/>
                <a:gd name="T96" fmla="*/ 21 w 57"/>
                <a:gd name="T97" fmla="*/ 11 h 53"/>
                <a:gd name="T98" fmla="*/ 22 w 57"/>
                <a:gd name="T99" fmla="*/ 14 h 53"/>
                <a:gd name="T100" fmla="*/ 27 w 57"/>
                <a:gd name="T10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7" h="53">
                  <a:moveTo>
                    <a:pt x="30" y="0"/>
                  </a:moveTo>
                  <a:cubicBezTo>
                    <a:pt x="31" y="0"/>
                    <a:pt x="31" y="0"/>
                    <a:pt x="32" y="0"/>
                  </a:cubicBezTo>
                  <a:cubicBezTo>
                    <a:pt x="35" y="1"/>
                    <a:pt x="37" y="1"/>
                    <a:pt x="40" y="2"/>
                  </a:cubicBezTo>
                  <a:cubicBezTo>
                    <a:pt x="43" y="3"/>
                    <a:pt x="45" y="5"/>
                    <a:pt x="47" y="7"/>
                  </a:cubicBezTo>
                  <a:cubicBezTo>
                    <a:pt x="50" y="9"/>
                    <a:pt x="52" y="12"/>
                    <a:pt x="54" y="15"/>
                  </a:cubicBezTo>
                  <a:cubicBezTo>
                    <a:pt x="55" y="18"/>
                    <a:pt x="56" y="21"/>
                    <a:pt x="57" y="25"/>
                  </a:cubicBezTo>
                  <a:cubicBezTo>
                    <a:pt x="57" y="26"/>
                    <a:pt x="57" y="27"/>
                    <a:pt x="57" y="27"/>
                  </a:cubicBezTo>
                  <a:cubicBezTo>
                    <a:pt x="57" y="29"/>
                    <a:pt x="57" y="31"/>
                    <a:pt x="57" y="33"/>
                  </a:cubicBezTo>
                  <a:cubicBezTo>
                    <a:pt x="56" y="37"/>
                    <a:pt x="55" y="40"/>
                    <a:pt x="53" y="43"/>
                  </a:cubicBezTo>
                  <a:cubicBezTo>
                    <a:pt x="52" y="45"/>
                    <a:pt x="51" y="47"/>
                    <a:pt x="49" y="48"/>
                  </a:cubicBezTo>
                  <a:cubicBezTo>
                    <a:pt x="48" y="50"/>
                    <a:pt x="46" y="51"/>
                    <a:pt x="44" y="52"/>
                  </a:cubicBezTo>
                  <a:cubicBezTo>
                    <a:pt x="44" y="52"/>
                    <a:pt x="44" y="52"/>
                    <a:pt x="44" y="52"/>
                  </a:cubicBezTo>
                  <a:cubicBezTo>
                    <a:pt x="44" y="53"/>
                    <a:pt x="44" y="53"/>
                    <a:pt x="44" y="53"/>
                  </a:cubicBezTo>
                  <a:cubicBezTo>
                    <a:pt x="44" y="52"/>
                    <a:pt x="44" y="52"/>
                    <a:pt x="44" y="52"/>
                  </a:cubicBezTo>
                  <a:cubicBezTo>
                    <a:pt x="44" y="51"/>
                    <a:pt x="44" y="50"/>
                    <a:pt x="45" y="50"/>
                  </a:cubicBezTo>
                  <a:cubicBezTo>
                    <a:pt x="45" y="49"/>
                    <a:pt x="45" y="49"/>
                    <a:pt x="45" y="49"/>
                  </a:cubicBezTo>
                  <a:cubicBezTo>
                    <a:pt x="46" y="48"/>
                    <a:pt x="46" y="48"/>
                    <a:pt x="47" y="48"/>
                  </a:cubicBezTo>
                  <a:cubicBezTo>
                    <a:pt x="46" y="47"/>
                    <a:pt x="46" y="47"/>
                    <a:pt x="46" y="47"/>
                  </a:cubicBezTo>
                  <a:cubicBezTo>
                    <a:pt x="45" y="47"/>
                    <a:pt x="45" y="46"/>
                    <a:pt x="45" y="46"/>
                  </a:cubicBezTo>
                  <a:cubicBezTo>
                    <a:pt x="45" y="45"/>
                    <a:pt x="45" y="45"/>
                    <a:pt x="45" y="44"/>
                  </a:cubicBezTo>
                  <a:cubicBezTo>
                    <a:pt x="46" y="45"/>
                    <a:pt x="47" y="45"/>
                    <a:pt x="48" y="46"/>
                  </a:cubicBezTo>
                  <a:cubicBezTo>
                    <a:pt x="51" y="43"/>
                    <a:pt x="52" y="40"/>
                    <a:pt x="54" y="36"/>
                  </a:cubicBezTo>
                  <a:cubicBezTo>
                    <a:pt x="54" y="34"/>
                    <a:pt x="55" y="31"/>
                    <a:pt x="55" y="30"/>
                  </a:cubicBezTo>
                  <a:cubicBezTo>
                    <a:pt x="54" y="29"/>
                    <a:pt x="54" y="29"/>
                    <a:pt x="53" y="30"/>
                  </a:cubicBezTo>
                  <a:cubicBezTo>
                    <a:pt x="53" y="30"/>
                    <a:pt x="53" y="30"/>
                    <a:pt x="53" y="30"/>
                  </a:cubicBezTo>
                  <a:cubicBezTo>
                    <a:pt x="52" y="32"/>
                    <a:pt x="51" y="32"/>
                    <a:pt x="50" y="32"/>
                  </a:cubicBezTo>
                  <a:cubicBezTo>
                    <a:pt x="48" y="32"/>
                    <a:pt x="47" y="32"/>
                    <a:pt x="46" y="30"/>
                  </a:cubicBezTo>
                  <a:cubicBezTo>
                    <a:pt x="46" y="30"/>
                    <a:pt x="46" y="29"/>
                    <a:pt x="45" y="30"/>
                  </a:cubicBezTo>
                  <a:cubicBezTo>
                    <a:pt x="44" y="30"/>
                    <a:pt x="44" y="30"/>
                    <a:pt x="43" y="30"/>
                  </a:cubicBezTo>
                  <a:cubicBezTo>
                    <a:pt x="43" y="30"/>
                    <a:pt x="43" y="30"/>
                    <a:pt x="43" y="30"/>
                  </a:cubicBezTo>
                  <a:cubicBezTo>
                    <a:pt x="42" y="32"/>
                    <a:pt x="42" y="34"/>
                    <a:pt x="42" y="37"/>
                  </a:cubicBezTo>
                  <a:cubicBezTo>
                    <a:pt x="41" y="36"/>
                    <a:pt x="41" y="35"/>
                    <a:pt x="40" y="35"/>
                  </a:cubicBezTo>
                  <a:cubicBezTo>
                    <a:pt x="40" y="34"/>
                    <a:pt x="40" y="34"/>
                    <a:pt x="40" y="34"/>
                  </a:cubicBezTo>
                  <a:cubicBezTo>
                    <a:pt x="40" y="33"/>
                    <a:pt x="41" y="31"/>
                    <a:pt x="41" y="30"/>
                  </a:cubicBezTo>
                  <a:cubicBezTo>
                    <a:pt x="41" y="30"/>
                    <a:pt x="41" y="30"/>
                    <a:pt x="41" y="30"/>
                  </a:cubicBezTo>
                  <a:cubicBezTo>
                    <a:pt x="40" y="30"/>
                    <a:pt x="40" y="30"/>
                    <a:pt x="40" y="30"/>
                  </a:cubicBezTo>
                  <a:cubicBezTo>
                    <a:pt x="38" y="30"/>
                    <a:pt x="36" y="30"/>
                    <a:pt x="34" y="30"/>
                  </a:cubicBezTo>
                  <a:cubicBezTo>
                    <a:pt x="34" y="30"/>
                    <a:pt x="34" y="29"/>
                    <a:pt x="33" y="29"/>
                  </a:cubicBezTo>
                  <a:cubicBezTo>
                    <a:pt x="33" y="29"/>
                    <a:pt x="34" y="28"/>
                    <a:pt x="34" y="28"/>
                  </a:cubicBezTo>
                  <a:cubicBezTo>
                    <a:pt x="34" y="28"/>
                    <a:pt x="35" y="28"/>
                    <a:pt x="35" y="28"/>
                  </a:cubicBezTo>
                  <a:cubicBezTo>
                    <a:pt x="37" y="28"/>
                    <a:pt x="38" y="28"/>
                    <a:pt x="40" y="28"/>
                  </a:cubicBezTo>
                  <a:cubicBezTo>
                    <a:pt x="40" y="28"/>
                    <a:pt x="40" y="27"/>
                    <a:pt x="41" y="27"/>
                  </a:cubicBezTo>
                  <a:cubicBezTo>
                    <a:pt x="41" y="27"/>
                    <a:pt x="41" y="26"/>
                    <a:pt x="41" y="26"/>
                  </a:cubicBezTo>
                  <a:cubicBezTo>
                    <a:pt x="40" y="24"/>
                    <a:pt x="40" y="22"/>
                    <a:pt x="40" y="20"/>
                  </a:cubicBezTo>
                  <a:cubicBezTo>
                    <a:pt x="39" y="18"/>
                    <a:pt x="39" y="17"/>
                    <a:pt x="38" y="16"/>
                  </a:cubicBezTo>
                  <a:cubicBezTo>
                    <a:pt x="38" y="16"/>
                    <a:pt x="38" y="15"/>
                    <a:pt x="38" y="15"/>
                  </a:cubicBezTo>
                  <a:cubicBezTo>
                    <a:pt x="38" y="15"/>
                    <a:pt x="38" y="15"/>
                    <a:pt x="37" y="15"/>
                  </a:cubicBezTo>
                  <a:cubicBezTo>
                    <a:pt x="35" y="16"/>
                    <a:pt x="32" y="16"/>
                    <a:pt x="30" y="17"/>
                  </a:cubicBezTo>
                  <a:cubicBezTo>
                    <a:pt x="30" y="17"/>
                    <a:pt x="29" y="17"/>
                    <a:pt x="29" y="17"/>
                  </a:cubicBezTo>
                  <a:cubicBezTo>
                    <a:pt x="29" y="17"/>
                    <a:pt x="28" y="17"/>
                    <a:pt x="28" y="17"/>
                  </a:cubicBezTo>
                  <a:cubicBezTo>
                    <a:pt x="27" y="17"/>
                    <a:pt x="27" y="17"/>
                    <a:pt x="26" y="16"/>
                  </a:cubicBezTo>
                  <a:cubicBezTo>
                    <a:pt x="25" y="16"/>
                    <a:pt x="24" y="16"/>
                    <a:pt x="22" y="16"/>
                  </a:cubicBezTo>
                  <a:cubicBezTo>
                    <a:pt x="22" y="16"/>
                    <a:pt x="22" y="16"/>
                    <a:pt x="22" y="16"/>
                  </a:cubicBezTo>
                  <a:cubicBezTo>
                    <a:pt x="21" y="17"/>
                    <a:pt x="19" y="18"/>
                    <a:pt x="18" y="18"/>
                  </a:cubicBezTo>
                  <a:cubicBezTo>
                    <a:pt x="17" y="19"/>
                    <a:pt x="16" y="26"/>
                    <a:pt x="16" y="27"/>
                  </a:cubicBezTo>
                  <a:cubicBezTo>
                    <a:pt x="16" y="27"/>
                    <a:pt x="17" y="28"/>
                    <a:pt x="17" y="28"/>
                  </a:cubicBezTo>
                  <a:cubicBezTo>
                    <a:pt x="18" y="28"/>
                    <a:pt x="20" y="28"/>
                    <a:pt x="22" y="28"/>
                  </a:cubicBezTo>
                  <a:cubicBezTo>
                    <a:pt x="22" y="28"/>
                    <a:pt x="22" y="28"/>
                    <a:pt x="22" y="28"/>
                  </a:cubicBezTo>
                  <a:cubicBezTo>
                    <a:pt x="23" y="28"/>
                    <a:pt x="23" y="29"/>
                    <a:pt x="23" y="29"/>
                  </a:cubicBezTo>
                  <a:cubicBezTo>
                    <a:pt x="23" y="29"/>
                    <a:pt x="23" y="30"/>
                    <a:pt x="23" y="30"/>
                  </a:cubicBezTo>
                  <a:cubicBezTo>
                    <a:pt x="21" y="30"/>
                    <a:pt x="19" y="30"/>
                    <a:pt x="17" y="30"/>
                  </a:cubicBezTo>
                  <a:cubicBezTo>
                    <a:pt x="17" y="30"/>
                    <a:pt x="16" y="30"/>
                    <a:pt x="16" y="30"/>
                  </a:cubicBezTo>
                  <a:cubicBezTo>
                    <a:pt x="16" y="30"/>
                    <a:pt x="16" y="31"/>
                    <a:pt x="16" y="31"/>
                  </a:cubicBezTo>
                  <a:cubicBezTo>
                    <a:pt x="16" y="32"/>
                    <a:pt x="16" y="33"/>
                    <a:pt x="16" y="34"/>
                  </a:cubicBezTo>
                  <a:cubicBezTo>
                    <a:pt x="16" y="34"/>
                    <a:pt x="16" y="35"/>
                    <a:pt x="16" y="35"/>
                  </a:cubicBezTo>
                  <a:cubicBezTo>
                    <a:pt x="16" y="35"/>
                    <a:pt x="15" y="36"/>
                    <a:pt x="15" y="37"/>
                  </a:cubicBezTo>
                  <a:cubicBezTo>
                    <a:pt x="15" y="36"/>
                    <a:pt x="14" y="34"/>
                    <a:pt x="14" y="33"/>
                  </a:cubicBezTo>
                  <a:cubicBezTo>
                    <a:pt x="14" y="32"/>
                    <a:pt x="14" y="31"/>
                    <a:pt x="14" y="30"/>
                  </a:cubicBezTo>
                  <a:cubicBezTo>
                    <a:pt x="14" y="30"/>
                    <a:pt x="13" y="30"/>
                    <a:pt x="13" y="30"/>
                  </a:cubicBezTo>
                  <a:cubicBezTo>
                    <a:pt x="10" y="30"/>
                    <a:pt x="6" y="30"/>
                    <a:pt x="3" y="30"/>
                  </a:cubicBezTo>
                  <a:cubicBezTo>
                    <a:pt x="3" y="30"/>
                    <a:pt x="2" y="30"/>
                    <a:pt x="2" y="30"/>
                  </a:cubicBezTo>
                  <a:cubicBezTo>
                    <a:pt x="2" y="30"/>
                    <a:pt x="2" y="30"/>
                    <a:pt x="2" y="30"/>
                  </a:cubicBezTo>
                  <a:cubicBezTo>
                    <a:pt x="2" y="33"/>
                    <a:pt x="3" y="35"/>
                    <a:pt x="3" y="37"/>
                  </a:cubicBezTo>
                  <a:cubicBezTo>
                    <a:pt x="4" y="38"/>
                    <a:pt x="4" y="38"/>
                    <a:pt x="4" y="38"/>
                  </a:cubicBezTo>
                  <a:cubicBezTo>
                    <a:pt x="5" y="38"/>
                    <a:pt x="6" y="39"/>
                    <a:pt x="7" y="40"/>
                  </a:cubicBezTo>
                  <a:cubicBezTo>
                    <a:pt x="8" y="41"/>
                    <a:pt x="8" y="42"/>
                    <a:pt x="8" y="43"/>
                  </a:cubicBezTo>
                  <a:cubicBezTo>
                    <a:pt x="7" y="44"/>
                    <a:pt x="7" y="44"/>
                    <a:pt x="7" y="44"/>
                  </a:cubicBezTo>
                  <a:cubicBezTo>
                    <a:pt x="8" y="45"/>
                    <a:pt x="8" y="45"/>
                    <a:pt x="8" y="46"/>
                  </a:cubicBezTo>
                  <a:cubicBezTo>
                    <a:pt x="9" y="45"/>
                    <a:pt x="10" y="45"/>
                    <a:pt x="11" y="44"/>
                  </a:cubicBezTo>
                  <a:cubicBezTo>
                    <a:pt x="11" y="45"/>
                    <a:pt x="11" y="46"/>
                    <a:pt x="11" y="47"/>
                  </a:cubicBezTo>
                  <a:cubicBezTo>
                    <a:pt x="11" y="47"/>
                    <a:pt x="10" y="47"/>
                    <a:pt x="10" y="47"/>
                  </a:cubicBezTo>
                  <a:cubicBezTo>
                    <a:pt x="10" y="48"/>
                    <a:pt x="11" y="48"/>
                    <a:pt x="11" y="49"/>
                  </a:cubicBezTo>
                  <a:cubicBezTo>
                    <a:pt x="12" y="49"/>
                    <a:pt x="12" y="49"/>
                    <a:pt x="12" y="50"/>
                  </a:cubicBezTo>
                  <a:cubicBezTo>
                    <a:pt x="12" y="51"/>
                    <a:pt x="13" y="52"/>
                    <a:pt x="13" y="53"/>
                  </a:cubicBezTo>
                  <a:cubicBezTo>
                    <a:pt x="12" y="52"/>
                    <a:pt x="11" y="51"/>
                    <a:pt x="10" y="51"/>
                  </a:cubicBezTo>
                  <a:cubicBezTo>
                    <a:pt x="9" y="50"/>
                    <a:pt x="8" y="49"/>
                    <a:pt x="7" y="48"/>
                  </a:cubicBezTo>
                  <a:cubicBezTo>
                    <a:pt x="7" y="47"/>
                    <a:pt x="6" y="47"/>
                    <a:pt x="5" y="46"/>
                  </a:cubicBezTo>
                  <a:cubicBezTo>
                    <a:pt x="3" y="46"/>
                    <a:pt x="1" y="46"/>
                    <a:pt x="0" y="44"/>
                  </a:cubicBezTo>
                  <a:cubicBezTo>
                    <a:pt x="0" y="42"/>
                    <a:pt x="0" y="40"/>
                    <a:pt x="2" y="39"/>
                  </a:cubicBezTo>
                  <a:cubicBezTo>
                    <a:pt x="1" y="38"/>
                    <a:pt x="1" y="38"/>
                    <a:pt x="1" y="37"/>
                  </a:cubicBezTo>
                  <a:cubicBezTo>
                    <a:pt x="0" y="34"/>
                    <a:pt x="0" y="32"/>
                    <a:pt x="0" y="29"/>
                  </a:cubicBezTo>
                  <a:cubicBezTo>
                    <a:pt x="0" y="26"/>
                    <a:pt x="0" y="23"/>
                    <a:pt x="1" y="20"/>
                  </a:cubicBezTo>
                  <a:cubicBezTo>
                    <a:pt x="2" y="17"/>
                    <a:pt x="3" y="14"/>
                    <a:pt x="5" y="12"/>
                  </a:cubicBezTo>
                  <a:cubicBezTo>
                    <a:pt x="6" y="11"/>
                    <a:pt x="7" y="10"/>
                    <a:pt x="8" y="9"/>
                  </a:cubicBezTo>
                  <a:cubicBezTo>
                    <a:pt x="10" y="7"/>
                    <a:pt x="12" y="5"/>
                    <a:pt x="14" y="4"/>
                  </a:cubicBezTo>
                  <a:cubicBezTo>
                    <a:pt x="17" y="2"/>
                    <a:pt x="21" y="1"/>
                    <a:pt x="24" y="0"/>
                  </a:cubicBezTo>
                  <a:cubicBezTo>
                    <a:pt x="25" y="0"/>
                    <a:pt x="25" y="0"/>
                    <a:pt x="26" y="0"/>
                  </a:cubicBezTo>
                  <a:cubicBezTo>
                    <a:pt x="26" y="0"/>
                    <a:pt x="26" y="0"/>
                    <a:pt x="27" y="0"/>
                  </a:cubicBezTo>
                  <a:cubicBezTo>
                    <a:pt x="28" y="0"/>
                    <a:pt x="29" y="0"/>
                    <a:pt x="30" y="0"/>
                  </a:cubicBezTo>
                  <a:close/>
                  <a:moveTo>
                    <a:pt x="14" y="27"/>
                  </a:moveTo>
                  <a:cubicBezTo>
                    <a:pt x="14" y="24"/>
                    <a:pt x="15" y="21"/>
                    <a:pt x="16" y="17"/>
                  </a:cubicBezTo>
                  <a:cubicBezTo>
                    <a:pt x="16" y="17"/>
                    <a:pt x="16" y="17"/>
                    <a:pt x="16" y="17"/>
                  </a:cubicBezTo>
                  <a:cubicBezTo>
                    <a:pt x="15" y="16"/>
                    <a:pt x="14" y="15"/>
                    <a:pt x="14" y="14"/>
                  </a:cubicBezTo>
                  <a:cubicBezTo>
                    <a:pt x="14" y="14"/>
                    <a:pt x="14" y="14"/>
                    <a:pt x="14" y="13"/>
                  </a:cubicBezTo>
                  <a:cubicBezTo>
                    <a:pt x="12" y="13"/>
                    <a:pt x="11" y="12"/>
                    <a:pt x="9" y="11"/>
                  </a:cubicBezTo>
                  <a:cubicBezTo>
                    <a:pt x="9" y="11"/>
                    <a:pt x="9" y="11"/>
                    <a:pt x="9" y="11"/>
                  </a:cubicBezTo>
                  <a:cubicBezTo>
                    <a:pt x="9" y="11"/>
                    <a:pt x="9" y="11"/>
                    <a:pt x="9" y="11"/>
                  </a:cubicBezTo>
                  <a:cubicBezTo>
                    <a:pt x="9" y="11"/>
                    <a:pt x="8" y="11"/>
                    <a:pt x="8" y="11"/>
                  </a:cubicBezTo>
                  <a:cubicBezTo>
                    <a:pt x="6" y="13"/>
                    <a:pt x="5" y="16"/>
                    <a:pt x="4" y="18"/>
                  </a:cubicBezTo>
                  <a:cubicBezTo>
                    <a:pt x="3" y="21"/>
                    <a:pt x="2" y="24"/>
                    <a:pt x="2" y="27"/>
                  </a:cubicBezTo>
                  <a:cubicBezTo>
                    <a:pt x="2" y="27"/>
                    <a:pt x="2" y="27"/>
                    <a:pt x="2" y="27"/>
                  </a:cubicBezTo>
                  <a:cubicBezTo>
                    <a:pt x="3" y="28"/>
                    <a:pt x="13" y="28"/>
                    <a:pt x="14" y="27"/>
                  </a:cubicBezTo>
                  <a:close/>
                  <a:moveTo>
                    <a:pt x="54" y="27"/>
                  </a:moveTo>
                  <a:cubicBezTo>
                    <a:pt x="55" y="26"/>
                    <a:pt x="54" y="22"/>
                    <a:pt x="53" y="19"/>
                  </a:cubicBezTo>
                  <a:cubicBezTo>
                    <a:pt x="52" y="16"/>
                    <a:pt x="50" y="13"/>
                    <a:pt x="48" y="11"/>
                  </a:cubicBezTo>
                  <a:cubicBezTo>
                    <a:pt x="46" y="12"/>
                    <a:pt x="45" y="12"/>
                    <a:pt x="44" y="13"/>
                  </a:cubicBezTo>
                  <a:cubicBezTo>
                    <a:pt x="43" y="14"/>
                    <a:pt x="41" y="14"/>
                    <a:pt x="40" y="15"/>
                  </a:cubicBezTo>
                  <a:cubicBezTo>
                    <a:pt x="40" y="15"/>
                    <a:pt x="40" y="15"/>
                    <a:pt x="40" y="15"/>
                  </a:cubicBezTo>
                  <a:cubicBezTo>
                    <a:pt x="40" y="16"/>
                    <a:pt x="41" y="17"/>
                    <a:pt x="41" y="18"/>
                  </a:cubicBezTo>
                  <a:cubicBezTo>
                    <a:pt x="42" y="21"/>
                    <a:pt x="42" y="23"/>
                    <a:pt x="43" y="26"/>
                  </a:cubicBezTo>
                  <a:cubicBezTo>
                    <a:pt x="43" y="26"/>
                    <a:pt x="43" y="27"/>
                    <a:pt x="43" y="28"/>
                  </a:cubicBezTo>
                  <a:cubicBezTo>
                    <a:pt x="44" y="28"/>
                    <a:pt x="44" y="28"/>
                    <a:pt x="45" y="28"/>
                  </a:cubicBezTo>
                  <a:cubicBezTo>
                    <a:pt x="46" y="28"/>
                    <a:pt x="46" y="27"/>
                    <a:pt x="46" y="27"/>
                  </a:cubicBezTo>
                  <a:cubicBezTo>
                    <a:pt x="47" y="25"/>
                    <a:pt x="48" y="25"/>
                    <a:pt x="50" y="25"/>
                  </a:cubicBezTo>
                  <a:cubicBezTo>
                    <a:pt x="51" y="25"/>
                    <a:pt x="52" y="25"/>
                    <a:pt x="53" y="27"/>
                  </a:cubicBezTo>
                  <a:cubicBezTo>
                    <a:pt x="53" y="27"/>
                    <a:pt x="53" y="27"/>
                    <a:pt x="53" y="27"/>
                  </a:cubicBezTo>
                  <a:cubicBezTo>
                    <a:pt x="54" y="27"/>
                    <a:pt x="54" y="27"/>
                    <a:pt x="54" y="27"/>
                  </a:cubicBezTo>
                  <a:close/>
                  <a:moveTo>
                    <a:pt x="31" y="3"/>
                  </a:moveTo>
                  <a:cubicBezTo>
                    <a:pt x="33" y="4"/>
                    <a:pt x="34" y="6"/>
                    <a:pt x="36" y="7"/>
                  </a:cubicBezTo>
                  <a:cubicBezTo>
                    <a:pt x="37" y="9"/>
                    <a:pt x="38" y="11"/>
                    <a:pt x="39" y="13"/>
                  </a:cubicBezTo>
                  <a:cubicBezTo>
                    <a:pt x="40" y="13"/>
                    <a:pt x="46" y="10"/>
                    <a:pt x="46" y="9"/>
                  </a:cubicBezTo>
                  <a:cubicBezTo>
                    <a:pt x="44" y="6"/>
                    <a:pt x="34" y="2"/>
                    <a:pt x="31" y="3"/>
                  </a:cubicBezTo>
                  <a:close/>
                  <a:moveTo>
                    <a:pt x="10" y="9"/>
                  </a:moveTo>
                  <a:cubicBezTo>
                    <a:pt x="12" y="10"/>
                    <a:pt x="13" y="11"/>
                    <a:pt x="15" y="12"/>
                  </a:cubicBezTo>
                  <a:cubicBezTo>
                    <a:pt x="16" y="10"/>
                    <a:pt x="17" y="10"/>
                    <a:pt x="19" y="10"/>
                  </a:cubicBezTo>
                  <a:cubicBezTo>
                    <a:pt x="20" y="9"/>
                    <a:pt x="21" y="7"/>
                    <a:pt x="22" y="6"/>
                  </a:cubicBezTo>
                  <a:cubicBezTo>
                    <a:pt x="23" y="5"/>
                    <a:pt x="24" y="4"/>
                    <a:pt x="25" y="2"/>
                  </a:cubicBezTo>
                  <a:cubicBezTo>
                    <a:pt x="22" y="2"/>
                    <a:pt x="13" y="6"/>
                    <a:pt x="10" y="9"/>
                  </a:cubicBezTo>
                  <a:close/>
                  <a:moveTo>
                    <a:pt x="37" y="13"/>
                  </a:moveTo>
                  <a:cubicBezTo>
                    <a:pt x="37" y="13"/>
                    <a:pt x="37" y="13"/>
                    <a:pt x="36" y="12"/>
                  </a:cubicBezTo>
                  <a:cubicBezTo>
                    <a:pt x="36" y="11"/>
                    <a:pt x="35" y="10"/>
                    <a:pt x="34" y="9"/>
                  </a:cubicBezTo>
                  <a:cubicBezTo>
                    <a:pt x="33" y="7"/>
                    <a:pt x="31" y="5"/>
                    <a:pt x="30" y="4"/>
                  </a:cubicBezTo>
                  <a:cubicBezTo>
                    <a:pt x="30" y="4"/>
                    <a:pt x="29" y="4"/>
                    <a:pt x="29" y="3"/>
                  </a:cubicBezTo>
                  <a:cubicBezTo>
                    <a:pt x="29" y="4"/>
                    <a:pt x="29" y="14"/>
                    <a:pt x="29" y="14"/>
                  </a:cubicBezTo>
                  <a:cubicBezTo>
                    <a:pt x="30" y="15"/>
                    <a:pt x="36" y="14"/>
                    <a:pt x="37" y="13"/>
                  </a:cubicBezTo>
                  <a:close/>
                  <a:moveTo>
                    <a:pt x="27" y="3"/>
                  </a:moveTo>
                  <a:cubicBezTo>
                    <a:pt x="25" y="6"/>
                    <a:pt x="22" y="8"/>
                    <a:pt x="21" y="11"/>
                  </a:cubicBezTo>
                  <a:cubicBezTo>
                    <a:pt x="21" y="11"/>
                    <a:pt x="21" y="11"/>
                    <a:pt x="21" y="11"/>
                  </a:cubicBezTo>
                  <a:cubicBezTo>
                    <a:pt x="21" y="12"/>
                    <a:pt x="22" y="13"/>
                    <a:pt x="22" y="14"/>
                  </a:cubicBezTo>
                  <a:cubicBezTo>
                    <a:pt x="22" y="14"/>
                    <a:pt x="22" y="14"/>
                    <a:pt x="22" y="14"/>
                  </a:cubicBezTo>
                  <a:cubicBezTo>
                    <a:pt x="24" y="14"/>
                    <a:pt x="25" y="14"/>
                    <a:pt x="26" y="14"/>
                  </a:cubicBezTo>
                  <a:cubicBezTo>
                    <a:pt x="26" y="15"/>
                    <a:pt x="27" y="15"/>
                    <a:pt x="27" y="14"/>
                  </a:cubicBezTo>
                  <a:cubicBezTo>
                    <a:pt x="27" y="14"/>
                    <a:pt x="27" y="4"/>
                    <a:pt x="27" y="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60" name="Freeform 1231">
              <a:extLst>
                <a:ext uri="{FF2B5EF4-FFF2-40B4-BE49-F238E27FC236}">
                  <a16:creationId xmlns="" xmlns:a16="http://schemas.microsoft.com/office/drawing/2014/main" id="{0DF39F06-B100-4807-BFF7-2B60270BC11A}"/>
                </a:ext>
              </a:extLst>
            </p:cNvPr>
            <p:cNvSpPr>
              <a:spLocks noEditPoints="1"/>
            </p:cNvSpPr>
            <p:nvPr/>
          </p:nvSpPr>
          <p:spPr bwMode="auto">
            <a:xfrm>
              <a:off x="11311118" y="370960"/>
              <a:ext cx="19066" cy="22825"/>
            </a:xfrm>
            <a:custGeom>
              <a:avLst/>
              <a:gdLst>
                <a:gd name="T0" fmla="*/ 8 w 30"/>
                <a:gd name="T1" fmla="*/ 33 h 36"/>
                <a:gd name="T2" fmla="*/ 8 w 30"/>
                <a:gd name="T3" fmla="*/ 28 h 36"/>
                <a:gd name="T4" fmla="*/ 7 w 30"/>
                <a:gd name="T5" fmla="*/ 26 h 36"/>
                <a:gd name="T6" fmla="*/ 4 w 30"/>
                <a:gd name="T7" fmla="*/ 26 h 36"/>
                <a:gd name="T8" fmla="*/ 2 w 30"/>
                <a:gd name="T9" fmla="*/ 19 h 36"/>
                <a:gd name="T10" fmla="*/ 1 w 30"/>
                <a:gd name="T11" fmla="*/ 13 h 36"/>
                <a:gd name="T12" fmla="*/ 6 w 30"/>
                <a:gd name="T13" fmla="*/ 2 h 36"/>
                <a:gd name="T14" fmla="*/ 12 w 30"/>
                <a:gd name="T15" fmla="*/ 0 h 36"/>
                <a:gd name="T16" fmla="*/ 12 w 30"/>
                <a:gd name="T17" fmla="*/ 1 h 36"/>
                <a:gd name="T18" fmla="*/ 14 w 30"/>
                <a:gd name="T19" fmla="*/ 7 h 36"/>
                <a:gd name="T20" fmla="*/ 15 w 30"/>
                <a:gd name="T21" fmla="*/ 3 h 36"/>
                <a:gd name="T22" fmla="*/ 16 w 30"/>
                <a:gd name="T23" fmla="*/ 3 h 36"/>
                <a:gd name="T24" fmla="*/ 16 w 30"/>
                <a:gd name="T25" fmla="*/ 7 h 36"/>
                <a:gd name="T26" fmla="*/ 17 w 30"/>
                <a:gd name="T27" fmla="*/ 6 h 36"/>
                <a:gd name="T28" fmla="*/ 18 w 30"/>
                <a:gd name="T29" fmla="*/ 0 h 36"/>
                <a:gd name="T30" fmla="*/ 19 w 30"/>
                <a:gd name="T31" fmla="*/ 0 h 36"/>
                <a:gd name="T32" fmla="*/ 24 w 30"/>
                <a:gd name="T33" fmla="*/ 2 h 36"/>
                <a:gd name="T34" fmla="*/ 30 w 30"/>
                <a:gd name="T35" fmla="*/ 13 h 36"/>
                <a:gd name="T36" fmla="*/ 28 w 30"/>
                <a:gd name="T37" fmla="*/ 20 h 36"/>
                <a:gd name="T38" fmla="*/ 25 w 30"/>
                <a:gd name="T39" fmla="*/ 27 h 36"/>
                <a:gd name="T40" fmla="*/ 23 w 30"/>
                <a:gd name="T41" fmla="*/ 28 h 36"/>
                <a:gd name="T42" fmla="*/ 22 w 30"/>
                <a:gd name="T43" fmla="*/ 36 h 36"/>
                <a:gd name="T44" fmla="*/ 16 w 30"/>
                <a:gd name="T45" fmla="*/ 30 h 36"/>
                <a:gd name="T46" fmla="*/ 16 w 30"/>
                <a:gd name="T47" fmla="*/ 29 h 36"/>
                <a:gd name="T48" fmla="*/ 15 w 30"/>
                <a:gd name="T49" fmla="*/ 29 h 36"/>
                <a:gd name="T50" fmla="*/ 14 w 30"/>
                <a:gd name="T51" fmla="*/ 36 h 36"/>
                <a:gd name="T52" fmla="*/ 7 w 30"/>
                <a:gd name="T53" fmla="*/ 23 h 36"/>
                <a:gd name="T54" fmla="*/ 7 w 30"/>
                <a:gd name="T55" fmla="*/ 20 h 36"/>
                <a:gd name="T56" fmla="*/ 8 w 30"/>
                <a:gd name="T57" fmla="*/ 11 h 36"/>
                <a:gd name="T58" fmla="*/ 7 w 30"/>
                <a:gd name="T59" fmla="*/ 10 h 36"/>
                <a:gd name="T60" fmla="*/ 5 w 30"/>
                <a:gd name="T61" fmla="*/ 15 h 36"/>
                <a:gd name="T62" fmla="*/ 23 w 30"/>
                <a:gd name="T63" fmla="*/ 10 h 36"/>
                <a:gd name="T64" fmla="*/ 23 w 30"/>
                <a:gd name="T65" fmla="*/ 11 h 36"/>
                <a:gd name="T66" fmla="*/ 23 w 30"/>
                <a:gd name="T67" fmla="*/ 22 h 36"/>
                <a:gd name="T68" fmla="*/ 24 w 30"/>
                <a:gd name="T69" fmla="*/ 20 h 36"/>
                <a:gd name="T70" fmla="*/ 25 w 30"/>
                <a:gd name="T71" fmla="*/ 14 h 36"/>
                <a:gd name="T72" fmla="*/ 23 w 30"/>
                <a:gd name="T73" fmla="*/ 1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 h="36">
                  <a:moveTo>
                    <a:pt x="9" y="36"/>
                  </a:moveTo>
                  <a:cubicBezTo>
                    <a:pt x="9" y="35"/>
                    <a:pt x="8" y="34"/>
                    <a:pt x="8" y="33"/>
                  </a:cubicBezTo>
                  <a:cubicBezTo>
                    <a:pt x="8" y="32"/>
                    <a:pt x="8" y="31"/>
                    <a:pt x="8" y="30"/>
                  </a:cubicBezTo>
                  <a:cubicBezTo>
                    <a:pt x="8" y="29"/>
                    <a:pt x="8" y="29"/>
                    <a:pt x="8" y="28"/>
                  </a:cubicBezTo>
                  <a:cubicBezTo>
                    <a:pt x="8" y="28"/>
                    <a:pt x="8" y="28"/>
                    <a:pt x="7" y="28"/>
                  </a:cubicBezTo>
                  <a:cubicBezTo>
                    <a:pt x="7" y="27"/>
                    <a:pt x="7" y="27"/>
                    <a:pt x="7" y="26"/>
                  </a:cubicBezTo>
                  <a:cubicBezTo>
                    <a:pt x="7" y="26"/>
                    <a:pt x="7" y="26"/>
                    <a:pt x="7" y="26"/>
                  </a:cubicBezTo>
                  <a:cubicBezTo>
                    <a:pt x="6" y="27"/>
                    <a:pt x="4" y="27"/>
                    <a:pt x="4" y="26"/>
                  </a:cubicBezTo>
                  <a:cubicBezTo>
                    <a:pt x="4" y="25"/>
                    <a:pt x="3" y="24"/>
                    <a:pt x="3" y="23"/>
                  </a:cubicBezTo>
                  <a:cubicBezTo>
                    <a:pt x="3" y="22"/>
                    <a:pt x="2" y="21"/>
                    <a:pt x="2" y="19"/>
                  </a:cubicBezTo>
                  <a:cubicBezTo>
                    <a:pt x="1" y="18"/>
                    <a:pt x="1" y="16"/>
                    <a:pt x="1" y="15"/>
                  </a:cubicBezTo>
                  <a:cubicBezTo>
                    <a:pt x="0" y="14"/>
                    <a:pt x="1" y="13"/>
                    <a:pt x="1" y="13"/>
                  </a:cubicBezTo>
                  <a:cubicBezTo>
                    <a:pt x="2" y="9"/>
                    <a:pt x="4" y="6"/>
                    <a:pt x="6" y="3"/>
                  </a:cubicBezTo>
                  <a:cubicBezTo>
                    <a:pt x="6" y="2"/>
                    <a:pt x="6" y="2"/>
                    <a:pt x="6" y="2"/>
                  </a:cubicBezTo>
                  <a:cubicBezTo>
                    <a:pt x="7" y="2"/>
                    <a:pt x="7" y="2"/>
                    <a:pt x="7" y="2"/>
                  </a:cubicBezTo>
                  <a:cubicBezTo>
                    <a:pt x="9" y="1"/>
                    <a:pt x="10" y="0"/>
                    <a:pt x="12" y="0"/>
                  </a:cubicBezTo>
                  <a:cubicBezTo>
                    <a:pt x="12" y="0"/>
                    <a:pt x="12" y="0"/>
                    <a:pt x="12" y="0"/>
                  </a:cubicBezTo>
                  <a:cubicBezTo>
                    <a:pt x="12" y="0"/>
                    <a:pt x="12" y="0"/>
                    <a:pt x="12" y="1"/>
                  </a:cubicBezTo>
                  <a:cubicBezTo>
                    <a:pt x="13" y="2"/>
                    <a:pt x="13" y="4"/>
                    <a:pt x="14" y="6"/>
                  </a:cubicBezTo>
                  <a:cubicBezTo>
                    <a:pt x="14" y="6"/>
                    <a:pt x="14" y="7"/>
                    <a:pt x="14" y="7"/>
                  </a:cubicBezTo>
                  <a:cubicBezTo>
                    <a:pt x="14" y="7"/>
                    <a:pt x="14" y="7"/>
                    <a:pt x="14" y="7"/>
                  </a:cubicBezTo>
                  <a:cubicBezTo>
                    <a:pt x="14" y="5"/>
                    <a:pt x="15" y="4"/>
                    <a:pt x="15" y="3"/>
                  </a:cubicBezTo>
                  <a:cubicBezTo>
                    <a:pt x="15" y="3"/>
                    <a:pt x="15" y="2"/>
                    <a:pt x="15" y="2"/>
                  </a:cubicBezTo>
                  <a:cubicBezTo>
                    <a:pt x="16" y="2"/>
                    <a:pt x="16" y="3"/>
                    <a:pt x="16" y="3"/>
                  </a:cubicBezTo>
                  <a:cubicBezTo>
                    <a:pt x="16" y="4"/>
                    <a:pt x="16" y="5"/>
                    <a:pt x="16" y="6"/>
                  </a:cubicBezTo>
                  <a:cubicBezTo>
                    <a:pt x="16" y="7"/>
                    <a:pt x="16" y="7"/>
                    <a:pt x="16" y="7"/>
                  </a:cubicBezTo>
                  <a:cubicBezTo>
                    <a:pt x="16" y="7"/>
                    <a:pt x="16" y="7"/>
                    <a:pt x="16" y="7"/>
                  </a:cubicBezTo>
                  <a:cubicBezTo>
                    <a:pt x="17" y="7"/>
                    <a:pt x="17" y="7"/>
                    <a:pt x="17" y="6"/>
                  </a:cubicBezTo>
                  <a:cubicBezTo>
                    <a:pt x="17" y="5"/>
                    <a:pt x="17" y="4"/>
                    <a:pt x="18" y="3"/>
                  </a:cubicBezTo>
                  <a:cubicBezTo>
                    <a:pt x="18" y="2"/>
                    <a:pt x="18" y="1"/>
                    <a:pt x="18" y="0"/>
                  </a:cubicBezTo>
                  <a:cubicBezTo>
                    <a:pt x="18" y="0"/>
                    <a:pt x="18" y="0"/>
                    <a:pt x="18" y="0"/>
                  </a:cubicBezTo>
                  <a:cubicBezTo>
                    <a:pt x="19" y="0"/>
                    <a:pt x="19" y="0"/>
                    <a:pt x="19" y="0"/>
                  </a:cubicBezTo>
                  <a:cubicBezTo>
                    <a:pt x="21" y="1"/>
                    <a:pt x="22" y="1"/>
                    <a:pt x="23" y="1"/>
                  </a:cubicBezTo>
                  <a:cubicBezTo>
                    <a:pt x="24" y="2"/>
                    <a:pt x="24" y="2"/>
                    <a:pt x="24" y="2"/>
                  </a:cubicBezTo>
                  <a:cubicBezTo>
                    <a:pt x="25" y="3"/>
                    <a:pt x="25" y="4"/>
                    <a:pt x="26" y="5"/>
                  </a:cubicBezTo>
                  <a:cubicBezTo>
                    <a:pt x="27" y="7"/>
                    <a:pt x="29" y="10"/>
                    <a:pt x="30" y="13"/>
                  </a:cubicBezTo>
                  <a:cubicBezTo>
                    <a:pt x="30" y="13"/>
                    <a:pt x="30" y="14"/>
                    <a:pt x="30" y="15"/>
                  </a:cubicBezTo>
                  <a:cubicBezTo>
                    <a:pt x="29" y="17"/>
                    <a:pt x="29" y="18"/>
                    <a:pt x="28" y="20"/>
                  </a:cubicBezTo>
                  <a:cubicBezTo>
                    <a:pt x="28" y="22"/>
                    <a:pt x="27" y="24"/>
                    <a:pt x="27" y="25"/>
                  </a:cubicBezTo>
                  <a:cubicBezTo>
                    <a:pt x="26" y="26"/>
                    <a:pt x="26" y="27"/>
                    <a:pt x="25" y="27"/>
                  </a:cubicBezTo>
                  <a:cubicBezTo>
                    <a:pt x="24" y="27"/>
                    <a:pt x="24" y="26"/>
                    <a:pt x="23" y="26"/>
                  </a:cubicBezTo>
                  <a:cubicBezTo>
                    <a:pt x="23" y="27"/>
                    <a:pt x="23" y="27"/>
                    <a:pt x="23" y="28"/>
                  </a:cubicBezTo>
                  <a:cubicBezTo>
                    <a:pt x="23" y="28"/>
                    <a:pt x="23" y="28"/>
                    <a:pt x="23" y="28"/>
                  </a:cubicBezTo>
                  <a:cubicBezTo>
                    <a:pt x="22" y="31"/>
                    <a:pt x="22" y="33"/>
                    <a:pt x="22" y="36"/>
                  </a:cubicBezTo>
                  <a:cubicBezTo>
                    <a:pt x="20" y="36"/>
                    <a:pt x="18" y="36"/>
                    <a:pt x="16" y="36"/>
                  </a:cubicBezTo>
                  <a:cubicBezTo>
                    <a:pt x="16" y="34"/>
                    <a:pt x="16" y="32"/>
                    <a:pt x="16" y="30"/>
                  </a:cubicBezTo>
                  <a:cubicBezTo>
                    <a:pt x="16" y="30"/>
                    <a:pt x="16" y="29"/>
                    <a:pt x="16" y="29"/>
                  </a:cubicBezTo>
                  <a:cubicBezTo>
                    <a:pt x="16" y="29"/>
                    <a:pt x="16" y="29"/>
                    <a:pt x="16" y="29"/>
                  </a:cubicBezTo>
                  <a:cubicBezTo>
                    <a:pt x="16" y="28"/>
                    <a:pt x="16" y="28"/>
                    <a:pt x="15" y="28"/>
                  </a:cubicBezTo>
                  <a:cubicBezTo>
                    <a:pt x="15" y="28"/>
                    <a:pt x="15" y="28"/>
                    <a:pt x="15" y="29"/>
                  </a:cubicBezTo>
                  <a:cubicBezTo>
                    <a:pt x="15" y="29"/>
                    <a:pt x="15" y="29"/>
                    <a:pt x="15" y="29"/>
                  </a:cubicBezTo>
                  <a:cubicBezTo>
                    <a:pt x="15" y="31"/>
                    <a:pt x="15" y="34"/>
                    <a:pt x="14" y="36"/>
                  </a:cubicBezTo>
                  <a:cubicBezTo>
                    <a:pt x="13" y="36"/>
                    <a:pt x="11" y="36"/>
                    <a:pt x="9" y="36"/>
                  </a:cubicBezTo>
                  <a:close/>
                  <a:moveTo>
                    <a:pt x="7" y="23"/>
                  </a:moveTo>
                  <a:cubicBezTo>
                    <a:pt x="7" y="23"/>
                    <a:pt x="7" y="23"/>
                    <a:pt x="7" y="23"/>
                  </a:cubicBezTo>
                  <a:cubicBezTo>
                    <a:pt x="7" y="22"/>
                    <a:pt x="7" y="21"/>
                    <a:pt x="7" y="20"/>
                  </a:cubicBezTo>
                  <a:cubicBezTo>
                    <a:pt x="7" y="19"/>
                    <a:pt x="7" y="18"/>
                    <a:pt x="7" y="17"/>
                  </a:cubicBezTo>
                  <a:cubicBezTo>
                    <a:pt x="7" y="15"/>
                    <a:pt x="8" y="13"/>
                    <a:pt x="8" y="11"/>
                  </a:cubicBezTo>
                  <a:cubicBezTo>
                    <a:pt x="8" y="11"/>
                    <a:pt x="8" y="10"/>
                    <a:pt x="8" y="10"/>
                  </a:cubicBezTo>
                  <a:cubicBezTo>
                    <a:pt x="7" y="10"/>
                    <a:pt x="7" y="10"/>
                    <a:pt x="7" y="10"/>
                  </a:cubicBezTo>
                  <a:cubicBezTo>
                    <a:pt x="7" y="12"/>
                    <a:pt x="6" y="13"/>
                    <a:pt x="5" y="14"/>
                  </a:cubicBezTo>
                  <a:cubicBezTo>
                    <a:pt x="5" y="15"/>
                    <a:pt x="5" y="15"/>
                    <a:pt x="5" y="15"/>
                  </a:cubicBezTo>
                  <a:cubicBezTo>
                    <a:pt x="6" y="18"/>
                    <a:pt x="6" y="21"/>
                    <a:pt x="7" y="23"/>
                  </a:cubicBezTo>
                  <a:close/>
                  <a:moveTo>
                    <a:pt x="23" y="10"/>
                  </a:moveTo>
                  <a:cubicBezTo>
                    <a:pt x="23" y="10"/>
                    <a:pt x="23" y="10"/>
                    <a:pt x="23" y="10"/>
                  </a:cubicBezTo>
                  <a:cubicBezTo>
                    <a:pt x="23" y="10"/>
                    <a:pt x="23" y="11"/>
                    <a:pt x="23" y="11"/>
                  </a:cubicBezTo>
                  <a:cubicBezTo>
                    <a:pt x="23" y="13"/>
                    <a:pt x="23" y="15"/>
                    <a:pt x="23" y="18"/>
                  </a:cubicBezTo>
                  <a:cubicBezTo>
                    <a:pt x="23" y="19"/>
                    <a:pt x="23" y="21"/>
                    <a:pt x="23" y="22"/>
                  </a:cubicBezTo>
                  <a:cubicBezTo>
                    <a:pt x="23" y="23"/>
                    <a:pt x="23" y="23"/>
                    <a:pt x="23" y="23"/>
                  </a:cubicBezTo>
                  <a:cubicBezTo>
                    <a:pt x="24" y="22"/>
                    <a:pt x="24" y="21"/>
                    <a:pt x="24" y="20"/>
                  </a:cubicBezTo>
                  <a:cubicBezTo>
                    <a:pt x="25" y="19"/>
                    <a:pt x="25" y="17"/>
                    <a:pt x="25" y="16"/>
                  </a:cubicBezTo>
                  <a:cubicBezTo>
                    <a:pt x="26" y="15"/>
                    <a:pt x="25" y="14"/>
                    <a:pt x="25" y="14"/>
                  </a:cubicBezTo>
                  <a:cubicBezTo>
                    <a:pt x="25" y="13"/>
                    <a:pt x="24" y="12"/>
                    <a:pt x="24" y="11"/>
                  </a:cubicBezTo>
                  <a:cubicBezTo>
                    <a:pt x="23" y="11"/>
                    <a:pt x="23" y="10"/>
                    <a:pt x="23"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61" name="Freeform 1232">
              <a:extLst>
                <a:ext uri="{FF2B5EF4-FFF2-40B4-BE49-F238E27FC236}">
                  <a16:creationId xmlns="" xmlns:a16="http://schemas.microsoft.com/office/drawing/2014/main" id="{EE7ACEE3-75B5-484F-8D04-313658528CFB}"/>
                </a:ext>
              </a:extLst>
            </p:cNvPr>
            <p:cNvSpPr>
              <a:spLocks/>
            </p:cNvSpPr>
            <p:nvPr/>
          </p:nvSpPr>
          <p:spPr bwMode="auto">
            <a:xfrm>
              <a:off x="11318100" y="362098"/>
              <a:ext cx="5908" cy="8325"/>
            </a:xfrm>
            <a:custGeom>
              <a:avLst/>
              <a:gdLst>
                <a:gd name="T0" fmla="*/ 9 w 9"/>
                <a:gd name="T1" fmla="*/ 6 h 13"/>
                <a:gd name="T2" fmla="*/ 6 w 9"/>
                <a:gd name="T3" fmla="*/ 11 h 13"/>
                <a:gd name="T4" fmla="*/ 2 w 9"/>
                <a:gd name="T5" fmla="*/ 11 h 13"/>
                <a:gd name="T6" fmla="*/ 0 w 9"/>
                <a:gd name="T7" fmla="*/ 7 h 13"/>
                <a:gd name="T8" fmla="*/ 0 w 9"/>
                <a:gd name="T9" fmla="*/ 4 h 13"/>
                <a:gd name="T10" fmla="*/ 7 w 9"/>
                <a:gd name="T11" fmla="*/ 2 h 13"/>
                <a:gd name="T12" fmla="*/ 9 w 9"/>
                <a:gd name="T13" fmla="*/ 6 h 13"/>
              </a:gdLst>
              <a:ahLst/>
              <a:cxnLst>
                <a:cxn ang="0">
                  <a:pos x="T0" y="T1"/>
                </a:cxn>
                <a:cxn ang="0">
                  <a:pos x="T2" y="T3"/>
                </a:cxn>
                <a:cxn ang="0">
                  <a:pos x="T4" y="T5"/>
                </a:cxn>
                <a:cxn ang="0">
                  <a:pos x="T6" y="T7"/>
                </a:cxn>
                <a:cxn ang="0">
                  <a:pos x="T8" y="T9"/>
                </a:cxn>
                <a:cxn ang="0">
                  <a:pos x="T10" y="T11"/>
                </a:cxn>
                <a:cxn ang="0">
                  <a:pos x="T12" y="T13"/>
                </a:cxn>
              </a:cxnLst>
              <a:rect l="0" t="0" r="r" b="b"/>
              <a:pathLst>
                <a:path w="9" h="13">
                  <a:moveTo>
                    <a:pt x="9" y="6"/>
                  </a:moveTo>
                  <a:cubicBezTo>
                    <a:pt x="8" y="8"/>
                    <a:pt x="8" y="10"/>
                    <a:pt x="6" y="11"/>
                  </a:cubicBezTo>
                  <a:cubicBezTo>
                    <a:pt x="5" y="13"/>
                    <a:pt x="3" y="13"/>
                    <a:pt x="2" y="11"/>
                  </a:cubicBezTo>
                  <a:cubicBezTo>
                    <a:pt x="1" y="10"/>
                    <a:pt x="0" y="8"/>
                    <a:pt x="0" y="7"/>
                  </a:cubicBezTo>
                  <a:cubicBezTo>
                    <a:pt x="0" y="6"/>
                    <a:pt x="0" y="5"/>
                    <a:pt x="0" y="4"/>
                  </a:cubicBezTo>
                  <a:cubicBezTo>
                    <a:pt x="2" y="1"/>
                    <a:pt x="5" y="0"/>
                    <a:pt x="7" y="2"/>
                  </a:cubicBezTo>
                  <a:cubicBezTo>
                    <a:pt x="8" y="3"/>
                    <a:pt x="9" y="4"/>
                    <a:pt x="9"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362" name="Group 361">
              <a:extLst>
                <a:ext uri="{FF2B5EF4-FFF2-40B4-BE49-F238E27FC236}">
                  <a16:creationId xmlns="" xmlns:a16="http://schemas.microsoft.com/office/drawing/2014/main" id="{69CFC336-4E29-4B5B-B786-0F77136B0357}"/>
                </a:ext>
              </a:extLst>
            </p:cNvPr>
            <p:cNvGrpSpPr/>
            <p:nvPr/>
          </p:nvGrpSpPr>
          <p:grpSpPr>
            <a:xfrm>
              <a:off x="11258486" y="966561"/>
              <a:ext cx="59077" cy="69818"/>
              <a:chOff x="4633066" y="5629171"/>
              <a:chExt cx="349250" cy="412750"/>
            </a:xfrm>
          </p:grpSpPr>
          <p:sp>
            <p:nvSpPr>
              <p:cNvPr id="572" name="Freeform 1233">
                <a:extLst>
                  <a:ext uri="{FF2B5EF4-FFF2-40B4-BE49-F238E27FC236}">
                    <a16:creationId xmlns="" xmlns:a16="http://schemas.microsoft.com/office/drawing/2014/main" id="{D668E671-95DB-4489-A064-CB83FC340EEF}"/>
                  </a:ext>
                </a:extLst>
              </p:cNvPr>
              <p:cNvSpPr>
                <a:spLocks noEditPoints="1"/>
              </p:cNvSpPr>
              <p:nvPr/>
            </p:nvSpPr>
            <p:spPr bwMode="auto">
              <a:xfrm>
                <a:off x="4633066" y="5629171"/>
                <a:ext cx="349250" cy="319088"/>
              </a:xfrm>
              <a:custGeom>
                <a:avLst/>
                <a:gdLst>
                  <a:gd name="T0" fmla="*/ 65 w 93"/>
                  <a:gd name="T1" fmla="*/ 4 h 85"/>
                  <a:gd name="T2" fmla="*/ 92 w 93"/>
                  <a:gd name="T3" fmla="*/ 40 h 85"/>
                  <a:gd name="T4" fmla="*/ 86 w 93"/>
                  <a:gd name="T5" fmla="*/ 70 h 85"/>
                  <a:gd name="T6" fmla="*/ 72 w 93"/>
                  <a:gd name="T7" fmla="*/ 85 h 85"/>
                  <a:gd name="T8" fmla="*/ 73 w 93"/>
                  <a:gd name="T9" fmla="*/ 80 h 85"/>
                  <a:gd name="T10" fmla="*/ 75 w 93"/>
                  <a:gd name="T11" fmla="*/ 76 h 85"/>
                  <a:gd name="T12" fmla="*/ 78 w 93"/>
                  <a:gd name="T13" fmla="*/ 75 h 85"/>
                  <a:gd name="T14" fmla="*/ 87 w 93"/>
                  <a:gd name="T15" fmla="*/ 48 h 85"/>
                  <a:gd name="T16" fmla="*/ 75 w 93"/>
                  <a:gd name="T17" fmla="*/ 49 h 85"/>
                  <a:gd name="T18" fmla="*/ 70 w 93"/>
                  <a:gd name="T19" fmla="*/ 48 h 85"/>
                  <a:gd name="T20" fmla="*/ 66 w 93"/>
                  <a:gd name="T21" fmla="*/ 55 h 85"/>
                  <a:gd name="T22" fmla="*/ 65 w 93"/>
                  <a:gd name="T23" fmla="*/ 48 h 85"/>
                  <a:gd name="T24" fmla="*/ 56 w 93"/>
                  <a:gd name="T25" fmla="*/ 45 h 85"/>
                  <a:gd name="T26" fmla="*/ 66 w 93"/>
                  <a:gd name="T27" fmla="*/ 45 h 85"/>
                  <a:gd name="T28" fmla="*/ 62 w 93"/>
                  <a:gd name="T29" fmla="*/ 26 h 85"/>
                  <a:gd name="T30" fmla="*/ 49 w 93"/>
                  <a:gd name="T31" fmla="*/ 27 h 85"/>
                  <a:gd name="T32" fmla="*/ 43 w 93"/>
                  <a:gd name="T33" fmla="*/ 27 h 85"/>
                  <a:gd name="T34" fmla="*/ 29 w 93"/>
                  <a:gd name="T35" fmla="*/ 29 h 85"/>
                  <a:gd name="T36" fmla="*/ 36 w 93"/>
                  <a:gd name="T37" fmla="*/ 45 h 85"/>
                  <a:gd name="T38" fmla="*/ 37 w 93"/>
                  <a:gd name="T39" fmla="*/ 48 h 85"/>
                  <a:gd name="T40" fmla="*/ 27 w 93"/>
                  <a:gd name="T41" fmla="*/ 51 h 85"/>
                  <a:gd name="T42" fmla="*/ 25 w 93"/>
                  <a:gd name="T43" fmla="*/ 60 h 85"/>
                  <a:gd name="T44" fmla="*/ 22 w 93"/>
                  <a:gd name="T45" fmla="*/ 48 h 85"/>
                  <a:gd name="T46" fmla="*/ 4 w 93"/>
                  <a:gd name="T47" fmla="*/ 49 h 85"/>
                  <a:gd name="T48" fmla="*/ 12 w 93"/>
                  <a:gd name="T49" fmla="*/ 64 h 85"/>
                  <a:gd name="T50" fmla="*/ 15 w 93"/>
                  <a:gd name="T51" fmla="*/ 75 h 85"/>
                  <a:gd name="T52" fmla="*/ 17 w 93"/>
                  <a:gd name="T53" fmla="*/ 77 h 85"/>
                  <a:gd name="T54" fmla="*/ 21 w 93"/>
                  <a:gd name="T55" fmla="*/ 85 h 85"/>
                  <a:gd name="T56" fmla="*/ 9 w 93"/>
                  <a:gd name="T57" fmla="*/ 74 h 85"/>
                  <a:gd name="T58" fmla="*/ 2 w 93"/>
                  <a:gd name="T59" fmla="*/ 60 h 85"/>
                  <a:gd name="T60" fmla="*/ 9 w 93"/>
                  <a:gd name="T61" fmla="*/ 20 h 85"/>
                  <a:gd name="T62" fmla="*/ 40 w 93"/>
                  <a:gd name="T63" fmla="*/ 1 h 85"/>
                  <a:gd name="T64" fmla="*/ 49 w 93"/>
                  <a:gd name="T65" fmla="*/ 0 h 85"/>
                  <a:gd name="T66" fmla="*/ 26 w 93"/>
                  <a:gd name="T67" fmla="*/ 28 h 85"/>
                  <a:gd name="T68" fmla="*/ 16 w 93"/>
                  <a:gd name="T69" fmla="*/ 18 h 85"/>
                  <a:gd name="T70" fmla="*/ 14 w 93"/>
                  <a:gd name="T71" fmla="*/ 19 h 85"/>
                  <a:gd name="T72" fmla="*/ 4 w 93"/>
                  <a:gd name="T73" fmla="*/ 45 h 85"/>
                  <a:gd name="T74" fmla="*/ 86 w 93"/>
                  <a:gd name="T75" fmla="*/ 31 h 85"/>
                  <a:gd name="T76" fmla="*/ 65 w 93"/>
                  <a:gd name="T77" fmla="*/ 24 h 85"/>
                  <a:gd name="T78" fmla="*/ 69 w 93"/>
                  <a:gd name="T79" fmla="*/ 42 h 85"/>
                  <a:gd name="T80" fmla="*/ 75 w 93"/>
                  <a:gd name="T81" fmla="*/ 44 h 85"/>
                  <a:gd name="T82" fmla="*/ 87 w 93"/>
                  <a:gd name="T83" fmla="*/ 45 h 85"/>
                  <a:gd name="T84" fmla="*/ 58 w 93"/>
                  <a:gd name="T85" fmla="*/ 12 h 85"/>
                  <a:gd name="T86" fmla="*/ 51 w 93"/>
                  <a:gd name="T87" fmla="*/ 5 h 85"/>
                  <a:gd name="T88" fmla="*/ 31 w 93"/>
                  <a:gd name="T89" fmla="*/ 17 h 85"/>
                  <a:gd name="T90" fmla="*/ 17 w 93"/>
                  <a:gd name="T91" fmla="*/ 16 h 85"/>
                  <a:gd name="T92" fmla="*/ 56 w 93"/>
                  <a:gd name="T93" fmla="*/ 14 h 85"/>
                  <a:gd name="T94" fmla="*/ 48 w 93"/>
                  <a:gd name="T95" fmla="*/ 24 h 85"/>
                  <a:gd name="T96" fmla="*/ 34 w 93"/>
                  <a:gd name="T97" fmla="*/ 18 h 85"/>
                  <a:gd name="T98" fmla="*/ 37 w 93"/>
                  <a:gd name="T99" fmla="*/ 23 h 85"/>
                  <a:gd name="T100" fmla="*/ 45 w 93"/>
                  <a:gd name="T101" fmla="*/ 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3" h="85">
                    <a:moveTo>
                      <a:pt x="49" y="0"/>
                    </a:moveTo>
                    <a:cubicBezTo>
                      <a:pt x="50" y="0"/>
                      <a:pt x="51" y="1"/>
                      <a:pt x="52" y="1"/>
                    </a:cubicBezTo>
                    <a:cubicBezTo>
                      <a:pt x="57" y="1"/>
                      <a:pt x="61" y="2"/>
                      <a:pt x="65" y="4"/>
                    </a:cubicBezTo>
                    <a:cubicBezTo>
                      <a:pt x="69" y="6"/>
                      <a:pt x="73" y="8"/>
                      <a:pt x="76" y="11"/>
                    </a:cubicBezTo>
                    <a:cubicBezTo>
                      <a:pt x="81" y="15"/>
                      <a:pt x="85" y="20"/>
                      <a:pt x="87" y="25"/>
                    </a:cubicBezTo>
                    <a:cubicBezTo>
                      <a:pt x="90" y="30"/>
                      <a:pt x="91" y="35"/>
                      <a:pt x="92" y="40"/>
                    </a:cubicBezTo>
                    <a:cubicBezTo>
                      <a:pt x="92" y="42"/>
                      <a:pt x="92" y="43"/>
                      <a:pt x="93" y="45"/>
                    </a:cubicBezTo>
                    <a:cubicBezTo>
                      <a:pt x="93" y="48"/>
                      <a:pt x="92" y="51"/>
                      <a:pt x="92" y="54"/>
                    </a:cubicBezTo>
                    <a:cubicBezTo>
                      <a:pt x="91" y="60"/>
                      <a:pt x="89" y="65"/>
                      <a:pt x="86" y="70"/>
                    </a:cubicBezTo>
                    <a:cubicBezTo>
                      <a:pt x="84" y="73"/>
                      <a:pt x="82" y="75"/>
                      <a:pt x="80" y="78"/>
                    </a:cubicBezTo>
                    <a:cubicBezTo>
                      <a:pt x="78" y="80"/>
                      <a:pt x="75" y="83"/>
                      <a:pt x="72" y="85"/>
                    </a:cubicBezTo>
                    <a:cubicBezTo>
                      <a:pt x="72" y="85"/>
                      <a:pt x="72" y="85"/>
                      <a:pt x="72" y="85"/>
                    </a:cubicBezTo>
                    <a:cubicBezTo>
                      <a:pt x="72" y="85"/>
                      <a:pt x="72" y="85"/>
                      <a:pt x="71" y="85"/>
                    </a:cubicBezTo>
                    <a:cubicBezTo>
                      <a:pt x="71" y="85"/>
                      <a:pt x="71" y="84"/>
                      <a:pt x="72" y="84"/>
                    </a:cubicBezTo>
                    <a:cubicBezTo>
                      <a:pt x="72" y="83"/>
                      <a:pt x="72" y="82"/>
                      <a:pt x="73" y="80"/>
                    </a:cubicBezTo>
                    <a:cubicBezTo>
                      <a:pt x="73" y="80"/>
                      <a:pt x="73" y="79"/>
                      <a:pt x="74" y="79"/>
                    </a:cubicBezTo>
                    <a:cubicBezTo>
                      <a:pt x="75" y="78"/>
                      <a:pt x="75" y="78"/>
                      <a:pt x="76" y="77"/>
                    </a:cubicBezTo>
                    <a:cubicBezTo>
                      <a:pt x="75" y="77"/>
                      <a:pt x="75" y="76"/>
                      <a:pt x="75" y="76"/>
                    </a:cubicBezTo>
                    <a:cubicBezTo>
                      <a:pt x="74" y="76"/>
                      <a:pt x="74" y="75"/>
                      <a:pt x="74" y="75"/>
                    </a:cubicBezTo>
                    <a:cubicBezTo>
                      <a:pt x="74" y="74"/>
                      <a:pt x="74" y="73"/>
                      <a:pt x="74" y="72"/>
                    </a:cubicBezTo>
                    <a:cubicBezTo>
                      <a:pt x="75" y="73"/>
                      <a:pt x="77" y="74"/>
                      <a:pt x="78" y="75"/>
                    </a:cubicBezTo>
                    <a:cubicBezTo>
                      <a:pt x="82" y="70"/>
                      <a:pt x="85" y="65"/>
                      <a:pt x="87" y="59"/>
                    </a:cubicBezTo>
                    <a:cubicBezTo>
                      <a:pt x="88" y="55"/>
                      <a:pt x="89" y="50"/>
                      <a:pt x="89" y="48"/>
                    </a:cubicBezTo>
                    <a:cubicBezTo>
                      <a:pt x="88" y="48"/>
                      <a:pt x="88" y="48"/>
                      <a:pt x="87" y="48"/>
                    </a:cubicBezTo>
                    <a:cubicBezTo>
                      <a:pt x="87" y="49"/>
                      <a:pt x="87" y="49"/>
                      <a:pt x="86" y="49"/>
                    </a:cubicBezTo>
                    <a:cubicBezTo>
                      <a:pt x="85" y="52"/>
                      <a:pt x="83" y="53"/>
                      <a:pt x="81" y="53"/>
                    </a:cubicBezTo>
                    <a:cubicBezTo>
                      <a:pt x="78" y="53"/>
                      <a:pt x="76" y="51"/>
                      <a:pt x="75" y="49"/>
                    </a:cubicBezTo>
                    <a:cubicBezTo>
                      <a:pt x="75" y="48"/>
                      <a:pt x="74" y="48"/>
                      <a:pt x="73" y="48"/>
                    </a:cubicBezTo>
                    <a:cubicBezTo>
                      <a:pt x="72" y="48"/>
                      <a:pt x="72" y="48"/>
                      <a:pt x="71" y="48"/>
                    </a:cubicBezTo>
                    <a:cubicBezTo>
                      <a:pt x="71" y="48"/>
                      <a:pt x="70" y="48"/>
                      <a:pt x="70" y="48"/>
                    </a:cubicBezTo>
                    <a:cubicBezTo>
                      <a:pt x="69" y="52"/>
                      <a:pt x="69" y="56"/>
                      <a:pt x="68" y="60"/>
                    </a:cubicBezTo>
                    <a:cubicBezTo>
                      <a:pt x="67" y="58"/>
                      <a:pt x="66" y="57"/>
                      <a:pt x="66" y="56"/>
                    </a:cubicBezTo>
                    <a:cubicBezTo>
                      <a:pt x="66" y="56"/>
                      <a:pt x="66" y="55"/>
                      <a:pt x="66" y="55"/>
                    </a:cubicBezTo>
                    <a:cubicBezTo>
                      <a:pt x="66" y="53"/>
                      <a:pt x="66" y="51"/>
                      <a:pt x="66" y="49"/>
                    </a:cubicBezTo>
                    <a:cubicBezTo>
                      <a:pt x="66" y="49"/>
                      <a:pt x="66" y="49"/>
                      <a:pt x="66" y="48"/>
                    </a:cubicBezTo>
                    <a:cubicBezTo>
                      <a:pt x="66" y="48"/>
                      <a:pt x="65" y="48"/>
                      <a:pt x="65" y="48"/>
                    </a:cubicBezTo>
                    <a:cubicBezTo>
                      <a:pt x="62" y="48"/>
                      <a:pt x="59" y="48"/>
                      <a:pt x="56" y="48"/>
                    </a:cubicBezTo>
                    <a:cubicBezTo>
                      <a:pt x="55" y="48"/>
                      <a:pt x="55" y="48"/>
                      <a:pt x="54" y="48"/>
                    </a:cubicBezTo>
                    <a:cubicBezTo>
                      <a:pt x="55" y="47"/>
                      <a:pt x="55" y="46"/>
                      <a:pt x="56" y="45"/>
                    </a:cubicBezTo>
                    <a:cubicBezTo>
                      <a:pt x="56" y="45"/>
                      <a:pt x="57" y="45"/>
                      <a:pt x="57" y="45"/>
                    </a:cubicBezTo>
                    <a:cubicBezTo>
                      <a:pt x="60" y="45"/>
                      <a:pt x="62" y="45"/>
                      <a:pt x="65" y="45"/>
                    </a:cubicBezTo>
                    <a:cubicBezTo>
                      <a:pt x="65" y="45"/>
                      <a:pt x="66" y="45"/>
                      <a:pt x="66" y="45"/>
                    </a:cubicBezTo>
                    <a:cubicBezTo>
                      <a:pt x="67" y="44"/>
                      <a:pt x="66" y="43"/>
                      <a:pt x="66" y="42"/>
                    </a:cubicBezTo>
                    <a:cubicBezTo>
                      <a:pt x="66" y="39"/>
                      <a:pt x="65" y="35"/>
                      <a:pt x="65" y="32"/>
                    </a:cubicBezTo>
                    <a:cubicBezTo>
                      <a:pt x="64" y="30"/>
                      <a:pt x="63" y="28"/>
                      <a:pt x="62" y="26"/>
                    </a:cubicBezTo>
                    <a:cubicBezTo>
                      <a:pt x="62" y="26"/>
                      <a:pt x="62" y="25"/>
                      <a:pt x="62" y="25"/>
                    </a:cubicBezTo>
                    <a:cubicBezTo>
                      <a:pt x="62" y="25"/>
                      <a:pt x="61" y="25"/>
                      <a:pt x="61" y="25"/>
                    </a:cubicBezTo>
                    <a:cubicBezTo>
                      <a:pt x="57" y="26"/>
                      <a:pt x="53" y="27"/>
                      <a:pt x="49" y="27"/>
                    </a:cubicBezTo>
                    <a:cubicBezTo>
                      <a:pt x="48" y="27"/>
                      <a:pt x="48" y="27"/>
                      <a:pt x="48" y="28"/>
                    </a:cubicBezTo>
                    <a:cubicBezTo>
                      <a:pt x="47" y="28"/>
                      <a:pt x="46" y="28"/>
                      <a:pt x="45" y="28"/>
                    </a:cubicBezTo>
                    <a:cubicBezTo>
                      <a:pt x="45" y="27"/>
                      <a:pt x="44" y="27"/>
                      <a:pt x="43" y="27"/>
                    </a:cubicBezTo>
                    <a:cubicBezTo>
                      <a:pt x="41" y="27"/>
                      <a:pt x="39" y="27"/>
                      <a:pt x="37" y="26"/>
                    </a:cubicBezTo>
                    <a:cubicBezTo>
                      <a:pt x="37" y="26"/>
                      <a:pt x="36" y="26"/>
                      <a:pt x="36" y="26"/>
                    </a:cubicBezTo>
                    <a:cubicBezTo>
                      <a:pt x="34" y="28"/>
                      <a:pt x="32" y="29"/>
                      <a:pt x="29" y="29"/>
                    </a:cubicBezTo>
                    <a:cubicBezTo>
                      <a:pt x="28" y="32"/>
                      <a:pt x="26" y="42"/>
                      <a:pt x="27" y="45"/>
                    </a:cubicBezTo>
                    <a:cubicBezTo>
                      <a:pt x="27" y="45"/>
                      <a:pt x="28" y="45"/>
                      <a:pt x="28" y="45"/>
                    </a:cubicBezTo>
                    <a:cubicBezTo>
                      <a:pt x="31" y="45"/>
                      <a:pt x="33" y="45"/>
                      <a:pt x="36" y="45"/>
                    </a:cubicBezTo>
                    <a:cubicBezTo>
                      <a:pt x="36" y="45"/>
                      <a:pt x="37" y="45"/>
                      <a:pt x="37" y="45"/>
                    </a:cubicBezTo>
                    <a:cubicBezTo>
                      <a:pt x="38" y="46"/>
                      <a:pt x="38" y="47"/>
                      <a:pt x="39" y="48"/>
                    </a:cubicBezTo>
                    <a:cubicBezTo>
                      <a:pt x="38" y="48"/>
                      <a:pt x="38" y="48"/>
                      <a:pt x="37" y="48"/>
                    </a:cubicBezTo>
                    <a:cubicBezTo>
                      <a:pt x="34" y="48"/>
                      <a:pt x="31" y="48"/>
                      <a:pt x="28" y="48"/>
                    </a:cubicBezTo>
                    <a:cubicBezTo>
                      <a:pt x="28" y="48"/>
                      <a:pt x="27" y="48"/>
                      <a:pt x="27" y="48"/>
                    </a:cubicBezTo>
                    <a:cubicBezTo>
                      <a:pt x="26" y="49"/>
                      <a:pt x="26" y="50"/>
                      <a:pt x="27" y="51"/>
                    </a:cubicBezTo>
                    <a:cubicBezTo>
                      <a:pt x="27" y="52"/>
                      <a:pt x="27" y="54"/>
                      <a:pt x="27" y="55"/>
                    </a:cubicBezTo>
                    <a:cubicBezTo>
                      <a:pt x="27" y="56"/>
                      <a:pt x="27" y="56"/>
                      <a:pt x="27" y="57"/>
                    </a:cubicBezTo>
                    <a:cubicBezTo>
                      <a:pt x="26" y="58"/>
                      <a:pt x="26" y="59"/>
                      <a:pt x="25" y="60"/>
                    </a:cubicBezTo>
                    <a:cubicBezTo>
                      <a:pt x="24" y="58"/>
                      <a:pt x="24" y="56"/>
                      <a:pt x="24" y="54"/>
                    </a:cubicBezTo>
                    <a:cubicBezTo>
                      <a:pt x="24" y="52"/>
                      <a:pt x="23" y="50"/>
                      <a:pt x="23" y="48"/>
                    </a:cubicBezTo>
                    <a:cubicBezTo>
                      <a:pt x="23" y="48"/>
                      <a:pt x="22" y="48"/>
                      <a:pt x="22" y="48"/>
                    </a:cubicBezTo>
                    <a:cubicBezTo>
                      <a:pt x="16" y="48"/>
                      <a:pt x="11" y="48"/>
                      <a:pt x="5" y="48"/>
                    </a:cubicBezTo>
                    <a:cubicBezTo>
                      <a:pt x="5" y="48"/>
                      <a:pt x="5" y="48"/>
                      <a:pt x="4" y="48"/>
                    </a:cubicBezTo>
                    <a:cubicBezTo>
                      <a:pt x="4" y="49"/>
                      <a:pt x="4" y="49"/>
                      <a:pt x="4" y="49"/>
                    </a:cubicBezTo>
                    <a:cubicBezTo>
                      <a:pt x="4" y="53"/>
                      <a:pt x="5" y="57"/>
                      <a:pt x="6" y="61"/>
                    </a:cubicBezTo>
                    <a:cubicBezTo>
                      <a:pt x="7" y="61"/>
                      <a:pt x="7" y="62"/>
                      <a:pt x="8" y="62"/>
                    </a:cubicBezTo>
                    <a:cubicBezTo>
                      <a:pt x="10" y="62"/>
                      <a:pt x="11" y="63"/>
                      <a:pt x="12" y="64"/>
                    </a:cubicBezTo>
                    <a:cubicBezTo>
                      <a:pt x="14" y="66"/>
                      <a:pt x="14" y="68"/>
                      <a:pt x="13" y="70"/>
                    </a:cubicBezTo>
                    <a:cubicBezTo>
                      <a:pt x="13" y="71"/>
                      <a:pt x="13" y="71"/>
                      <a:pt x="12" y="72"/>
                    </a:cubicBezTo>
                    <a:cubicBezTo>
                      <a:pt x="13" y="73"/>
                      <a:pt x="14" y="74"/>
                      <a:pt x="15" y="75"/>
                    </a:cubicBezTo>
                    <a:cubicBezTo>
                      <a:pt x="16" y="74"/>
                      <a:pt x="18" y="73"/>
                      <a:pt x="19" y="72"/>
                    </a:cubicBezTo>
                    <a:cubicBezTo>
                      <a:pt x="19" y="73"/>
                      <a:pt x="19" y="74"/>
                      <a:pt x="19" y="75"/>
                    </a:cubicBezTo>
                    <a:cubicBezTo>
                      <a:pt x="18" y="76"/>
                      <a:pt x="18" y="76"/>
                      <a:pt x="17" y="77"/>
                    </a:cubicBezTo>
                    <a:cubicBezTo>
                      <a:pt x="18" y="78"/>
                      <a:pt x="18" y="78"/>
                      <a:pt x="19" y="79"/>
                    </a:cubicBezTo>
                    <a:cubicBezTo>
                      <a:pt x="20" y="79"/>
                      <a:pt x="20" y="80"/>
                      <a:pt x="20" y="81"/>
                    </a:cubicBezTo>
                    <a:cubicBezTo>
                      <a:pt x="21" y="82"/>
                      <a:pt x="21" y="84"/>
                      <a:pt x="21" y="85"/>
                    </a:cubicBezTo>
                    <a:cubicBezTo>
                      <a:pt x="20" y="84"/>
                      <a:pt x="18" y="83"/>
                      <a:pt x="17" y="82"/>
                    </a:cubicBezTo>
                    <a:cubicBezTo>
                      <a:pt x="16" y="81"/>
                      <a:pt x="14" y="80"/>
                      <a:pt x="13" y="78"/>
                    </a:cubicBezTo>
                    <a:cubicBezTo>
                      <a:pt x="12" y="77"/>
                      <a:pt x="11" y="75"/>
                      <a:pt x="9" y="74"/>
                    </a:cubicBezTo>
                    <a:cubicBezTo>
                      <a:pt x="6" y="75"/>
                      <a:pt x="3" y="74"/>
                      <a:pt x="2" y="71"/>
                    </a:cubicBezTo>
                    <a:cubicBezTo>
                      <a:pt x="0" y="68"/>
                      <a:pt x="1" y="65"/>
                      <a:pt x="3" y="63"/>
                    </a:cubicBezTo>
                    <a:cubicBezTo>
                      <a:pt x="3" y="62"/>
                      <a:pt x="3" y="61"/>
                      <a:pt x="2" y="60"/>
                    </a:cubicBezTo>
                    <a:cubicBezTo>
                      <a:pt x="1" y="56"/>
                      <a:pt x="0" y="51"/>
                      <a:pt x="0" y="47"/>
                    </a:cubicBezTo>
                    <a:cubicBezTo>
                      <a:pt x="0" y="42"/>
                      <a:pt x="1" y="37"/>
                      <a:pt x="3" y="32"/>
                    </a:cubicBezTo>
                    <a:cubicBezTo>
                      <a:pt x="4" y="28"/>
                      <a:pt x="6" y="24"/>
                      <a:pt x="9" y="20"/>
                    </a:cubicBezTo>
                    <a:cubicBezTo>
                      <a:pt x="10" y="18"/>
                      <a:pt x="12" y="16"/>
                      <a:pt x="13" y="14"/>
                    </a:cubicBezTo>
                    <a:cubicBezTo>
                      <a:pt x="16" y="11"/>
                      <a:pt x="20" y="8"/>
                      <a:pt x="24" y="6"/>
                    </a:cubicBezTo>
                    <a:cubicBezTo>
                      <a:pt x="29" y="3"/>
                      <a:pt x="34" y="2"/>
                      <a:pt x="40" y="1"/>
                    </a:cubicBezTo>
                    <a:cubicBezTo>
                      <a:pt x="41" y="1"/>
                      <a:pt x="42" y="1"/>
                      <a:pt x="43" y="0"/>
                    </a:cubicBezTo>
                    <a:cubicBezTo>
                      <a:pt x="43" y="0"/>
                      <a:pt x="43" y="0"/>
                      <a:pt x="44" y="0"/>
                    </a:cubicBezTo>
                    <a:cubicBezTo>
                      <a:pt x="46" y="0"/>
                      <a:pt x="47" y="0"/>
                      <a:pt x="49" y="0"/>
                    </a:cubicBezTo>
                    <a:close/>
                    <a:moveTo>
                      <a:pt x="23" y="45"/>
                    </a:moveTo>
                    <a:cubicBezTo>
                      <a:pt x="24" y="39"/>
                      <a:pt x="24" y="34"/>
                      <a:pt x="26" y="28"/>
                    </a:cubicBezTo>
                    <a:cubicBezTo>
                      <a:pt x="26" y="28"/>
                      <a:pt x="26" y="28"/>
                      <a:pt x="26" y="28"/>
                    </a:cubicBezTo>
                    <a:cubicBezTo>
                      <a:pt x="24" y="27"/>
                      <a:pt x="24" y="25"/>
                      <a:pt x="24" y="23"/>
                    </a:cubicBezTo>
                    <a:cubicBezTo>
                      <a:pt x="24" y="22"/>
                      <a:pt x="23" y="22"/>
                      <a:pt x="23" y="22"/>
                    </a:cubicBezTo>
                    <a:cubicBezTo>
                      <a:pt x="21" y="21"/>
                      <a:pt x="18" y="20"/>
                      <a:pt x="16" y="18"/>
                    </a:cubicBezTo>
                    <a:cubicBezTo>
                      <a:pt x="16" y="18"/>
                      <a:pt x="15" y="18"/>
                      <a:pt x="15" y="18"/>
                    </a:cubicBezTo>
                    <a:cubicBezTo>
                      <a:pt x="15" y="18"/>
                      <a:pt x="15" y="18"/>
                      <a:pt x="15" y="18"/>
                    </a:cubicBezTo>
                    <a:cubicBezTo>
                      <a:pt x="15" y="18"/>
                      <a:pt x="14" y="18"/>
                      <a:pt x="14" y="19"/>
                    </a:cubicBezTo>
                    <a:cubicBezTo>
                      <a:pt x="11" y="22"/>
                      <a:pt x="9" y="26"/>
                      <a:pt x="7" y="30"/>
                    </a:cubicBezTo>
                    <a:cubicBezTo>
                      <a:pt x="5" y="34"/>
                      <a:pt x="4" y="39"/>
                      <a:pt x="4" y="43"/>
                    </a:cubicBezTo>
                    <a:cubicBezTo>
                      <a:pt x="4" y="44"/>
                      <a:pt x="4" y="44"/>
                      <a:pt x="4" y="45"/>
                    </a:cubicBezTo>
                    <a:cubicBezTo>
                      <a:pt x="5" y="45"/>
                      <a:pt x="22" y="45"/>
                      <a:pt x="23" y="45"/>
                    </a:cubicBezTo>
                    <a:close/>
                    <a:moveTo>
                      <a:pt x="89" y="45"/>
                    </a:moveTo>
                    <a:cubicBezTo>
                      <a:pt x="89" y="43"/>
                      <a:pt x="88" y="36"/>
                      <a:pt x="86" y="31"/>
                    </a:cubicBezTo>
                    <a:cubicBezTo>
                      <a:pt x="84" y="26"/>
                      <a:pt x="82" y="22"/>
                      <a:pt x="78" y="18"/>
                    </a:cubicBezTo>
                    <a:cubicBezTo>
                      <a:pt x="76" y="19"/>
                      <a:pt x="74" y="20"/>
                      <a:pt x="72" y="21"/>
                    </a:cubicBezTo>
                    <a:cubicBezTo>
                      <a:pt x="69" y="22"/>
                      <a:pt x="67" y="23"/>
                      <a:pt x="65" y="24"/>
                    </a:cubicBezTo>
                    <a:cubicBezTo>
                      <a:pt x="65" y="24"/>
                      <a:pt x="65" y="25"/>
                      <a:pt x="65" y="25"/>
                    </a:cubicBezTo>
                    <a:cubicBezTo>
                      <a:pt x="66" y="27"/>
                      <a:pt x="67" y="28"/>
                      <a:pt x="67" y="30"/>
                    </a:cubicBezTo>
                    <a:cubicBezTo>
                      <a:pt x="68" y="34"/>
                      <a:pt x="69" y="38"/>
                      <a:pt x="69" y="42"/>
                    </a:cubicBezTo>
                    <a:cubicBezTo>
                      <a:pt x="69" y="43"/>
                      <a:pt x="69" y="44"/>
                      <a:pt x="70" y="45"/>
                    </a:cubicBezTo>
                    <a:cubicBezTo>
                      <a:pt x="71" y="45"/>
                      <a:pt x="72" y="45"/>
                      <a:pt x="73" y="45"/>
                    </a:cubicBezTo>
                    <a:cubicBezTo>
                      <a:pt x="74" y="45"/>
                      <a:pt x="75" y="45"/>
                      <a:pt x="75" y="44"/>
                    </a:cubicBezTo>
                    <a:cubicBezTo>
                      <a:pt x="76" y="41"/>
                      <a:pt x="78" y="40"/>
                      <a:pt x="81" y="40"/>
                    </a:cubicBezTo>
                    <a:cubicBezTo>
                      <a:pt x="83" y="40"/>
                      <a:pt x="85" y="41"/>
                      <a:pt x="86" y="44"/>
                    </a:cubicBezTo>
                    <a:cubicBezTo>
                      <a:pt x="87" y="44"/>
                      <a:pt x="87" y="44"/>
                      <a:pt x="87" y="45"/>
                    </a:cubicBezTo>
                    <a:cubicBezTo>
                      <a:pt x="88" y="45"/>
                      <a:pt x="88" y="45"/>
                      <a:pt x="89" y="45"/>
                    </a:cubicBezTo>
                    <a:close/>
                    <a:moveTo>
                      <a:pt x="51" y="5"/>
                    </a:moveTo>
                    <a:cubicBezTo>
                      <a:pt x="54" y="7"/>
                      <a:pt x="56" y="9"/>
                      <a:pt x="58" y="12"/>
                    </a:cubicBezTo>
                    <a:cubicBezTo>
                      <a:pt x="60" y="15"/>
                      <a:pt x="62" y="18"/>
                      <a:pt x="64" y="21"/>
                    </a:cubicBezTo>
                    <a:cubicBezTo>
                      <a:pt x="66" y="21"/>
                      <a:pt x="74" y="17"/>
                      <a:pt x="75" y="15"/>
                    </a:cubicBezTo>
                    <a:cubicBezTo>
                      <a:pt x="72" y="11"/>
                      <a:pt x="56" y="3"/>
                      <a:pt x="51" y="5"/>
                    </a:cubicBezTo>
                    <a:close/>
                    <a:moveTo>
                      <a:pt x="17" y="16"/>
                    </a:moveTo>
                    <a:cubicBezTo>
                      <a:pt x="20" y="17"/>
                      <a:pt x="22" y="18"/>
                      <a:pt x="25" y="19"/>
                    </a:cubicBezTo>
                    <a:cubicBezTo>
                      <a:pt x="27" y="17"/>
                      <a:pt x="29" y="16"/>
                      <a:pt x="31" y="17"/>
                    </a:cubicBezTo>
                    <a:cubicBezTo>
                      <a:pt x="33" y="15"/>
                      <a:pt x="34" y="12"/>
                      <a:pt x="36" y="10"/>
                    </a:cubicBezTo>
                    <a:cubicBezTo>
                      <a:pt x="38" y="8"/>
                      <a:pt x="40" y="6"/>
                      <a:pt x="41" y="4"/>
                    </a:cubicBezTo>
                    <a:cubicBezTo>
                      <a:pt x="36" y="4"/>
                      <a:pt x="22" y="10"/>
                      <a:pt x="17" y="16"/>
                    </a:cubicBezTo>
                    <a:close/>
                    <a:moveTo>
                      <a:pt x="61" y="22"/>
                    </a:moveTo>
                    <a:cubicBezTo>
                      <a:pt x="60" y="21"/>
                      <a:pt x="60" y="21"/>
                      <a:pt x="60" y="20"/>
                    </a:cubicBezTo>
                    <a:cubicBezTo>
                      <a:pt x="58" y="18"/>
                      <a:pt x="57" y="16"/>
                      <a:pt x="56" y="14"/>
                    </a:cubicBezTo>
                    <a:cubicBezTo>
                      <a:pt x="54" y="11"/>
                      <a:pt x="51" y="9"/>
                      <a:pt x="49" y="6"/>
                    </a:cubicBezTo>
                    <a:cubicBezTo>
                      <a:pt x="49" y="6"/>
                      <a:pt x="48" y="6"/>
                      <a:pt x="48" y="6"/>
                    </a:cubicBezTo>
                    <a:cubicBezTo>
                      <a:pt x="48" y="7"/>
                      <a:pt x="48" y="23"/>
                      <a:pt x="48" y="24"/>
                    </a:cubicBezTo>
                    <a:cubicBezTo>
                      <a:pt x="50" y="24"/>
                      <a:pt x="59" y="23"/>
                      <a:pt x="61" y="22"/>
                    </a:cubicBezTo>
                    <a:close/>
                    <a:moveTo>
                      <a:pt x="45" y="6"/>
                    </a:moveTo>
                    <a:cubicBezTo>
                      <a:pt x="40" y="10"/>
                      <a:pt x="37" y="14"/>
                      <a:pt x="34" y="18"/>
                    </a:cubicBezTo>
                    <a:cubicBezTo>
                      <a:pt x="34" y="19"/>
                      <a:pt x="35" y="19"/>
                      <a:pt x="35" y="19"/>
                    </a:cubicBezTo>
                    <a:cubicBezTo>
                      <a:pt x="35" y="20"/>
                      <a:pt x="36" y="21"/>
                      <a:pt x="36" y="22"/>
                    </a:cubicBezTo>
                    <a:cubicBezTo>
                      <a:pt x="36" y="23"/>
                      <a:pt x="37" y="23"/>
                      <a:pt x="37" y="23"/>
                    </a:cubicBezTo>
                    <a:cubicBezTo>
                      <a:pt x="39" y="23"/>
                      <a:pt x="40" y="24"/>
                      <a:pt x="42" y="24"/>
                    </a:cubicBezTo>
                    <a:cubicBezTo>
                      <a:pt x="43" y="24"/>
                      <a:pt x="44" y="24"/>
                      <a:pt x="45" y="24"/>
                    </a:cubicBezTo>
                    <a:cubicBezTo>
                      <a:pt x="45" y="23"/>
                      <a:pt x="45" y="7"/>
                      <a:pt x="45"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3" name="Freeform 1234">
                <a:extLst>
                  <a:ext uri="{FF2B5EF4-FFF2-40B4-BE49-F238E27FC236}">
                    <a16:creationId xmlns="" xmlns:a16="http://schemas.microsoft.com/office/drawing/2014/main" id="{79084F55-C96F-44F7-AA03-CB660885A7D3}"/>
                  </a:ext>
                </a:extLst>
              </p:cNvPr>
              <p:cNvSpPr>
                <a:spLocks noEditPoints="1"/>
              </p:cNvSpPr>
              <p:nvPr/>
            </p:nvSpPr>
            <p:spPr bwMode="auto">
              <a:xfrm>
                <a:off x="4718791" y="5824433"/>
                <a:ext cx="177800" cy="217488"/>
              </a:xfrm>
              <a:custGeom>
                <a:avLst/>
                <a:gdLst>
                  <a:gd name="T0" fmla="*/ 12 w 47"/>
                  <a:gd name="T1" fmla="*/ 53 h 58"/>
                  <a:gd name="T2" fmla="*/ 12 w 47"/>
                  <a:gd name="T3" fmla="*/ 45 h 58"/>
                  <a:gd name="T4" fmla="*/ 10 w 47"/>
                  <a:gd name="T5" fmla="*/ 42 h 58"/>
                  <a:gd name="T6" fmla="*/ 5 w 47"/>
                  <a:gd name="T7" fmla="*/ 41 h 58"/>
                  <a:gd name="T8" fmla="*/ 2 w 47"/>
                  <a:gd name="T9" fmla="*/ 31 h 58"/>
                  <a:gd name="T10" fmla="*/ 0 w 47"/>
                  <a:gd name="T11" fmla="*/ 20 h 58"/>
                  <a:gd name="T12" fmla="*/ 9 w 47"/>
                  <a:gd name="T13" fmla="*/ 3 h 58"/>
                  <a:gd name="T14" fmla="*/ 18 w 47"/>
                  <a:gd name="T15" fmla="*/ 0 h 58"/>
                  <a:gd name="T16" fmla="*/ 19 w 47"/>
                  <a:gd name="T17" fmla="*/ 1 h 58"/>
                  <a:gd name="T18" fmla="*/ 22 w 47"/>
                  <a:gd name="T19" fmla="*/ 12 h 58"/>
                  <a:gd name="T20" fmla="*/ 22 w 47"/>
                  <a:gd name="T21" fmla="*/ 5 h 58"/>
                  <a:gd name="T22" fmla="*/ 25 w 47"/>
                  <a:gd name="T23" fmla="*/ 5 h 58"/>
                  <a:gd name="T24" fmla="*/ 25 w 47"/>
                  <a:gd name="T25" fmla="*/ 11 h 58"/>
                  <a:gd name="T26" fmla="*/ 26 w 47"/>
                  <a:gd name="T27" fmla="*/ 10 h 58"/>
                  <a:gd name="T28" fmla="*/ 28 w 47"/>
                  <a:gd name="T29" fmla="*/ 1 h 58"/>
                  <a:gd name="T30" fmla="*/ 30 w 47"/>
                  <a:gd name="T31" fmla="*/ 0 h 58"/>
                  <a:gd name="T32" fmla="*/ 38 w 47"/>
                  <a:gd name="T33" fmla="*/ 3 h 58"/>
                  <a:gd name="T34" fmla="*/ 47 w 47"/>
                  <a:gd name="T35" fmla="*/ 21 h 58"/>
                  <a:gd name="T36" fmla="*/ 45 w 47"/>
                  <a:gd name="T37" fmla="*/ 32 h 58"/>
                  <a:gd name="T38" fmla="*/ 38 w 47"/>
                  <a:gd name="T39" fmla="*/ 43 h 58"/>
                  <a:gd name="T40" fmla="*/ 36 w 47"/>
                  <a:gd name="T41" fmla="*/ 44 h 58"/>
                  <a:gd name="T42" fmla="*/ 34 w 47"/>
                  <a:gd name="T43" fmla="*/ 58 h 58"/>
                  <a:gd name="T44" fmla="*/ 24 w 47"/>
                  <a:gd name="T45" fmla="*/ 48 h 58"/>
                  <a:gd name="T46" fmla="*/ 24 w 47"/>
                  <a:gd name="T47" fmla="*/ 46 h 58"/>
                  <a:gd name="T48" fmla="*/ 23 w 47"/>
                  <a:gd name="T49" fmla="*/ 46 h 58"/>
                  <a:gd name="T50" fmla="*/ 22 w 47"/>
                  <a:gd name="T51" fmla="*/ 58 h 58"/>
                  <a:gd name="T52" fmla="*/ 10 w 47"/>
                  <a:gd name="T53" fmla="*/ 37 h 58"/>
                  <a:gd name="T54" fmla="*/ 11 w 47"/>
                  <a:gd name="T55" fmla="*/ 33 h 58"/>
                  <a:gd name="T56" fmla="*/ 11 w 47"/>
                  <a:gd name="T57" fmla="*/ 17 h 58"/>
                  <a:gd name="T58" fmla="*/ 10 w 47"/>
                  <a:gd name="T59" fmla="*/ 17 h 58"/>
                  <a:gd name="T60" fmla="*/ 7 w 47"/>
                  <a:gd name="T61" fmla="*/ 25 h 58"/>
                  <a:gd name="T62" fmla="*/ 36 w 47"/>
                  <a:gd name="T63" fmla="*/ 16 h 58"/>
                  <a:gd name="T64" fmla="*/ 36 w 47"/>
                  <a:gd name="T65" fmla="*/ 17 h 58"/>
                  <a:gd name="T66" fmla="*/ 37 w 47"/>
                  <a:gd name="T67" fmla="*/ 36 h 58"/>
                  <a:gd name="T68" fmla="*/ 38 w 47"/>
                  <a:gd name="T69" fmla="*/ 33 h 58"/>
                  <a:gd name="T70" fmla="*/ 39 w 47"/>
                  <a:gd name="T71" fmla="*/ 22 h 58"/>
                  <a:gd name="T72" fmla="*/ 36 w 47"/>
                  <a:gd name="T73" fmla="*/ 1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 h="58">
                    <a:moveTo>
                      <a:pt x="13" y="58"/>
                    </a:moveTo>
                    <a:cubicBezTo>
                      <a:pt x="13" y="56"/>
                      <a:pt x="12" y="55"/>
                      <a:pt x="12" y="53"/>
                    </a:cubicBezTo>
                    <a:cubicBezTo>
                      <a:pt x="12" y="51"/>
                      <a:pt x="12" y="50"/>
                      <a:pt x="12" y="48"/>
                    </a:cubicBezTo>
                    <a:cubicBezTo>
                      <a:pt x="12" y="47"/>
                      <a:pt x="12" y="46"/>
                      <a:pt x="12" y="45"/>
                    </a:cubicBezTo>
                    <a:cubicBezTo>
                      <a:pt x="11" y="45"/>
                      <a:pt x="11" y="45"/>
                      <a:pt x="10" y="44"/>
                    </a:cubicBezTo>
                    <a:cubicBezTo>
                      <a:pt x="10" y="44"/>
                      <a:pt x="10" y="43"/>
                      <a:pt x="10" y="42"/>
                    </a:cubicBezTo>
                    <a:cubicBezTo>
                      <a:pt x="10" y="42"/>
                      <a:pt x="10" y="42"/>
                      <a:pt x="10" y="43"/>
                    </a:cubicBezTo>
                    <a:cubicBezTo>
                      <a:pt x="8" y="44"/>
                      <a:pt x="6" y="43"/>
                      <a:pt x="5" y="41"/>
                    </a:cubicBezTo>
                    <a:cubicBezTo>
                      <a:pt x="5" y="40"/>
                      <a:pt x="4" y="39"/>
                      <a:pt x="4" y="37"/>
                    </a:cubicBezTo>
                    <a:cubicBezTo>
                      <a:pt x="3" y="35"/>
                      <a:pt x="2" y="33"/>
                      <a:pt x="2" y="31"/>
                    </a:cubicBezTo>
                    <a:cubicBezTo>
                      <a:pt x="1" y="29"/>
                      <a:pt x="1" y="26"/>
                      <a:pt x="0" y="24"/>
                    </a:cubicBezTo>
                    <a:cubicBezTo>
                      <a:pt x="0" y="23"/>
                      <a:pt x="0" y="21"/>
                      <a:pt x="0" y="20"/>
                    </a:cubicBezTo>
                    <a:cubicBezTo>
                      <a:pt x="3" y="15"/>
                      <a:pt x="5" y="9"/>
                      <a:pt x="9" y="4"/>
                    </a:cubicBezTo>
                    <a:cubicBezTo>
                      <a:pt x="9" y="4"/>
                      <a:pt x="9" y="4"/>
                      <a:pt x="9" y="3"/>
                    </a:cubicBezTo>
                    <a:cubicBezTo>
                      <a:pt x="9" y="3"/>
                      <a:pt x="10" y="3"/>
                      <a:pt x="10" y="2"/>
                    </a:cubicBezTo>
                    <a:cubicBezTo>
                      <a:pt x="13" y="2"/>
                      <a:pt x="15" y="1"/>
                      <a:pt x="18" y="0"/>
                    </a:cubicBezTo>
                    <a:cubicBezTo>
                      <a:pt x="18" y="0"/>
                      <a:pt x="18" y="0"/>
                      <a:pt x="18" y="0"/>
                    </a:cubicBezTo>
                    <a:cubicBezTo>
                      <a:pt x="18" y="0"/>
                      <a:pt x="19" y="1"/>
                      <a:pt x="19" y="1"/>
                    </a:cubicBezTo>
                    <a:cubicBezTo>
                      <a:pt x="19" y="4"/>
                      <a:pt x="20" y="7"/>
                      <a:pt x="21" y="9"/>
                    </a:cubicBezTo>
                    <a:cubicBezTo>
                      <a:pt x="21" y="10"/>
                      <a:pt x="21" y="11"/>
                      <a:pt x="22" y="12"/>
                    </a:cubicBezTo>
                    <a:cubicBezTo>
                      <a:pt x="22" y="11"/>
                      <a:pt x="22" y="11"/>
                      <a:pt x="22" y="11"/>
                    </a:cubicBezTo>
                    <a:cubicBezTo>
                      <a:pt x="22" y="9"/>
                      <a:pt x="22" y="7"/>
                      <a:pt x="22" y="5"/>
                    </a:cubicBezTo>
                    <a:cubicBezTo>
                      <a:pt x="22" y="4"/>
                      <a:pt x="23" y="4"/>
                      <a:pt x="23" y="3"/>
                    </a:cubicBezTo>
                    <a:cubicBezTo>
                      <a:pt x="24" y="4"/>
                      <a:pt x="24" y="4"/>
                      <a:pt x="25" y="5"/>
                    </a:cubicBezTo>
                    <a:cubicBezTo>
                      <a:pt x="25" y="7"/>
                      <a:pt x="25" y="8"/>
                      <a:pt x="25" y="10"/>
                    </a:cubicBezTo>
                    <a:cubicBezTo>
                      <a:pt x="25" y="11"/>
                      <a:pt x="25" y="11"/>
                      <a:pt x="25" y="11"/>
                    </a:cubicBezTo>
                    <a:cubicBezTo>
                      <a:pt x="25" y="11"/>
                      <a:pt x="25" y="11"/>
                      <a:pt x="25" y="11"/>
                    </a:cubicBezTo>
                    <a:cubicBezTo>
                      <a:pt x="26" y="11"/>
                      <a:pt x="26" y="11"/>
                      <a:pt x="26" y="10"/>
                    </a:cubicBezTo>
                    <a:cubicBezTo>
                      <a:pt x="26" y="8"/>
                      <a:pt x="27" y="6"/>
                      <a:pt x="27" y="4"/>
                    </a:cubicBezTo>
                    <a:cubicBezTo>
                      <a:pt x="28" y="3"/>
                      <a:pt x="28" y="2"/>
                      <a:pt x="28" y="1"/>
                    </a:cubicBezTo>
                    <a:cubicBezTo>
                      <a:pt x="28" y="0"/>
                      <a:pt x="28" y="0"/>
                      <a:pt x="29" y="0"/>
                    </a:cubicBezTo>
                    <a:cubicBezTo>
                      <a:pt x="29" y="0"/>
                      <a:pt x="29" y="0"/>
                      <a:pt x="30" y="0"/>
                    </a:cubicBezTo>
                    <a:cubicBezTo>
                      <a:pt x="32" y="1"/>
                      <a:pt x="34" y="2"/>
                      <a:pt x="37" y="2"/>
                    </a:cubicBezTo>
                    <a:cubicBezTo>
                      <a:pt x="37" y="3"/>
                      <a:pt x="37" y="3"/>
                      <a:pt x="38" y="3"/>
                    </a:cubicBezTo>
                    <a:cubicBezTo>
                      <a:pt x="39" y="5"/>
                      <a:pt x="40" y="6"/>
                      <a:pt x="41" y="8"/>
                    </a:cubicBezTo>
                    <a:cubicBezTo>
                      <a:pt x="43" y="12"/>
                      <a:pt x="45" y="16"/>
                      <a:pt x="47" y="21"/>
                    </a:cubicBezTo>
                    <a:cubicBezTo>
                      <a:pt x="47" y="22"/>
                      <a:pt x="47" y="23"/>
                      <a:pt x="47" y="24"/>
                    </a:cubicBezTo>
                    <a:cubicBezTo>
                      <a:pt x="46" y="27"/>
                      <a:pt x="45" y="30"/>
                      <a:pt x="45" y="32"/>
                    </a:cubicBezTo>
                    <a:cubicBezTo>
                      <a:pt x="44" y="35"/>
                      <a:pt x="43" y="38"/>
                      <a:pt x="42" y="41"/>
                    </a:cubicBezTo>
                    <a:cubicBezTo>
                      <a:pt x="41" y="43"/>
                      <a:pt x="40" y="43"/>
                      <a:pt x="38" y="43"/>
                    </a:cubicBezTo>
                    <a:cubicBezTo>
                      <a:pt x="38" y="43"/>
                      <a:pt x="37" y="43"/>
                      <a:pt x="37" y="42"/>
                    </a:cubicBezTo>
                    <a:cubicBezTo>
                      <a:pt x="37" y="43"/>
                      <a:pt x="36" y="44"/>
                      <a:pt x="36" y="44"/>
                    </a:cubicBezTo>
                    <a:cubicBezTo>
                      <a:pt x="36" y="45"/>
                      <a:pt x="36" y="45"/>
                      <a:pt x="35" y="45"/>
                    </a:cubicBezTo>
                    <a:cubicBezTo>
                      <a:pt x="35" y="49"/>
                      <a:pt x="35" y="54"/>
                      <a:pt x="34" y="58"/>
                    </a:cubicBezTo>
                    <a:cubicBezTo>
                      <a:pt x="31" y="58"/>
                      <a:pt x="28" y="58"/>
                      <a:pt x="25" y="58"/>
                    </a:cubicBezTo>
                    <a:cubicBezTo>
                      <a:pt x="25" y="55"/>
                      <a:pt x="25" y="51"/>
                      <a:pt x="24" y="48"/>
                    </a:cubicBezTo>
                    <a:cubicBezTo>
                      <a:pt x="24" y="48"/>
                      <a:pt x="25" y="47"/>
                      <a:pt x="24" y="47"/>
                    </a:cubicBezTo>
                    <a:cubicBezTo>
                      <a:pt x="24" y="47"/>
                      <a:pt x="24" y="46"/>
                      <a:pt x="24" y="46"/>
                    </a:cubicBezTo>
                    <a:cubicBezTo>
                      <a:pt x="24" y="46"/>
                      <a:pt x="24" y="46"/>
                      <a:pt x="23" y="46"/>
                    </a:cubicBezTo>
                    <a:cubicBezTo>
                      <a:pt x="23" y="46"/>
                      <a:pt x="23" y="46"/>
                      <a:pt x="23" y="46"/>
                    </a:cubicBezTo>
                    <a:cubicBezTo>
                      <a:pt x="22" y="46"/>
                      <a:pt x="22" y="47"/>
                      <a:pt x="22" y="47"/>
                    </a:cubicBezTo>
                    <a:cubicBezTo>
                      <a:pt x="22" y="51"/>
                      <a:pt x="22" y="54"/>
                      <a:pt x="22" y="58"/>
                    </a:cubicBezTo>
                    <a:cubicBezTo>
                      <a:pt x="19" y="58"/>
                      <a:pt x="16" y="58"/>
                      <a:pt x="13" y="58"/>
                    </a:cubicBezTo>
                    <a:close/>
                    <a:moveTo>
                      <a:pt x="10" y="37"/>
                    </a:moveTo>
                    <a:cubicBezTo>
                      <a:pt x="10" y="37"/>
                      <a:pt x="10" y="37"/>
                      <a:pt x="10" y="37"/>
                    </a:cubicBezTo>
                    <a:cubicBezTo>
                      <a:pt x="10" y="36"/>
                      <a:pt x="11" y="34"/>
                      <a:pt x="11" y="33"/>
                    </a:cubicBezTo>
                    <a:cubicBezTo>
                      <a:pt x="11" y="31"/>
                      <a:pt x="11" y="29"/>
                      <a:pt x="11" y="27"/>
                    </a:cubicBezTo>
                    <a:cubicBezTo>
                      <a:pt x="11" y="24"/>
                      <a:pt x="11" y="20"/>
                      <a:pt x="11" y="17"/>
                    </a:cubicBezTo>
                    <a:cubicBezTo>
                      <a:pt x="11" y="17"/>
                      <a:pt x="11" y="17"/>
                      <a:pt x="11" y="16"/>
                    </a:cubicBezTo>
                    <a:cubicBezTo>
                      <a:pt x="11" y="16"/>
                      <a:pt x="11" y="17"/>
                      <a:pt x="10" y="17"/>
                    </a:cubicBezTo>
                    <a:cubicBezTo>
                      <a:pt x="9" y="19"/>
                      <a:pt x="8" y="21"/>
                      <a:pt x="7" y="23"/>
                    </a:cubicBezTo>
                    <a:cubicBezTo>
                      <a:pt x="7" y="24"/>
                      <a:pt x="7" y="24"/>
                      <a:pt x="7" y="25"/>
                    </a:cubicBezTo>
                    <a:cubicBezTo>
                      <a:pt x="8" y="29"/>
                      <a:pt x="9" y="33"/>
                      <a:pt x="10" y="37"/>
                    </a:cubicBezTo>
                    <a:close/>
                    <a:moveTo>
                      <a:pt x="36" y="16"/>
                    </a:moveTo>
                    <a:cubicBezTo>
                      <a:pt x="36" y="16"/>
                      <a:pt x="36" y="16"/>
                      <a:pt x="36" y="16"/>
                    </a:cubicBezTo>
                    <a:cubicBezTo>
                      <a:pt x="36" y="17"/>
                      <a:pt x="36" y="17"/>
                      <a:pt x="36" y="17"/>
                    </a:cubicBezTo>
                    <a:cubicBezTo>
                      <a:pt x="36" y="21"/>
                      <a:pt x="36" y="25"/>
                      <a:pt x="36" y="28"/>
                    </a:cubicBezTo>
                    <a:cubicBezTo>
                      <a:pt x="36" y="31"/>
                      <a:pt x="36" y="34"/>
                      <a:pt x="37" y="36"/>
                    </a:cubicBezTo>
                    <a:cubicBezTo>
                      <a:pt x="37" y="37"/>
                      <a:pt x="37" y="37"/>
                      <a:pt x="37" y="37"/>
                    </a:cubicBezTo>
                    <a:cubicBezTo>
                      <a:pt x="37" y="36"/>
                      <a:pt x="37" y="34"/>
                      <a:pt x="38" y="33"/>
                    </a:cubicBezTo>
                    <a:cubicBezTo>
                      <a:pt x="38" y="30"/>
                      <a:pt x="39" y="28"/>
                      <a:pt x="40" y="25"/>
                    </a:cubicBezTo>
                    <a:cubicBezTo>
                      <a:pt x="40" y="24"/>
                      <a:pt x="40" y="23"/>
                      <a:pt x="39" y="22"/>
                    </a:cubicBezTo>
                    <a:cubicBezTo>
                      <a:pt x="38" y="21"/>
                      <a:pt x="38" y="19"/>
                      <a:pt x="37" y="17"/>
                    </a:cubicBezTo>
                    <a:cubicBezTo>
                      <a:pt x="37" y="17"/>
                      <a:pt x="36" y="17"/>
                      <a:pt x="36" y="1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4" name="Freeform 1235">
                <a:extLst>
                  <a:ext uri="{FF2B5EF4-FFF2-40B4-BE49-F238E27FC236}">
                    <a16:creationId xmlns="" xmlns:a16="http://schemas.microsoft.com/office/drawing/2014/main" id="{F18D41A1-FDC8-403D-8F14-7B5FEF3E68B1}"/>
                  </a:ext>
                </a:extLst>
              </p:cNvPr>
              <p:cNvSpPr>
                <a:spLocks/>
              </p:cNvSpPr>
              <p:nvPr/>
            </p:nvSpPr>
            <p:spPr bwMode="auto">
              <a:xfrm>
                <a:off x="4779116" y="5741883"/>
                <a:ext cx="52388" cy="74613"/>
              </a:xfrm>
              <a:custGeom>
                <a:avLst/>
                <a:gdLst>
                  <a:gd name="T0" fmla="*/ 14 w 14"/>
                  <a:gd name="T1" fmla="*/ 9 h 20"/>
                  <a:gd name="T2" fmla="*/ 11 w 14"/>
                  <a:gd name="T3" fmla="*/ 18 h 20"/>
                  <a:gd name="T4" fmla="*/ 4 w 14"/>
                  <a:gd name="T5" fmla="*/ 18 h 20"/>
                  <a:gd name="T6" fmla="*/ 1 w 14"/>
                  <a:gd name="T7" fmla="*/ 10 h 20"/>
                  <a:gd name="T8" fmla="*/ 1 w 14"/>
                  <a:gd name="T9" fmla="*/ 5 h 20"/>
                  <a:gd name="T10" fmla="*/ 12 w 14"/>
                  <a:gd name="T11" fmla="*/ 3 h 20"/>
                  <a:gd name="T12" fmla="*/ 14 w 14"/>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14" h="20">
                    <a:moveTo>
                      <a:pt x="14" y="9"/>
                    </a:moveTo>
                    <a:cubicBezTo>
                      <a:pt x="14" y="12"/>
                      <a:pt x="13" y="15"/>
                      <a:pt x="11" y="18"/>
                    </a:cubicBezTo>
                    <a:cubicBezTo>
                      <a:pt x="9" y="20"/>
                      <a:pt x="6" y="20"/>
                      <a:pt x="4" y="18"/>
                    </a:cubicBezTo>
                    <a:cubicBezTo>
                      <a:pt x="2" y="15"/>
                      <a:pt x="1" y="13"/>
                      <a:pt x="1" y="10"/>
                    </a:cubicBezTo>
                    <a:cubicBezTo>
                      <a:pt x="0" y="8"/>
                      <a:pt x="0" y="7"/>
                      <a:pt x="1" y="5"/>
                    </a:cubicBezTo>
                    <a:cubicBezTo>
                      <a:pt x="3" y="1"/>
                      <a:pt x="9" y="0"/>
                      <a:pt x="12" y="3"/>
                    </a:cubicBezTo>
                    <a:cubicBezTo>
                      <a:pt x="14" y="5"/>
                      <a:pt x="14" y="6"/>
                      <a:pt x="14"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363" name="Freeform 1236">
              <a:extLst>
                <a:ext uri="{FF2B5EF4-FFF2-40B4-BE49-F238E27FC236}">
                  <a16:creationId xmlns="" xmlns:a16="http://schemas.microsoft.com/office/drawing/2014/main" id="{FD6D07C0-55D3-4032-8CEF-031971843659}"/>
                </a:ext>
              </a:extLst>
            </p:cNvPr>
            <p:cNvSpPr>
              <a:spLocks/>
            </p:cNvSpPr>
            <p:nvPr/>
          </p:nvSpPr>
          <p:spPr bwMode="auto">
            <a:xfrm>
              <a:off x="11496136" y="512207"/>
              <a:ext cx="38131" cy="29270"/>
            </a:xfrm>
            <a:custGeom>
              <a:avLst/>
              <a:gdLst>
                <a:gd name="T0" fmla="*/ 27 w 60"/>
                <a:gd name="T1" fmla="*/ 24 h 46"/>
                <a:gd name="T2" fmla="*/ 27 w 60"/>
                <a:gd name="T3" fmla="*/ 19 h 46"/>
                <a:gd name="T4" fmla="*/ 27 w 60"/>
                <a:gd name="T5" fmla="*/ 12 h 46"/>
                <a:gd name="T6" fmla="*/ 29 w 60"/>
                <a:gd name="T7" fmla="*/ 8 h 46"/>
                <a:gd name="T8" fmla="*/ 29 w 60"/>
                <a:gd name="T9" fmla="*/ 5 h 46"/>
                <a:gd name="T10" fmla="*/ 29 w 60"/>
                <a:gd name="T11" fmla="*/ 5 h 46"/>
                <a:gd name="T12" fmla="*/ 30 w 60"/>
                <a:gd name="T13" fmla="*/ 0 h 46"/>
                <a:gd name="T14" fmla="*/ 32 w 60"/>
                <a:gd name="T15" fmla="*/ 2 h 46"/>
                <a:gd name="T16" fmla="*/ 33 w 60"/>
                <a:gd name="T17" fmla="*/ 4 h 46"/>
                <a:gd name="T18" fmla="*/ 32 w 60"/>
                <a:gd name="T19" fmla="*/ 9 h 46"/>
                <a:gd name="T20" fmla="*/ 33 w 60"/>
                <a:gd name="T21" fmla="*/ 14 h 46"/>
                <a:gd name="T22" fmla="*/ 33 w 60"/>
                <a:gd name="T23" fmla="*/ 24 h 46"/>
                <a:gd name="T24" fmla="*/ 34 w 60"/>
                <a:gd name="T25" fmla="*/ 25 h 46"/>
                <a:gd name="T26" fmla="*/ 34 w 60"/>
                <a:gd name="T27" fmla="*/ 23 h 46"/>
                <a:gd name="T28" fmla="*/ 40 w 60"/>
                <a:gd name="T29" fmla="*/ 2 h 46"/>
                <a:gd name="T30" fmla="*/ 43 w 60"/>
                <a:gd name="T31" fmla="*/ 0 h 46"/>
                <a:gd name="T32" fmla="*/ 52 w 60"/>
                <a:gd name="T33" fmla="*/ 8 h 46"/>
                <a:gd name="T34" fmla="*/ 59 w 60"/>
                <a:gd name="T35" fmla="*/ 26 h 46"/>
                <a:gd name="T36" fmla="*/ 57 w 60"/>
                <a:gd name="T37" fmla="*/ 33 h 46"/>
                <a:gd name="T38" fmla="*/ 43 w 60"/>
                <a:gd name="T39" fmla="*/ 44 h 46"/>
                <a:gd name="T40" fmla="*/ 39 w 60"/>
                <a:gd name="T41" fmla="*/ 45 h 46"/>
                <a:gd name="T42" fmla="*/ 35 w 60"/>
                <a:gd name="T43" fmla="*/ 42 h 46"/>
                <a:gd name="T44" fmla="*/ 36 w 60"/>
                <a:gd name="T45" fmla="*/ 38 h 46"/>
                <a:gd name="T46" fmla="*/ 38 w 60"/>
                <a:gd name="T47" fmla="*/ 37 h 46"/>
                <a:gd name="T48" fmla="*/ 49 w 60"/>
                <a:gd name="T49" fmla="*/ 28 h 46"/>
                <a:gd name="T50" fmla="*/ 50 w 60"/>
                <a:gd name="T51" fmla="*/ 25 h 46"/>
                <a:gd name="T52" fmla="*/ 46 w 60"/>
                <a:gd name="T53" fmla="*/ 18 h 46"/>
                <a:gd name="T54" fmla="*/ 46 w 60"/>
                <a:gd name="T55" fmla="*/ 19 h 46"/>
                <a:gd name="T56" fmla="*/ 47 w 60"/>
                <a:gd name="T57" fmla="*/ 25 h 46"/>
                <a:gd name="T58" fmla="*/ 46 w 60"/>
                <a:gd name="T59" fmla="*/ 28 h 46"/>
                <a:gd name="T60" fmla="*/ 35 w 60"/>
                <a:gd name="T61" fmla="*/ 37 h 46"/>
                <a:gd name="T62" fmla="*/ 32 w 60"/>
                <a:gd name="T63" fmla="*/ 41 h 46"/>
                <a:gd name="T64" fmla="*/ 31 w 60"/>
                <a:gd name="T65" fmla="*/ 42 h 46"/>
                <a:gd name="T66" fmla="*/ 29 w 60"/>
                <a:gd name="T67" fmla="*/ 42 h 46"/>
                <a:gd name="T68" fmla="*/ 28 w 60"/>
                <a:gd name="T69" fmla="*/ 41 h 46"/>
                <a:gd name="T70" fmla="*/ 26 w 60"/>
                <a:gd name="T71" fmla="*/ 37 h 46"/>
                <a:gd name="T72" fmla="*/ 15 w 60"/>
                <a:gd name="T73" fmla="*/ 28 h 46"/>
                <a:gd name="T74" fmla="*/ 13 w 60"/>
                <a:gd name="T75" fmla="*/ 25 h 46"/>
                <a:gd name="T76" fmla="*/ 14 w 60"/>
                <a:gd name="T77" fmla="*/ 19 h 46"/>
                <a:gd name="T78" fmla="*/ 14 w 60"/>
                <a:gd name="T79" fmla="*/ 18 h 46"/>
                <a:gd name="T80" fmla="*/ 10 w 60"/>
                <a:gd name="T81" fmla="*/ 27 h 46"/>
                <a:gd name="T82" fmla="*/ 11 w 60"/>
                <a:gd name="T83" fmla="*/ 28 h 46"/>
                <a:gd name="T84" fmla="*/ 22 w 60"/>
                <a:gd name="T85" fmla="*/ 36 h 46"/>
                <a:gd name="T86" fmla="*/ 23 w 60"/>
                <a:gd name="T87" fmla="*/ 37 h 46"/>
                <a:gd name="T88" fmla="*/ 24 w 60"/>
                <a:gd name="T89" fmla="*/ 43 h 46"/>
                <a:gd name="T90" fmla="*/ 18 w 60"/>
                <a:gd name="T91" fmla="*/ 44 h 46"/>
                <a:gd name="T92" fmla="*/ 8 w 60"/>
                <a:gd name="T93" fmla="*/ 36 h 46"/>
                <a:gd name="T94" fmla="*/ 2 w 60"/>
                <a:gd name="T95" fmla="*/ 32 h 46"/>
                <a:gd name="T96" fmla="*/ 1 w 60"/>
                <a:gd name="T97" fmla="*/ 27 h 46"/>
                <a:gd name="T98" fmla="*/ 10 w 60"/>
                <a:gd name="T99" fmla="*/ 4 h 46"/>
                <a:gd name="T100" fmla="*/ 12 w 60"/>
                <a:gd name="T101" fmla="*/ 2 h 46"/>
                <a:gd name="T102" fmla="*/ 18 w 60"/>
                <a:gd name="T103" fmla="*/ 0 h 46"/>
                <a:gd name="T104" fmla="*/ 21 w 60"/>
                <a:gd name="T105" fmla="*/ 2 h 46"/>
                <a:gd name="T106" fmla="*/ 26 w 60"/>
                <a:gd name="T107" fmla="*/ 23 h 46"/>
                <a:gd name="T108" fmla="*/ 26 w 60"/>
                <a:gd name="T109" fmla="*/ 24 h 46"/>
                <a:gd name="T110" fmla="*/ 27 w 60"/>
                <a:gd name="T111"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0" h="46">
                  <a:moveTo>
                    <a:pt x="27" y="24"/>
                  </a:moveTo>
                  <a:cubicBezTo>
                    <a:pt x="27" y="23"/>
                    <a:pt x="27" y="21"/>
                    <a:pt x="27" y="19"/>
                  </a:cubicBezTo>
                  <a:cubicBezTo>
                    <a:pt x="27" y="17"/>
                    <a:pt x="27" y="14"/>
                    <a:pt x="27" y="12"/>
                  </a:cubicBezTo>
                  <a:cubicBezTo>
                    <a:pt x="27" y="10"/>
                    <a:pt x="28" y="9"/>
                    <a:pt x="29" y="8"/>
                  </a:cubicBezTo>
                  <a:cubicBezTo>
                    <a:pt x="30" y="7"/>
                    <a:pt x="30" y="6"/>
                    <a:pt x="29" y="5"/>
                  </a:cubicBezTo>
                  <a:cubicBezTo>
                    <a:pt x="29" y="5"/>
                    <a:pt x="29" y="5"/>
                    <a:pt x="29" y="5"/>
                  </a:cubicBezTo>
                  <a:cubicBezTo>
                    <a:pt x="26" y="3"/>
                    <a:pt x="27" y="2"/>
                    <a:pt x="30" y="0"/>
                  </a:cubicBezTo>
                  <a:cubicBezTo>
                    <a:pt x="31" y="0"/>
                    <a:pt x="32" y="1"/>
                    <a:pt x="32" y="2"/>
                  </a:cubicBezTo>
                  <a:cubicBezTo>
                    <a:pt x="33" y="2"/>
                    <a:pt x="34" y="3"/>
                    <a:pt x="33" y="4"/>
                  </a:cubicBezTo>
                  <a:cubicBezTo>
                    <a:pt x="31" y="6"/>
                    <a:pt x="31" y="7"/>
                    <a:pt x="32" y="9"/>
                  </a:cubicBezTo>
                  <a:cubicBezTo>
                    <a:pt x="33" y="10"/>
                    <a:pt x="33" y="12"/>
                    <a:pt x="33" y="14"/>
                  </a:cubicBezTo>
                  <a:cubicBezTo>
                    <a:pt x="33" y="17"/>
                    <a:pt x="33" y="21"/>
                    <a:pt x="33" y="24"/>
                  </a:cubicBezTo>
                  <a:cubicBezTo>
                    <a:pt x="33" y="24"/>
                    <a:pt x="34" y="24"/>
                    <a:pt x="34" y="25"/>
                  </a:cubicBezTo>
                  <a:cubicBezTo>
                    <a:pt x="34" y="24"/>
                    <a:pt x="34" y="24"/>
                    <a:pt x="34" y="23"/>
                  </a:cubicBezTo>
                  <a:cubicBezTo>
                    <a:pt x="36" y="16"/>
                    <a:pt x="38" y="9"/>
                    <a:pt x="40" y="2"/>
                  </a:cubicBezTo>
                  <a:cubicBezTo>
                    <a:pt x="40" y="0"/>
                    <a:pt x="41" y="0"/>
                    <a:pt x="43" y="0"/>
                  </a:cubicBezTo>
                  <a:cubicBezTo>
                    <a:pt x="51" y="2"/>
                    <a:pt x="50" y="3"/>
                    <a:pt x="52" y="8"/>
                  </a:cubicBezTo>
                  <a:cubicBezTo>
                    <a:pt x="55" y="14"/>
                    <a:pt x="57" y="20"/>
                    <a:pt x="59" y="26"/>
                  </a:cubicBezTo>
                  <a:cubicBezTo>
                    <a:pt x="60" y="29"/>
                    <a:pt x="60" y="31"/>
                    <a:pt x="57" y="33"/>
                  </a:cubicBezTo>
                  <a:cubicBezTo>
                    <a:pt x="52" y="36"/>
                    <a:pt x="48" y="40"/>
                    <a:pt x="43" y="44"/>
                  </a:cubicBezTo>
                  <a:cubicBezTo>
                    <a:pt x="42" y="44"/>
                    <a:pt x="40" y="45"/>
                    <a:pt x="39" y="45"/>
                  </a:cubicBezTo>
                  <a:cubicBezTo>
                    <a:pt x="38" y="45"/>
                    <a:pt x="36" y="44"/>
                    <a:pt x="35" y="42"/>
                  </a:cubicBezTo>
                  <a:cubicBezTo>
                    <a:pt x="35" y="41"/>
                    <a:pt x="35" y="39"/>
                    <a:pt x="36" y="38"/>
                  </a:cubicBezTo>
                  <a:cubicBezTo>
                    <a:pt x="37" y="37"/>
                    <a:pt x="37" y="37"/>
                    <a:pt x="38" y="37"/>
                  </a:cubicBezTo>
                  <a:cubicBezTo>
                    <a:pt x="41" y="34"/>
                    <a:pt x="45" y="31"/>
                    <a:pt x="49" y="28"/>
                  </a:cubicBezTo>
                  <a:cubicBezTo>
                    <a:pt x="50" y="28"/>
                    <a:pt x="50" y="27"/>
                    <a:pt x="50" y="25"/>
                  </a:cubicBezTo>
                  <a:cubicBezTo>
                    <a:pt x="49" y="23"/>
                    <a:pt x="48" y="20"/>
                    <a:pt x="46" y="18"/>
                  </a:cubicBezTo>
                  <a:cubicBezTo>
                    <a:pt x="46" y="18"/>
                    <a:pt x="46" y="18"/>
                    <a:pt x="46" y="19"/>
                  </a:cubicBezTo>
                  <a:cubicBezTo>
                    <a:pt x="47" y="21"/>
                    <a:pt x="47" y="23"/>
                    <a:pt x="47" y="25"/>
                  </a:cubicBezTo>
                  <a:cubicBezTo>
                    <a:pt x="47" y="27"/>
                    <a:pt x="47" y="28"/>
                    <a:pt x="46" y="28"/>
                  </a:cubicBezTo>
                  <a:cubicBezTo>
                    <a:pt x="42" y="31"/>
                    <a:pt x="38" y="34"/>
                    <a:pt x="35" y="37"/>
                  </a:cubicBezTo>
                  <a:cubicBezTo>
                    <a:pt x="33" y="38"/>
                    <a:pt x="32" y="39"/>
                    <a:pt x="32" y="41"/>
                  </a:cubicBezTo>
                  <a:cubicBezTo>
                    <a:pt x="32" y="42"/>
                    <a:pt x="31" y="42"/>
                    <a:pt x="31" y="42"/>
                  </a:cubicBezTo>
                  <a:cubicBezTo>
                    <a:pt x="31" y="42"/>
                    <a:pt x="30" y="42"/>
                    <a:pt x="29" y="42"/>
                  </a:cubicBezTo>
                  <a:cubicBezTo>
                    <a:pt x="28" y="42"/>
                    <a:pt x="28" y="42"/>
                    <a:pt x="28" y="41"/>
                  </a:cubicBezTo>
                  <a:cubicBezTo>
                    <a:pt x="28" y="39"/>
                    <a:pt x="27" y="38"/>
                    <a:pt x="26" y="37"/>
                  </a:cubicBezTo>
                  <a:cubicBezTo>
                    <a:pt x="22" y="34"/>
                    <a:pt x="18" y="31"/>
                    <a:pt x="15" y="28"/>
                  </a:cubicBezTo>
                  <a:cubicBezTo>
                    <a:pt x="13" y="28"/>
                    <a:pt x="13" y="27"/>
                    <a:pt x="13" y="25"/>
                  </a:cubicBezTo>
                  <a:cubicBezTo>
                    <a:pt x="14" y="23"/>
                    <a:pt x="14" y="21"/>
                    <a:pt x="14" y="19"/>
                  </a:cubicBezTo>
                  <a:cubicBezTo>
                    <a:pt x="14" y="19"/>
                    <a:pt x="14" y="18"/>
                    <a:pt x="14" y="18"/>
                  </a:cubicBezTo>
                  <a:cubicBezTo>
                    <a:pt x="13" y="21"/>
                    <a:pt x="11" y="24"/>
                    <a:pt x="10" y="27"/>
                  </a:cubicBezTo>
                  <a:cubicBezTo>
                    <a:pt x="10" y="27"/>
                    <a:pt x="11" y="28"/>
                    <a:pt x="11" y="28"/>
                  </a:cubicBezTo>
                  <a:cubicBezTo>
                    <a:pt x="15" y="31"/>
                    <a:pt x="19" y="34"/>
                    <a:pt x="22" y="36"/>
                  </a:cubicBezTo>
                  <a:cubicBezTo>
                    <a:pt x="23" y="37"/>
                    <a:pt x="23" y="37"/>
                    <a:pt x="23" y="37"/>
                  </a:cubicBezTo>
                  <a:cubicBezTo>
                    <a:pt x="25" y="39"/>
                    <a:pt x="26" y="41"/>
                    <a:pt x="24" y="43"/>
                  </a:cubicBezTo>
                  <a:cubicBezTo>
                    <a:pt x="23" y="45"/>
                    <a:pt x="20" y="46"/>
                    <a:pt x="18" y="44"/>
                  </a:cubicBezTo>
                  <a:cubicBezTo>
                    <a:pt x="14" y="41"/>
                    <a:pt x="11" y="39"/>
                    <a:pt x="8" y="36"/>
                  </a:cubicBezTo>
                  <a:cubicBezTo>
                    <a:pt x="6" y="35"/>
                    <a:pt x="4" y="34"/>
                    <a:pt x="2" y="32"/>
                  </a:cubicBezTo>
                  <a:cubicBezTo>
                    <a:pt x="1" y="31"/>
                    <a:pt x="0" y="29"/>
                    <a:pt x="1" y="27"/>
                  </a:cubicBezTo>
                  <a:cubicBezTo>
                    <a:pt x="4" y="19"/>
                    <a:pt x="6" y="12"/>
                    <a:pt x="10" y="4"/>
                  </a:cubicBezTo>
                  <a:cubicBezTo>
                    <a:pt x="10" y="3"/>
                    <a:pt x="11" y="2"/>
                    <a:pt x="12" y="2"/>
                  </a:cubicBezTo>
                  <a:cubicBezTo>
                    <a:pt x="14" y="1"/>
                    <a:pt x="16" y="1"/>
                    <a:pt x="18" y="0"/>
                  </a:cubicBezTo>
                  <a:cubicBezTo>
                    <a:pt x="20" y="0"/>
                    <a:pt x="20" y="0"/>
                    <a:pt x="21" y="2"/>
                  </a:cubicBezTo>
                  <a:cubicBezTo>
                    <a:pt x="22" y="9"/>
                    <a:pt x="24" y="16"/>
                    <a:pt x="26" y="23"/>
                  </a:cubicBezTo>
                  <a:cubicBezTo>
                    <a:pt x="26" y="23"/>
                    <a:pt x="26" y="24"/>
                    <a:pt x="26" y="24"/>
                  </a:cubicBezTo>
                  <a:cubicBezTo>
                    <a:pt x="27" y="24"/>
                    <a:pt x="27" y="24"/>
                    <a:pt x="27" y="2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64" name="Freeform 1237">
              <a:extLst>
                <a:ext uri="{FF2B5EF4-FFF2-40B4-BE49-F238E27FC236}">
                  <a16:creationId xmlns="" xmlns:a16="http://schemas.microsoft.com/office/drawing/2014/main" id="{CBF151E9-B5D1-4E7F-BC43-3FD1F662483F}"/>
                </a:ext>
              </a:extLst>
            </p:cNvPr>
            <p:cNvSpPr>
              <a:spLocks/>
            </p:cNvSpPr>
            <p:nvPr/>
          </p:nvSpPr>
          <p:spPr bwMode="auto">
            <a:xfrm>
              <a:off x="11508220" y="493679"/>
              <a:ext cx="13427" cy="16649"/>
            </a:xfrm>
            <a:custGeom>
              <a:avLst/>
              <a:gdLst>
                <a:gd name="T0" fmla="*/ 11 w 21"/>
                <a:gd name="T1" fmla="*/ 0 h 26"/>
                <a:gd name="T2" fmla="*/ 21 w 21"/>
                <a:gd name="T3" fmla="*/ 11 h 26"/>
                <a:gd name="T4" fmla="*/ 17 w 21"/>
                <a:gd name="T5" fmla="*/ 22 h 26"/>
                <a:gd name="T6" fmla="*/ 5 w 21"/>
                <a:gd name="T7" fmla="*/ 22 h 26"/>
                <a:gd name="T8" fmla="*/ 1 w 21"/>
                <a:gd name="T9" fmla="*/ 9 h 26"/>
                <a:gd name="T10" fmla="*/ 11 w 21"/>
                <a:gd name="T11" fmla="*/ 0 h 26"/>
              </a:gdLst>
              <a:ahLst/>
              <a:cxnLst>
                <a:cxn ang="0">
                  <a:pos x="T0" y="T1"/>
                </a:cxn>
                <a:cxn ang="0">
                  <a:pos x="T2" y="T3"/>
                </a:cxn>
                <a:cxn ang="0">
                  <a:pos x="T4" y="T5"/>
                </a:cxn>
                <a:cxn ang="0">
                  <a:pos x="T6" y="T7"/>
                </a:cxn>
                <a:cxn ang="0">
                  <a:pos x="T8" y="T9"/>
                </a:cxn>
                <a:cxn ang="0">
                  <a:pos x="T10" y="T11"/>
                </a:cxn>
              </a:cxnLst>
              <a:rect l="0" t="0" r="r" b="b"/>
              <a:pathLst>
                <a:path w="21" h="26">
                  <a:moveTo>
                    <a:pt x="11" y="0"/>
                  </a:moveTo>
                  <a:cubicBezTo>
                    <a:pt x="17" y="1"/>
                    <a:pt x="21" y="4"/>
                    <a:pt x="21" y="11"/>
                  </a:cubicBezTo>
                  <a:cubicBezTo>
                    <a:pt x="21" y="15"/>
                    <a:pt x="20" y="19"/>
                    <a:pt x="17" y="22"/>
                  </a:cubicBezTo>
                  <a:cubicBezTo>
                    <a:pt x="13" y="26"/>
                    <a:pt x="8" y="26"/>
                    <a:pt x="5" y="22"/>
                  </a:cubicBezTo>
                  <a:cubicBezTo>
                    <a:pt x="2" y="18"/>
                    <a:pt x="0" y="14"/>
                    <a:pt x="1" y="9"/>
                  </a:cubicBezTo>
                  <a:cubicBezTo>
                    <a:pt x="2" y="3"/>
                    <a:pt x="6" y="0"/>
                    <a:pt x="1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65" name="Freeform 1238">
              <a:extLst>
                <a:ext uri="{FF2B5EF4-FFF2-40B4-BE49-F238E27FC236}">
                  <a16:creationId xmlns="" xmlns:a16="http://schemas.microsoft.com/office/drawing/2014/main" id="{ACE63BEC-835F-44B9-AB14-E1BB1ED7FC21}"/>
                </a:ext>
              </a:extLst>
            </p:cNvPr>
            <p:cNvSpPr>
              <a:spLocks/>
            </p:cNvSpPr>
            <p:nvPr/>
          </p:nvSpPr>
          <p:spPr bwMode="auto">
            <a:xfrm>
              <a:off x="11524332" y="498244"/>
              <a:ext cx="9399" cy="20945"/>
            </a:xfrm>
            <a:custGeom>
              <a:avLst/>
              <a:gdLst>
                <a:gd name="T0" fmla="*/ 13 w 15"/>
                <a:gd name="T1" fmla="*/ 33 h 33"/>
                <a:gd name="T2" fmla="*/ 11 w 15"/>
                <a:gd name="T3" fmla="*/ 23 h 33"/>
                <a:gd name="T4" fmla="*/ 11 w 15"/>
                <a:gd name="T5" fmla="*/ 15 h 33"/>
                <a:gd name="T6" fmla="*/ 2 w 15"/>
                <a:gd name="T7" fmla="*/ 3 h 33"/>
                <a:gd name="T8" fmla="*/ 0 w 15"/>
                <a:gd name="T9" fmla="*/ 3 h 33"/>
                <a:gd name="T10" fmla="*/ 0 w 15"/>
                <a:gd name="T11" fmla="*/ 0 h 33"/>
                <a:gd name="T12" fmla="*/ 1 w 15"/>
                <a:gd name="T13" fmla="*/ 0 h 33"/>
                <a:gd name="T14" fmla="*/ 15 w 15"/>
                <a:gd name="T15" fmla="*/ 17 h 33"/>
                <a:gd name="T16" fmla="*/ 13 w 15"/>
                <a:gd name="T17" fmla="*/ 31 h 33"/>
                <a:gd name="T18" fmla="*/ 13 w 15"/>
                <a:gd name="T19"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3">
                  <a:moveTo>
                    <a:pt x="13" y="33"/>
                  </a:moveTo>
                  <a:cubicBezTo>
                    <a:pt x="11" y="30"/>
                    <a:pt x="10" y="27"/>
                    <a:pt x="11" y="23"/>
                  </a:cubicBezTo>
                  <a:cubicBezTo>
                    <a:pt x="11" y="20"/>
                    <a:pt x="12" y="18"/>
                    <a:pt x="11" y="15"/>
                  </a:cubicBezTo>
                  <a:cubicBezTo>
                    <a:pt x="11" y="9"/>
                    <a:pt x="7" y="5"/>
                    <a:pt x="2" y="3"/>
                  </a:cubicBezTo>
                  <a:cubicBezTo>
                    <a:pt x="1" y="3"/>
                    <a:pt x="0" y="3"/>
                    <a:pt x="0" y="3"/>
                  </a:cubicBezTo>
                  <a:cubicBezTo>
                    <a:pt x="0" y="2"/>
                    <a:pt x="0" y="1"/>
                    <a:pt x="0" y="0"/>
                  </a:cubicBezTo>
                  <a:cubicBezTo>
                    <a:pt x="0" y="0"/>
                    <a:pt x="1" y="0"/>
                    <a:pt x="1" y="0"/>
                  </a:cubicBezTo>
                  <a:cubicBezTo>
                    <a:pt x="9" y="1"/>
                    <a:pt x="15" y="8"/>
                    <a:pt x="15" y="17"/>
                  </a:cubicBezTo>
                  <a:cubicBezTo>
                    <a:pt x="14" y="22"/>
                    <a:pt x="14" y="26"/>
                    <a:pt x="13" y="31"/>
                  </a:cubicBezTo>
                  <a:cubicBezTo>
                    <a:pt x="13" y="32"/>
                    <a:pt x="13" y="32"/>
                    <a:pt x="13"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66" name="Freeform 1239">
              <a:extLst>
                <a:ext uri="{FF2B5EF4-FFF2-40B4-BE49-F238E27FC236}">
                  <a16:creationId xmlns="" xmlns:a16="http://schemas.microsoft.com/office/drawing/2014/main" id="{D0005BC4-7472-401F-B258-ABB20D94E7AE}"/>
                </a:ext>
              </a:extLst>
            </p:cNvPr>
            <p:cNvSpPr>
              <a:spLocks/>
            </p:cNvSpPr>
            <p:nvPr/>
          </p:nvSpPr>
          <p:spPr bwMode="auto">
            <a:xfrm>
              <a:off x="11497479" y="498244"/>
              <a:ext cx="9667" cy="20945"/>
            </a:xfrm>
            <a:custGeom>
              <a:avLst/>
              <a:gdLst>
                <a:gd name="T0" fmla="*/ 1 w 15"/>
                <a:gd name="T1" fmla="*/ 33 h 33"/>
                <a:gd name="T2" fmla="*/ 0 w 15"/>
                <a:gd name="T3" fmla="*/ 22 h 33"/>
                <a:gd name="T4" fmla="*/ 0 w 15"/>
                <a:gd name="T5" fmla="*/ 14 h 33"/>
                <a:gd name="T6" fmla="*/ 13 w 15"/>
                <a:gd name="T7" fmla="*/ 0 h 33"/>
                <a:gd name="T8" fmla="*/ 15 w 15"/>
                <a:gd name="T9" fmla="*/ 1 h 33"/>
                <a:gd name="T10" fmla="*/ 14 w 15"/>
                <a:gd name="T11" fmla="*/ 3 h 33"/>
                <a:gd name="T12" fmla="*/ 13 w 15"/>
                <a:gd name="T13" fmla="*/ 3 h 33"/>
                <a:gd name="T14" fmla="*/ 3 w 15"/>
                <a:gd name="T15" fmla="*/ 19 h 33"/>
                <a:gd name="T16" fmla="*/ 3 w 15"/>
                <a:gd name="T17" fmla="*/ 26 h 33"/>
                <a:gd name="T18" fmla="*/ 2 w 15"/>
                <a:gd name="T19" fmla="*/ 33 h 33"/>
                <a:gd name="T20" fmla="*/ 1 w 15"/>
                <a:gd name="T21"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33">
                  <a:moveTo>
                    <a:pt x="1" y="33"/>
                  </a:moveTo>
                  <a:cubicBezTo>
                    <a:pt x="1" y="29"/>
                    <a:pt x="0" y="26"/>
                    <a:pt x="0" y="22"/>
                  </a:cubicBezTo>
                  <a:cubicBezTo>
                    <a:pt x="0" y="20"/>
                    <a:pt x="0" y="17"/>
                    <a:pt x="0" y="14"/>
                  </a:cubicBezTo>
                  <a:cubicBezTo>
                    <a:pt x="0" y="7"/>
                    <a:pt x="6" y="1"/>
                    <a:pt x="13" y="0"/>
                  </a:cubicBezTo>
                  <a:cubicBezTo>
                    <a:pt x="14" y="0"/>
                    <a:pt x="14" y="0"/>
                    <a:pt x="15" y="1"/>
                  </a:cubicBezTo>
                  <a:cubicBezTo>
                    <a:pt x="14" y="1"/>
                    <a:pt x="14" y="2"/>
                    <a:pt x="14" y="3"/>
                  </a:cubicBezTo>
                  <a:cubicBezTo>
                    <a:pt x="14" y="3"/>
                    <a:pt x="13" y="3"/>
                    <a:pt x="13" y="3"/>
                  </a:cubicBezTo>
                  <a:cubicBezTo>
                    <a:pt x="6" y="5"/>
                    <a:pt x="2" y="11"/>
                    <a:pt x="3" y="19"/>
                  </a:cubicBezTo>
                  <a:cubicBezTo>
                    <a:pt x="3" y="21"/>
                    <a:pt x="4" y="23"/>
                    <a:pt x="3" y="26"/>
                  </a:cubicBezTo>
                  <a:cubicBezTo>
                    <a:pt x="3" y="28"/>
                    <a:pt x="2" y="30"/>
                    <a:pt x="2" y="33"/>
                  </a:cubicBezTo>
                  <a:cubicBezTo>
                    <a:pt x="1" y="33"/>
                    <a:pt x="1" y="33"/>
                    <a:pt x="1"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367" name="Group 366">
              <a:extLst>
                <a:ext uri="{FF2B5EF4-FFF2-40B4-BE49-F238E27FC236}">
                  <a16:creationId xmlns="" xmlns:a16="http://schemas.microsoft.com/office/drawing/2014/main" id="{70D70F93-9B7C-4CC7-A930-797FA743AA3D}"/>
                </a:ext>
              </a:extLst>
            </p:cNvPr>
            <p:cNvGrpSpPr/>
            <p:nvPr/>
          </p:nvGrpSpPr>
          <p:grpSpPr>
            <a:xfrm>
              <a:off x="10942425" y="452325"/>
              <a:ext cx="63642" cy="78142"/>
              <a:chOff x="2764578" y="2589108"/>
              <a:chExt cx="376238" cy="461962"/>
            </a:xfrm>
          </p:grpSpPr>
          <p:sp>
            <p:nvSpPr>
              <p:cNvPr id="568" name="Freeform 1240">
                <a:extLst>
                  <a:ext uri="{FF2B5EF4-FFF2-40B4-BE49-F238E27FC236}">
                    <a16:creationId xmlns="" xmlns:a16="http://schemas.microsoft.com/office/drawing/2014/main" id="{BD979C78-595B-4C93-9E05-E9AB41FD3183}"/>
                  </a:ext>
                </a:extLst>
              </p:cNvPr>
              <p:cNvSpPr>
                <a:spLocks/>
              </p:cNvSpPr>
              <p:nvPr/>
            </p:nvSpPr>
            <p:spPr bwMode="auto">
              <a:xfrm>
                <a:off x="2764578" y="2765320"/>
                <a:ext cx="376238" cy="285750"/>
              </a:xfrm>
              <a:custGeom>
                <a:avLst/>
                <a:gdLst>
                  <a:gd name="T0" fmla="*/ 44 w 100"/>
                  <a:gd name="T1" fmla="*/ 41 h 76"/>
                  <a:gd name="T2" fmla="*/ 45 w 100"/>
                  <a:gd name="T3" fmla="*/ 32 h 76"/>
                  <a:gd name="T4" fmla="*/ 45 w 100"/>
                  <a:gd name="T5" fmla="*/ 20 h 76"/>
                  <a:gd name="T6" fmla="*/ 48 w 100"/>
                  <a:gd name="T7" fmla="*/ 13 h 76"/>
                  <a:gd name="T8" fmla="*/ 48 w 100"/>
                  <a:gd name="T9" fmla="*/ 9 h 76"/>
                  <a:gd name="T10" fmla="*/ 47 w 100"/>
                  <a:gd name="T11" fmla="*/ 9 h 76"/>
                  <a:gd name="T12" fmla="*/ 49 w 100"/>
                  <a:gd name="T13" fmla="*/ 1 h 76"/>
                  <a:gd name="T14" fmla="*/ 54 w 100"/>
                  <a:gd name="T15" fmla="*/ 3 h 76"/>
                  <a:gd name="T16" fmla="*/ 54 w 100"/>
                  <a:gd name="T17" fmla="*/ 7 h 76"/>
                  <a:gd name="T18" fmla="*/ 54 w 100"/>
                  <a:gd name="T19" fmla="*/ 16 h 76"/>
                  <a:gd name="T20" fmla="*/ 55 w 100"/>
                  <a:gd name="T21" fmla="*/ 23 h 76"/>
                  <a:gd name="T22" fmla="*/ 55 w 100"/>
                  <a:gd name="T23" fmla="*/ 41 h 76"/>
                  <a:gd name="T24" fmla="*/ 56 w 100"/>
                  <a:gd name="T25" fmla="*/ 41 h 76"/>
                  <a:gd name="T26" fmla="*/ 57 w 100"/>
                  <a:gd name="T27" fmla="*/ 39 h 76"/>
                  <a:gd name="T28" fmla="*/ 66 w 100"/>
                  <a:gd name="T29" fmla="*/ 4 h 76"/>
                  <a:gd name="T30" fmla="*/ 71 w 100"/>
                  <a:gd name="T31" fmla="*/ 1 h 76"/>
                  <a:gd name="T32" fmla="*/ 87 w 100"/>
                  <a:gd name="T33" fmla="*/ 14 h 76"/>
                  <a:gd name="T34" fmla="*/ 98 w 100"/>
                  <a:gd name="T35" fmla="*/ 44 h 76"/>
                  <a:gd name="T36" fmla="*/ 95 w 100"/>
                  <a:gd name="T37" fmla="*/ 55 h 76"/>
                  <a:gd name="T38" fmla="*/ 71 w 100"/>
                  <a:gd name="T39" fmla="*/ 73 h 76"/>
                  <a:gd name="T40" fmla="*/ 65 w 100"/>
                  <a:gd name="T41" fmla="*/ 75 h 76"/>
                  <a:gd name="T42" fmla="*/ 59 w 100"/>
                  <a:gd name="T43" fmla="*/ 71 h 76"/>
                  <a:gd name="T44" fmla="*/ 60 w 100"/>
                  <a:gd name="T45" fmla="*/ 63 h 76"/>
                  <a:gd name="T46" fmla="*/ 63 w 100"/>
                  <a:gd name="T47" fmla="*/ 61 h 76"/>
                  <a:gd name="T48" fmla="*/ 81 w 100"/>
                  <a:gd name="T49" fmla="*/ 48 h 76"/>
                  <a:gd name="T50" fmla="*/ 82 w 100"/>
                  <a:gd name="T51" fmla="*/ 43 h 76"/>
                  <a:gd name="T52" fmla="*/ 77 w 100"/>
                  <a:gd name="T53" fmla="*/ 30 h 76"/>
                  <a:gd name="T54" fmla="*/ 77 w 100"/>
                  <a:gd name="T55" fmla="*/ 32 h 76"/>
                  <a:gd name="T56" fmla="*/ 78 w 100"/>
                  <a:gd name="T57" fmla="*/ 42 h 76"/>
                  <a:gd name="T58" fmla="*/ 76 w 100"/>
                  <a:gd name="T59" fmla="*/ 48 h 76"/>
                  <a:gd name="T60" fmla="*/ 58 w 100"/>
                  <a:gd name="T61" fmla="*/ 61 h 76"/>
                  <a:gd name="T62" fmla="*/ 53 w 100"/>
                  <a:gd name="T63" fmla="*/ 69 h 76"/>
                  <a:gd name="T64" fmla="*/ 51 w 100"/>
                  <a:gd name="T65" fmla="*/ 71 h 76"/>
                  <a:gd name="T66" fmla="*/ 48 w 100"/>
                  <a:gd name="T67" fmla="*/ 71 h 76"/>
                  <a:gd name="T68" fmla="*/ 46 w 100"/>
                  <a:gd name="T69" fmla="*/ 69 h 76"/>
                  <a:gd name="T70" fmla="*/ 42 w 100"/>
                  <a:gd name="T71" fmla="*/ 61 h 76"/>
                  <a:gd name="T72" fmla="*/ 24 w 100"/>
                  <a:gd name="T73" fmla="*/ 48 h 76"/>
                  <a:gd name="T74" fmla="*/ 22 w 100"/>
                  <a:gd name="T75" fmla="*/ 42 h 76"/>
                  <a:gd name="T76" fmla="*/ 23 w 100"/>
                  <a:gd name="T77" fmla="*/ 32 h 76"/>
                  <a:gd name="T78" fmla="*/ 22 w 100"/>
                  <a:gd name="T79" fmla="*/ 30 h 76"/>
                  <a:gd name="T80" fmla="*/ 17 w 100"/>
                  <a:gd name="T81" fmla="*/ 45 h 76"/>
                  <a:gd name="T82" fmla="*/ 18 w 100"/>
                  <a:gd name="T83" fmla="*/ 47 h 76"/>
                  <a:gd name="T84" fmla="*/ 37 w 100"/>
                  <a:gd name="T85" fmla="*/ 61 h 76"/>
                  <a:gd name="T86" fmla="*/ 38 w 100"/>
                  <a:gd name="T87" fmla="*/ 62 h 76"/>
                  <a:gd name="T88" fmla="*/ 40 w 100"/>
                  <a:gd name="T89" fmla="*/ 73 h 76"/>
                  <a:gd name="T90" fmla="*/ 30 w 100"/>
                  <a:gd name="T91" fmla="*/ 74 h 76"/>
                  <a:gd name="T92" fmla="*/ 12 w 100"/>
                  <a:gd name="T93" fmla="*/ 61 h 76"/>
                  <a:gd name="T94" fmla="*/ 4 w 100"/>
                  <a:gd name="T95" fmla="*/ 54 h 76"/>
                  <a:gd name="T96" fmla="*/ 1 w 100"/>
                  <a:gd name="T97" fmla="*/ 45 h 76"/>
                  <a:gd name="T98" fmla="*/ 16 w 100"/>
                  <a:gd name="T99" fmla="*/ 8 h 76"/>
                  <a:gd name="T100" fmla="*/ 20 w 100"/>
                  <a:gd name="T101" fmla="*/ 3 h 76"/>
                  <a:gd name="T102" fmla="*/ 30 w 100"/>
                  <a:gd name="T103" fmla="*/ 0 h 76"/>
                  <a:gd name="T104" fmla="*/ 34 w 100"/>
                  <a:gd name="T105" fmla="*/ 3 h 76"/>
                  <a:gd name="T106" fmla="*/ 43 w 100"/>
                  <a:gd name="T107" fmla="*/ 38 h 76"/>
                  <a:gd name="T108" fmla="*/ 44 w 100"/>
                  <a:gd name="T109" fmla="*/ 41 h 76"/>
                  <a:gd name="T110" fmla="*/ 44 w 100"/>
                  <a:gd name="T111" fmla="*/ 4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 h="76">
                    <a:moveTo>
                      <a:pt x="44" y="41"/>
                    </a:moveTo>
                    <a:cubicBezTo>
                      <a:pt x="45" y="38"/>
                      <a:pt x="45" y="35"/>
                      <a:pt x="45" y="32"/>
                    </a:cubicBezTo>
                    <a:cubicBezTo>
                      <a:pt x="45" y="28"/>
                      <a:pt x="45" y="24"/>
                      <a:pt x="45" y="20"/>
                    </a:cubicBezTo>
                    <a:cubicBezTo>
                      <a:pt x="45" y="17"/>
                      <a:pt x="46" y="15"/>
                      <a:pt x="48" y="13"/>
                    </a:cubicBezTo>
                    <a:cubicBezTo>
                      <a:pt x="50" y="12"/>
                      <a:pt x="50" y="11"/>
                      <a:pt x="48" y="9"/>
                    </a:cubicBezTo>
                    <a:cubicBezTo>
                      <a:pt x="48" y="9"/>
                      <a:pt x="48" y="9"/>
                      <a:pt x="47" y="9"/>
                    </a:cubicBezTo>
                    <a:cubicBezTo>
                      <a:pt x="44" y="6"/>
                      <a:pt x="45" y="3"/>
                      <a:pt x="49" y="1"/>
                    </a:cubicBezTo>
                    <a:cubicBezTo>
                      <a:pt x="51" y="0"/>
                      <a:pt x="53" y="2"/>
                      <a:pt x="54" y="3"/>
                    </a:cubicBezTo>
                    <a:cubicBezTo>
                      <a:pt x="55" y="4"/>
                      <a:pt x="56" y="6"/>
                      <a:pt x="54" y="7"/>
                    </a:cubicBezTo>
                    <a:cubicBezTo>
                      <a:pt x="51" y="10"/>
                      <a:pt x="51" y="12"/>
                      <a:pt x="54" y="16"/>
                    </a:cubicBezTo>
                    <a:cubicBezTo>
                      <a:pt x="55" y="17"/>
                      <a:pt x="55" y="20"/>
                      <a:pt x="55" y="23"/>
                    </a:cubicBezTo>
                    <a:cubicBezTo>
                      <a:pt x="55" y="29"/>
                      <a:pt x="55" y="35"/>
                      <a:pt x="55" y="41"/>
                    </a:cubicBezTo>
                    <a:cubicBezTo>
                      <a:pt x="56" y="41"/>
                      <a:pt x="56" y="41"/>
                      <a:pt x="56" y="41"/>
                    </a:cubicBezTo>
                    <a:cubicBezTo>
                      <a:pt x="56" y="40"/>
                      <a:pt x="56" y="40"/>
                      <a:pt x="57" y="39"/>
                    </a:cubicBezTo>
                    <a:cubicBezTo>
                      <a:pt x="60" y="27"/>
                      <a:pt x="63" y="16"/>
                      <a:pt x="66" y="4"/>
                    </a:cubicBezTo>
                    <a:cubicBezTo>
                      <a:pt x="67" y="0"/>
                      <a:pt x="67" y="0"/>
                      <a:pt x="71" y="1"/>
                    </a:cubicBezTo>
                    <a:cubicBezTo>
                      <a:pt x="85" y="4"/>
                      <a:pt x="83" y="5"/>
                      <a:pt x="87" y="14"/>
                    </a:cubicBezTo>
                    <a:cubicBezTo>
                      <a:pt x="91" y="24"/>
                      <a:pt x="94" y="34"/>
                      <a:pt x="98" y="44"/>
                    </a:cubicBezTo>
                    <a:cubicBezTo>
                      <a:pt x="100" y="49"/>
                      <a:pt x="99" y="52"/>
                      <a:pt x="95" y="55"/>
                    </a:cubicBezTo>
                    <a:cubicBezTo>
                      <a:pt x="87" y="61"/>
                      <a:pt x="79" y="67"/>
                      <a:pt x="71" y="73"/>
                    </a:cubicBezTo>
                    <a:cubicBezTo>
                      <a:pt x="69" y="74"/>
                      <a:pt x="67" y="75"/>
                      <a:pt x="65" y="75"/>
                    </a:cubicBezTo>
                    <a:cubicBezTo>
                      <a:pt x="62" y="75"/>
                      <a:pt x="60" y="74"/>
                      <a:pt x="59" y="71"/>
                    </a:cubicBezTo>
                    <a:cubicBezTo>
                      <a:pt x="58" y="68"/>
                      <a:pt x="58" y="66"/>
                      <a:pt x="60" y="63"/>
                    </a:cubicBezTo>
                    <a:cubicBezTo>
                      <a:pt x="61" y="63"/>
                      <a:pt x="62" y="62"/>
                      <a:pt x="63" y="61"/>
                    </a:cubicBezTo>
                    <a:cubicBezTo>
                      <a:pt x="69" y="57"/>
                      <a:pt x="75" y="52"/>
                      <a:pt x="81" y="48"/>
                    </a:cubicBezTo>
                    <a:cubicBezTo>
                      <a:pt x="83" y="46"/>
                      <a:pt x="83" y="45"/>
                      <a:pt x="82" y="43"/>
                    </a:cubicBezTo>
                    <a:cubicBezTo>
                      <a:pt x="81" y="38"/>
                      <a:pt x="79" y="34"/>
                      <a:pt x="77" y="30"/>
                    </a:cubicBezTo>
                    <a:cubicBezTo>
                      <a:pt x="77" y="30"/>
                      <a:pt x="77" y="31"/>
                      <a:pt x="77" y="32"/>
                    </a:cubicBezTo>
                    <a:cubicBezTo>
                      <a:pt x="77" y="35"/>
                      <a:pt x="78" y="39"/>
                      <a:pt x="78" y="42"/>
                    </a:cubicBezTo>
                    <a:cubicBezTo>
                      <a:pt x="79" y="45"/>
                      <a:pt x="78" y="46"/>
                      <a:pt x="76" y="48"/>
                    </a:cubicBezTo>
                    <a:cubicBezTo>
                      <a:pt x="70" y="52"/>
                      <a:pt x="64" y="57"/>
                      <a:pt x="58" y="61"/>
                    </a:cubicBezTo>
                    <a:cubicBezTo>
                      <a:pt x="55" y="63"/>
                      <a:pt x="53" y="65"/>
                      <a:pt x="53" y="69"/>
                    </a:cubicBezTo>
                    <a:cubicBezTo>
                      <a:pt x="53" y="70"/>
                      <a:pt x="52" y="70"/>
                      <a:pt x="51" y="71"/>
                    </a:cubicBezTo>
                    <a:cubicBezTo>
                      <a:pt x="51" y="71"/>
                      <a:pt x="49" y="71"/>
                      <a:pt x="48" y="71"/>
                    </a:cubicBezTo>
                    <a:cubicBezTo>
                      <a:pt x="47" y="71"/>
                      <a:pt x="46" y="70"/>
                      <a:pt x="46" y="69"/>
                    </a:cubicBezTo>
                    <a:cubicBezTo>
                      <a:pt x="47" y="66"/>
                      <a:pt x="45" y="63"/>
                      <a:pt x="42" y="61"/>
                    </a:cubicBezTo>
                    <a:cubicBezTo>
                      <a:pt x="36" y="57"/>
                      <a:pt x="30" y="52"/>
                      <a:pt x="24" y="48"/>
                    </a:cubicBezTo>
                    <a:cubicBezTo>
                      <a:pt x="22" y="46"/>
                      <a:pt x="21" y="45"/>
                      <a:pt x="22" y="42"/>
                    </a:cubicBezTo>
                    <a:cubicBezTo>
                      <a:pt x="22" y="39"/>
                      <a:pt x="23" y="35"/>
                      <a:pt x="23" y="32"/>
                    </a:cubicBezTo>
                    <a:cubicBezTo>
                      <a:pt x="23" y="31"/>
                      <a:pt x="23" y="30"/>
                      <a:pt x="22" y="30"/>
                    </a:cubicBezTo>
                    <a:cubicBezTo>
                      <a:pt x="21" y="35"/>
                      <a:pt x="19" y="40"/>
                      <a:pt x="17" y="45"/>
                    </a:cubicBezTo>
                    <a:cubicBezTo>
                      <a:pt x="17" y="45"/>
                      <a:pt x="18" y="46"/>
                      <a:pt x="18" y="47"/>
                    </a:cubicBezTo>
                    <a:cubicBezTo>
                      <a:pt x="24" y="52"/>
                      <a:pt x="31" y="56"/>
                      <a:pt x="37" y="61"/>
                    </a:cubicBezTo>
                    <a:cubicBezTo>
                      <a:pt x="37" y="61"/>
                      <a:pt x="38" y="62"/>
                      <a:pt x="38" y="62"/>
                    </a:cubicBezTo>
                    <a:cubicBezTo>
                      <a:pt x="42" y="65"/>
                      <a:pt x="43" y="69"/>
                      <a:pt x="40" y="73"/>
                    </a:cubicBezTo>
                    <a:cubicBezTo>
                      <a:pt x="38" y="76"/>
                      <a:pt x="33" y="76"/>
                      <a:pt x="30" y="74"/>
                    </a:cubicBezTo>
                    <a:cubicBezTo>
                      <a:pt x="24" y="69"/>
                      <a:pt x="18" y="65"/>
                      <a:pt x="12" y="61"/>
                    </a:cubicBezTo>
                    <a:cubicBezTo>
                      <a:pt x="9" y="59"/>
                      <a:pt x="7" y="57"/>
                      <a:pt x="4" y="54"/>
                    </a:cubicBezTo>
                    <a:cubicBezTo>
                      <a:pt x="1" y="52"/>
                      <a:pt x="0" y="49"/>
                      <a:pt x="1" y="45"/>
                    </a:cubicBezTo>
                    <a:cubicBezTo>
                      <a:pt x="6" y="33"/>
                      <a:pt x="11" y="20"/>
                      <a:pt x="16" y="8"/>
                    </a:cubicBezTo>
                    <a:cubicBezTo>
                      <a:pt x="16" y="6"/>
                      <a:pt x="19" y="4"/>
                      <a:pt x="20" y="3"/>
                    </a:cubicBezTo>
                    <a:cubicBezTo>
                      <a:pt x="23" y="2"/>
                      <a:pt x="27" y="1"/>
                      <a:pt x="30" y="0"/>
                    </a:cubicBezTo>
                    <a:cubicBezTo>
                      <a:pt x="33" y="0"/>
                      <a:pt x="33" y="0"/>
                      <a:pt x="34" y="3"/>
                    </a:cubicBezTo>
                    <a:cubicBezTo>
                      <a:pt x="37" y="15"/>
                      <a:pt x="40" y="27"/>
                      <a:pt x="43" y="38"/>
                    </a:cubicBezTo>
                    <a:cubicBezTo>
                      <a:pt x="43" y="39"/>
                      <a:pt x="44" y="40"/>
                      <a:pt x="44" y="41"/>
                    </a:cubicBezTo>
                    <a:cubicBezTo>
                      <a:pt x="44" y="41"/>
                      <a:pt x="44" y="41"/>
                      <a:pt x="44" y="4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9" name="Freeform 1241">
                <a:extLst>
                  <a:ext uri="{FF2B5EF4-FFF2-40B4-BE49-F238E27FC236}">
                    <a16:creationId xmlns="" xmlns:a16="http://schemas.microsoft.com/office/drawing/2014/main" id="{0537B9B8-0C43-44A3-BEB2-51A71989A79F}"/>
                  </a:ext>
                </a:extLst>
              </p:cNvPr>
              <p:cNvSpPr>
                <a:spLocks/>
              </p:cNvSpPr>
              <p:nvPr/>
            </p:nvSpPr>
            <p:spPr bwMode="auto">
              <a:xfrm>
                <a:off x="2885228" y="2589108"/>
                <a:ext cx="131763" cy="158750"/>
              </a:xfrm>
              <a:custGeom>
                <a:avLst/>
                <a:gdLst>
                  <a:gd name="T0" fmla="*/ 18 w 35"/>
                  <a:gd name="T1" fmla="*/ 0 h 42"/>
                  <a:gd name="T2" fmla="*/ 35 w 35"/>
                  <a:gd name="T3" fmla="*/ 17 h 42"/>
                  <a:gd name="T4" fmla="*/ 27 w 35"/>
                  <a:gd name="T5" fmla="*/ 36 h 42"/>
                  <a:gd name="T6" fmla="*/ 8 w 35"/>
                  <a:gd name="T7" fmla="*/ 35 h 42"/>
                  <a:gd name="T8" fmla="*/ 1 w 35"/>
                  <a:gd name="T9" fmla="*/ 13 h 42"/>
                  <a:gd name="T10" fmla="*/ 18 w 35"/>
                  <a:gd name="T11" fmla="*/ 0 h 42"/>
                </a:gdLst>
                <a:ahLst/>
                <a:cxnLst>
                  <a:cxn ang="0">
                    <a:pos x="T0" y="T1"/>
                  </a:cxn>
                  <a:cxn ang="0">
                    <a:pos x="T2" y="T3"/>
                  </a:cxn>
                  <a:cxn ang="0">
                    <a:pos x="T4" y="T5"/>
                  </a:cxn>
                  <a:cxn ang="0">
                    <a:pos x="T6" y="T7"/>
                  </a:cxn>
                  <a:cxn ang="0">
                    <a:pos x="T8" y="T9"/>
                  </a:cxn>
                  <a:cxn ang="0">
                    <a:pos x="T10" y="T11"/>
                  </a:cxn>
                </a:cxnLst>
                <a:rect l="0" t="0" r="r" b="b"/>
                <a:pathLst>
                  <a:path w="35" h="42">
                    <a:moveTo>
                      <a:pt x="18" y="0"/>
                    </a:moveTo>
                    <a:cubicBezTo>
                      <a:pt x="28" y="0"/>
                      <a:pt x="35" y="6"/>
                      <a:pt x="35" y="17"/>
                    </a:cubicBezTo>
                    <a:cubicBezTo>
                      <a:pt x="35" y="24"/>
                      <a:pt x="32" y="30"/>
                      <a:pt x="27" y="36"/>
                    </a:cubicBezTo>
                    <a:cubicBezTo>
                      <a:pt x="21" y="42"/>
                      <a:pt x="13" y="42"/>
                      <a:pt x="8" y="35"/>
                    </a:cubicBezTo>
                    <a:cubicBezTo>
                      <a:pt x="2" y="29"/>
                      <a:pt x="0" y="22"/>
                      <a:pt x="1" y="13"/>
                    </a:cubicBezTo>
                    <a:cubicBezTo>
                      <a:pt x="2" y="5"/>
                      <a:pt x="9" y="0"/>
                      <a:pt x="1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0" name="Freeform 1242">
                <a:extLst>
                  <a:ext uri="{FF2B5EF4-FFF2-40B4-BE49-F238E27FC236}">
                    <a16:creationId xmlns="" xmlns:a16="http://schemas.microsoft.com/office/drawing/2014/main" id="{73973C00-BDC4-42E0-AC7A-3F2DCC0F41B7}"/>
                  </a:ext>
                </a:extLst>
              </p:cNvPr>
              <p:cNvSpPr>
                <a:spLocks/>
              </p:cNvSpPr>
              <p:nvPr/>
            </p:nvSpPr>
            <p:spPr bwMode="auto">
              <a:xfrm>
                <a:off x="3036041" y="2630383"/>
                <a:ext cx="96838" cy="206375"/>
              </a:xfrm>
              <a:custGeom>
                <a:avLst/>
                <a:gdLst>
                  <a:gd name="T0" fmla="*/ 23 w 26"/>
                  <a:gd name="T1" fmla="*/ 55 h 55"/>
                  <a:gd name="T2" fmla="*/ 19 w 26"/>
                  <a:gd name="T3" fmla="*/ 38 h 55"/>
                  <a:gd name="T4" fmla="*/ 20 w 26"/>
                  <a:gd name="T5" fmla="*/ 24 h 55"/>
                  <a:gd name="T6" fmla="*/ 4 w 26"/>
                  <a:gd name="T7" fmla="*/ 5 h 55"/>
                  <a:gd name="T8" fmla="*/ 1 w 26"/>
                  <a:gd name="T9" fmla="*/ 4 h 55"/>
                  <a:gd name="T10" fmla="*/ 0 w 26"/>
                  <a:gd name="T11" fmla="*/ 0 h 55"/>
                  <a:gd name="T12" fmla="*/ 3 w 26"/>
                  <a:gd name="T13" fmla="*/ 0 h 55"/>
                  <a:gd name="T14" fmla="*/ 25 w 26"/>
                  <a:gd name="T15" fmla="*/ 27 h 55"/>
                  <a:gd name="T16" fmla="*/ 23 w 26"/>
                  <a:gd name="T17" fmla="*/ 52 h 55"/>
                  <a:gd name="T18" fmla="*/ 23 w 26"/>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55">
                    <a:moveTo>
                      <a:pt x="23" y="55"/>
                    </a:moveTo>
                    <a:cubicBezTo>
                      <a:pt x="20" y="49"/>
                      <a:pt x="18" y="44"/>
                      <a:pt x="19" y="38"/>
                    </a:cubicBezTo>
                    <a:cubicBezTo>
                      <a:pt x="20" y="34"/>
                      <a:pt x="20" y="29"/>
                      <a:pt x="20" y="24"/>
                    </a:cubicBezTo>
                    <a:cubicBezTo>
                      <a:pt x="19" y="15"/>
                      <a:pt x="13" y="7"/>
                      <a:pt x="4" y="5"/>
                    </a:cubicBezTo>
                    <a:cubicBezTo>
                      <a:pt x="3" y="5"/>
                      <a:pt x="1" y="5"/>
                      <a:pt x="1" y="4"/>
                    </a:cubicBezTo>
                    <a:cubicBezTo>
                      <a:pt x="0" y="3"/>
                      <a:pt x="0" y="2"/>
                      <a:pt x="0" y="0"/>
                    </a:cubicBezTo>
                    <a:cubicBezTo>
                      <a:pt x="0" y="0"/>
                      <a:pt x="2" y="0"/>
                      <a:pt x="3" y="0"/>
                    </a:cubicBezTo>
                    <a:cubicBezTo>
                      <a:pt x="16" y="2"/>
                      <a:pt x="26" y="14"/>
                      <a:pt x="25" y="27"/>
                    </a:cubicBezTo>
                    <a:cubicBezTo>
                      <a:pt x="25" y="36"/>
                      <a:pt x="24" y="44"/>
                      <a:pt x="23" y="52"/>
                    </a:cubicBezTo>
                    <a:cubicBezTo>
                      <a:pt x="23" y="53"/>
                      <a:pt x="23" y="53"/>
                      <a:pt x="23" y="5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71" name="Freeform 1243">
                <a:extLst>
                  <a:ext uri="{FF2B5EF4-FFF2-40B4-BE49-F238E27FC236}">
                    <a16:creationId xmlns="" xmlns:a16="http://schemas.microsoft.com/office/drawing/2014/main" id="{0E7FE0A5-B8CF-430E-8B65-2A0E52C221CA}"/>
                  </a:ext>
                </a:extLst>
              </p:cNvPr>
              <p:cNvSpPr>
                <a:spLocks/>
              </p:cNvSpPr>
              <p:nvPr/>
            </p:nvSpPr>
            <p:spPr bwMode="auto">
              <a:xfrm>
                <a:off x="2775691" y="2630383"/>
                <a:ext cx="93663" cy="203200"/>
              </a:xfrm>
              <a:custGeom>
                <a:avLst/>
                <a:gdLst>
                  <a:gd name="T0" fmla="*/ 2 w 25"/>
                  <a:gd name="T1" fmla="*/ 54 h 54"/>
                  <a:gd name="T2" fmla="*/ 0 w 25"/>
                  <a:gd name="T3" fmla="*/ 37 h 54"/>
                  <a:gd name="T4" fmla="*/ 0 w 25"/>
                  <a:gd name="T5" fmla="*/ 23 h 54"/>
                  <a:gd name="T6" fmla="*/ 22 w 25"/>
                  <a:gd name="T7" fmla="*/ 0 h 54"/>
                  <a:gd name="T8" fmla="*/ 25 w 25"/>
                  <a:gd name="T9" fmla="*/ 1 h 54"/>
                  <a:gd name="T10" fmla="*/ 23 w 25"/>
                  <a:gd name="T11" fmla="*/ 5 h 54"/>
                  <a:gd name="T12" fmla="*/ 22 w 25"/>
                  <a:gd name="T13" fmla="*/ 5 h 54"/>
                  <a:gd name="T14" fmla="*/ 5 w 25"/>
                  <a:gd name="T15" fmla="*/ 31 h 54"/>
                  <a:gd name="T16" fmla="*/ 6 w 25"/>
                  <a:gd name="T17" fmla="*/ 43 h 54"/>
                  <a:gd name="T18" fmla="*/ 3 w 25"/>
                  <a:gd name="T19" fmla="*/ 54 h 54"/>
                  <a:gd name="T20" fmla="*/ 2 w 25"/>
                  <a:gd name="T2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54">
                    <a:moveTo>
                      <a:pt x="2" y="54"/>
                    </a:moveTo>
                    <a:cubicBezTo>
                      <a:pt x="1" y="48"/>
                      <a:pt x="1" y="42"/>
                      <a:pt x="0" y="37"/>
                    </a:cubicBezTo>
                    <a:cubicBezTo>
                      <a:pt x="0" y="32"/>
                      <a:pt x="0" y="28"/>
                      <a:pt x="0" y="23"/>
                    </a:cubicBezTo>
                    <a:cubicBezTo>
                      <a:pt x="1" y="12"/>
                      <a:pt x="10" y="1"/>
                      <a:pt x="22" y="0"/>
                    </a:cubicBezTo>
                    <a:cubicBezTo>
                      <a:pt x="23" y="0"/>
                      <a:pt x="24" y="0"/>
                      <a:pt x="25" y="1"/>
                    </a:cubicBezTo>
                    <a:cubicBezTo>
                      <a:pt x="24" y="2"/>
                      <a:pt x="24" y="3"/>
                      <a:pt x="23" y="5"/>
                    </a:cubicBezTo>
                    <a:cubicBezTo>
                      <a:pt x="23" y="5"/>
                      <a:pt x="22" y="5"/>
                      <a:pt x="22" y="5"/>
                    </a:cubicBezTo>
                    <a:cubicBezTo>
                      <a:pt x="10" y="8"/>
                      <a:pt x="3" y="18"/>
                      <a:pt x="5" y="31"/>
                    </a:cubicBezTo>
                    <a:cubicBezTo>
                      <a:pt x="5" y="35"/>
                      <a:pt x="6" y="39"/>
                      <a:pt x="6" y="43"/>
                    </a:cubicBezTo>
                    <a:cubicBezTo>
                      <a:pt x="5" y="47"/>
                      <a:pt x="4" y="50"/>
                      <a:pt x="3" y="54"/>
                    </a:cubicBezTo>
                    <a:cubicBezTo>
                      <a:pt x="2" y="54"/>
                      <a:pt x="2" y="54"/>
                      <a:pt x="2"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grpSp>
          <p:nvGrpSpPr>
            <p:cNvPr id="368" name="Group 367">
              <a:extLst>
                <a:ext uri="{FF2B5EF4-FFF2-40B4-BE49-F238E27FC236}">
                  <a16:creationId xmlns="" xmlns:a16="http://schemas.microsoft.com/office/drawing/2014/main" id="{D4C61DF8-6971-44CA-938D-28F8479121CB}"/>
                </a:ext>
              </a:extLst>
            </p:cNvPr>
            <p:cNvGrpSpPr/>
            <p:nvPr userDrawn="1"/>
          </p:nvGrpSpPr>
          <p:grpSpPr>
            <a:xfrm>
              <a:off x="10748009" y="155598"/>
              <a:ext cx="64179" cy="78680"/>
              <a:chOff x="10748009" y="155598"/>
              <a:chExt cx="64179" cy="78680"/>
            </a:xfrm>
          </p:grpSpPr>
          <p:sp>
            <p:nvSpPr>
              <p:cNvPr id="564" name="Freeform 1244">
                <a:extLst>
                  <a:ext uri="{FF2B5EF4-FFF2-40B4-BE49-F238E27FC236}">
                    <a16:creationId xmlns="" xmlns:a16="http://schemas.microsoft.com/office/drawing/2014/main" id="{E589D5F3-E9BF-456E-86DC-AA7F7570A0B4}"/>
                  </a:ext>
                </a:extLst>
              </p:cNvPr>
              <p:cNvSpPr>
                <a:spLocks/>
              </p:cNvSpPr>
              <p:nvPr/>
            </p:nvSpPr>
            <p:spPr bwMode="auto">
              <a:xfrm>
                <a:off x="10748009" y="185405"/>
                <a:ext cx="64179" cy="48873"/>
              </a:xfrm>
              <a:custGeom>
                <a:avLst/>
                <a:gdLst>
                  <a:gd name="T0" fmla="*/ 45 w 101"/>
                  <a:gd name="T1" fmla="*/ 41 h 77"/>
                  <a:gd name="T2" fmla="*/ 46 w 101"/>
                  <a:gd name="T3" fmla="*/ 32 h 77"/>
                  <a:gd name="T4" fmla="*/ 46 w 101"/>
                  <a:gd name="T5" fmla="*/ 20 h 77"/>
                  <a:gd name="T6" fmla="*/ 49 w 101"/>
                  <a:gd name="T7" fmla="*/ 14 h 77"/>
                  <a:gd name="T8" fmla="*/ 49 w 101"/>
                  <a:gd name="T9" fmla="*/ 10 h 77"/>
                  <a:gd name="T10" fmla="*/ 48 w 101"/>
                  <a:gd name="T11" fmla="*/ 9 h 77"/>
                  <a:gd name="T12" fmla="*/ 50 w 101"/>
                  <a:gd name="T13" fmla="*/ 1 h 77"/>
                  <a:gd name="T14" fmla="*/ 55 w 101"/>
                  <a:gd name="T15" fmla="*/ 3 h 77"/>
                  <a:gd name="T16" fmla="*/ 55 w 101"/>
                  <a:gd name="T17" fmla="*/ 8 h 77"/>
                  <a:gd name="T18" fmla="*/ 54 w 101"/>
                  <a:gd name="T19" fmla="*/ 16 h 77"/>
                  <a:gd name="T20" fmla="*/ 56 w 101"/>
                  <a:gd name="T21" fmla="*/ 23 h 77"/>
                  <a:gd name="T22" fmla="*/ 56 w 101"/>
                  <a:gd name="T23" fmla="*/ 41 h 77"/>
                  <a:gd name="T24" fmla="*/ 57 w 101"/>
                  <a:gd name="T25" fmla="*/ 42 h 77"/>
                  <a:gd name="T26" fmla="*/ 58 w 101"/>
                  <a:gd name="T27" fmla="*/ 39 h 77"/>
                  <a:gd name="T28" fmla="*/ 67 w 101"/>
                  <a:gd name="T29" fmla="*/ 4 h 77"/>
                  <a:gd name="T30" fmla="*/ 72 w 101"/>
                  <a:gd name="T31" fmla="*/ 1 h 77"/>
                  <a:gd name="T32" fmla="*/ 88 w 101"/>
                  <a:gd name="T33" fmla="*/ 14 h 77"/>
                  <a:gd name="T34" fmla="*/ 99 w 101"/>
                  <a:gd name="T35" fmla="*/ 45 h 77"/>
                  <a:gd name="T36" fmla="*/ 96 w 101"/>
                  <a:gd name="T37" fmla="*/ 55 h 77"/>
                  <a:gd name="T38" fmla="*/ 71 w 101"/>
                  <a:gd name="T39" fmla="*/ 74 h 77"/>
                  <a:gd name="T40" fmla="*/ 66 w 101"/>
                  <a:gd name="T41" fmla="*/ 76 h 77"/>
                  <a:gd name="T42" fmla="*/ 60 w 101"/>
                  <a:gd name="T43" fmla="*/ 71 h 77"/>
                  <a:gd name="T44" fmla="*/ 61 w 101"/>
                  <a:gd name="T45" fmla="*/ 64 h 77"/>
                  <a:gd name="T46" fmla="*/ 63 w 101"/>
                  <a:gd name="T47" fmla="*/ 62 h 77"/>
                  <a:gd name="T48" fmla="*/ 82 w 101"/>
                  <a:gd name="T49" fmla="*/ 48 h 77"/>
                  <a:gd name="T50" fmla="*/ 83 w 101"/>
                  <a:gd name="T51" fmla="*/ 43 h 77"/>
                  <a:gd name="T52" fmla="*/ 78 w 101"/>
                  <a:gd name="T53" fmla="*/ 30 h 77"/>
                  <a:gd name="T54" fmla="*/ 78 w 101"/>
                  <a:gd name="T55" fmla="*/ 32 h 77"/>
                  <a:gd name="T56" fmla="*/ 79 w 101"/>
                  <a:gd name="T57" fmla="*/ 43 h 77"/>
                  <a:gd name="T58" fmla="*/ 77 w 101"/>
                  <a:gd name="T59" fmla="*/ 48 h 77"/>
                  <a:gd name="T60" fmla="*/ 59 w 101"/>
                  <a:gd name="T61" fmla="*/ 62 h 77"/>
                  <a:gd name="T62" fmla="*/ 54 w 101"/>
                  <a:gd name="T63" fmla="*/ 69 h 77"/>
                  <a:gd name="T64" fmla="*/ 52 w 101"/>
                  <a:gd name="T65" fmla="*/ 71 h 77"/>
                  <a:gd name="T66" fmla="*/ 49 w 101"/>
                  <a:gd name="T67" fmla="*/ 71 h 77"/>
                  <a:gd name="T68" fmla="*/ 47 w 101"/>
                  <a:gd name="T69" fmla="*/ 69 h 77"/>
                  <a:gd name="T70" fmla="*/ 43 w 101"/>
                  <a:gd name="T71" fmla="*/ 62 h 77"/>
                  <a:gd name="T72" fmla="*/ 25 w 101"/>
                  <a:gd name="T73" fmla="*/ 48 h 77"/>
                  <a:gd name="T74" fmla="*/ 22 w 101"/>
                  <a:gd name="T75" fmla="*/ 43 h 77"/>
                  <a:gd name="T76" fmla="*/ 24 w 101"/>
                  <a:gd name="T77" fmla="*/ 32 h 77"/>
                  <a:gd name="T78" fmla="*/ 23 w 101"/>
                  <a:gd name="T79" fmla="*/ 30 h 77"/>
                  <a:gd name="T80" fmla="*/ 18 w 101"/>
                  <a:gd name="T81" fmla="*/ 45 h 77"/>
                  <a:gd name="T82" fmla="*/ 19 w 101"/>
                  <a:gd name="T83" fmla="*/ 47 h 77"/>
                  <a:gd name="T84" fmla="*/ 38 w 101"/>
                  <a:gd name="T85" fmla="*/ 61 h 77"/>
                  <a:gd name="T86" fmla="*/ 39 w 101"/>
                  <a:gd name="T87" fmla="*/ 63 h 77"/>
                  <a:gd name="T88" fmla="*/ 41 w 101"/>
                  <a:gd name="T89" fmla="*/ 73 h 77"/>
                  <a:gd name="T90" fmla="*/ 31 w 101"/>
                  <a:gd name="T91" fmla="*/ 74 h 77"/>
                  <a:gd name="T92" fmla="*/ 13 w 101"/>
                  <a:gd name="T93" fmla="*/ 61 h 77"/>
                  <a:gd name="T94" fmla="*/ 5 w 101"/>
                  <a:gd name="T95" fmla="*/ 55 h 77"/>
                  <a:gd name="T96" fmla="*/ 2 w 101"/>
                  <a:gd name="T97" fmla="*/ 46 h 77"/>
                  <a:gd name="T98" fmla="*/ 17 w 101"/>
                  <a:gd name="T99" fmla="*/ 8 h 77"/>
                  <a:gd name="T100" fmla="*/ 21 w 101"/>
                  <a:gd name="T101" fmla="*/ 4 h 77"/>
                  <a:gd name="T102" fmla="*/ 31 w 101"/>
                  <a:gd name="T103" fmla="*/ 1 h 77"/>
                  <a:gd name="T104" fmla="*/ 35 w 101"/>
                  <a:gd name="T105" fmla="*/ 3 h 77"/>
                  <a:gd name="T106" fmla="*/ 44 w 101"/>
                  <a:gd name="T107" fmla="*/ 39 h 77"/>
                  <a:gd name="T108" fmla="*/ 45 w 101"/>
                  <a:gd name="T109" fmla="*/ 41 h 77"/>
                  <a:gd name="T110" fmla="*/ 45 w 101"/>
                  <a:gd name="T111" fmla="*/ 4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1" h="77">
                    <a:moveTo>
                      <a:pt x="45" y="41"/>
                    </a:moveTo>
                    <a:cubicBezTo>
                      <a:pt x="46" y="38"/>
                      <a:pt x="46" y="35"/>
                      <a:pt x="46" y="32"/>
                    </a:cubicBezTo>
                    <a:cubicBezTo>
                      <a:pt x="46" y="28"/>
                      <a:pt x="46" y="24"/>
                      <a:pt x="46" y="20"/>
                    </a:cubicBezTo>
                    <a:cubicBezTo>
                      <a:pt x="46" y="18"/>
                      <a:pt x="47" y="15"/>
                      <a:pt x="49" y="14"/>
                    </a:cubicBezTo>
                    <a:cubicBezTo>
                      <a:pt x="51" y="12"/>
                      <a:pt x="50" y="11"/>
                      <a:pt x="49" y="10"/>
                    </a:cubicBezTo>
                    <a:cubicBezTo>
                      <a:pt x="49" y="10"/>
                      <a:pt x="48" y="9"/>
                      <a:pt x="48" y="9"/>
                    </a:cubicBezTo>
                    <a:cubicBezTo>
                      <a:pt x="45" y="6"/>
                      <a:pt x="46" y="4"/>
                      <a:pt x="50" y="1"/>
                    </a:cubicBezTo>
                    <a:cubicBezTo>
                      <a:pt x="52" y="0"/>
                      <a:pt x="54" y="2"/>
                      <a:pt x="55" y="3"/>
                    </a:cubicBezTo>
                    <a:cubicBezTo>
                      <a:pt x="56" y="5"/>
                      <a:pt x="57" y="6"/>
                      <a:pt x="55" y="8"/>
                    </a:cubicBezTo>
                    <a:cubicBezTo>
                      <a:pt x="52" y="10"/>
                      <a:pt x="51" y="13"/>
                      <a:pt x="54" y="16"/>
                    </a:cubicBezTo>
                    <a:cubicBezTo>
                      <a:pt x="56" y="18"/>
                      <a:pt x="55" y="21"/>
                      <a:pt x="56" y="23"/>
                    </a:cubicBezTo>
                    <a:cubicBezTo>
                      <a:pt x="56" y="29"/>
                      <a:pt x="56" y="35"/>
                      <a:pt x="56" y="41"/>
                    </a:cubicBezTo>
                    <a:cubicBezTo>
                      <a:pt x="56" y="42"/>
                      <a:pt x="57" y="42"/>
                      <a:pt x="57" y="42"/>
                    </a:cubicBezTo>
                    <a:cubicBezTo>
                      <a:pt x="57" y="41"/>
                      <a:pt x="57" y="40"/>
                      <a:pt x="58" y="39"/>
                    </a:cubicBezTo>
                    <a:cubicBezTo>
                      <a:pt x="61" y="28"/>
                      <a:pt x="64" y="16"/>
                      <a:pt x="67" y="4"/>
                    </a:cubicBezTo>
                    <a:cubicBezTo>
                      <a:pt x="68" y="0"/>
                      <a:pt x="68" y="0"/>
                      <a:pt x="72" y="1"/>
                    </a:cubicBezTo>
                    <a:cubicBezTo>
                      <a:pt x="86" y="5"/>
                      <a:pt x="84" y="5"/>
                      <a:pt x="88" y="14"/>
                    </a:cubicBezTo>
                    <a:cubicBezTo>
                      <a:pt x="92" y="24"/>
                      <a:pt x="95" y="34"/>
                      <a:pt x="99" y="45"/>
                    </a:cubicBezTo>
                    <a:cubicBezTo>
                      <a:pt x="101" y="49"/>
                      <a:pt x="100" y="52"/>
                      <a:pt x="96" y="55"/>
                    </a:cubicBezTo>
                    <a:cubicBezTo>
                      <a:pt x="88" y="61"/>
                      <a:pt x="80" y="68"/>
                      <a:pt x="71" y="74"/>
                    </a:cubicBezTo>
                    <a:cubicBezTo>
                      <a:pt x="70" y="75"/>
                      <a:pt x="68" y="75"/>
                      <a:pt x="66" y="76"/>
                    </a:cubicBezTo>
                    <a:cubicBezTo>
                      <a:pt x="63" y="76"/>
                      <a:pt x="61" y="74"/>
                      <a:pt x="60" y="71"/>
                    </a:cubicBezTo>
                    <a:cubicBezTo>
                      <a:pt x="59" y="69"/>
                      <a:pt x="59" y="66"/>
                      <a:pt x="61" y="64"/>
                    </a:cubicBezTo>
                    <a:cubicBezTo>
                      <a:pt x="62" y="63"/>
                      <a:pt x="63" y="62"/>
                      <a:pt x="63" y="62"/>
                    </a:cubicBezTo>
                    <a:cubicBezTo>
                      <a:pt x="70" y="57"/>
                      <a:pt x="76" y="53"/>
                      <a:pt x="82" y="48"/>
                    </a:cubicBezTo>
                    <a:cubicBezTo>
                      <a:pt x="84" y="47"/>
                      <a:pt x="84" y="45"/>
                      <a:pt x="83" y="43"/>
                    </a:cubicBezTo>
                    <a:cubicBezTo>
                      <a:pt x="81" y="39"/>
                      <a:pt x="80" y="34"/>
                      <a:pt x="78" y="30"/>
                    </a:cubicBezTo>
                    <a:cubicBezTo>
                      <a:pt x="78" y="31"/>
                      <a:pt x="78" y="32"/>
                      <a:pt x="78" y="32"/>
                    </a:cubicBezTo>
                    <a:cubicBezTo>
                      <a:pt x="78" y="36"/>
                      <a:pt x="78" y="39"/>
                      <a:pt x="79" y="43"/>
                    </a:cubicBezTo>
                    <a:cubicBezTo>
                      <a:pt x="80" y="45"/>
                      <a:pt x="79" y="47"/>
                      <a:pt x="77" y="48"/>
                    </a:cubicBezTo>
                    <a:cubicBezTo>
                      <a:pt x="71" y="53"/>
                      <a:pt x="65" y="57"/>
                      <a:pt x="59" y="62"/>
                    </a:cubicBezTo>
                    <a:cubicBezTo>
                      <a:pt x="56" y="64"/>
                      <a:pt x="54" y="66"/>
                      <a:pt x="54" y="69"/>
                    </a:cubicBezTo>
                    <a:cubicBezTo>
                      <a:pt x="54" y="70"/>
                      <a:pt x="53" y="71"/>
                      <a:pt x="52" y="71"/>
                    </a:cubicBezTo>
                    <a:cubicBezTo>
                      <a:pt x="51" y="72"/>
                      <a:pt x="50" y="71"/>
                      <a:pt x="49" y="71"/>
                    </a:cubicBezTo>
                    <a:cubicBezTo>
                      <a:pt x="48" y="71"/>
                      <a:pt x="47" y="71"/>
                      <a:pt x="47" y="69"/>
                    </a:cubicBezTo>
                    <a:cubicBezTo>
                      <a:pt x="47" y="66"/>
                      <a:pt x="46" y="64"/>
                      <a:pt x="43" y="62"/>
                    </a:cubicBezTo>
                    <a:cubicBezTo>
                      <a:pt x="37" y="57"/>
                      <a:pt x="31" y="53"/>
                      <a:pt x="25" y="48"/>
                    </a:cubicBezTo>
                    <a:cubicBezTo>
                      <a:pt x="23" y="47"/>
                      <a:pt x="22" y="45"/>
                      <a:pt x="22" y="43"/>
                    </a:cubicBezTo>
                    <a:cubicBezTo>
                      <a:pt x="23" y="39"/>
                      <a:pt x="23" y="36"/>
                      <a:pt x="24" y="32"/>
                    </a:cubicBezTo>
                    <a:cubicBezTo>
                      <a:pt x="24" y="32"/>
                      <a:pt x="24" y="31"/>
                      <a:pt x="23" y="30"/>
                    </a:cubicBezTo>
                    <a:cubicBezTo>
                      <a:pt x="21" y="35"/>
                      <a:pt x="20" y="40"/>
                      <a:pt x="18" y="45"/>
                    </a:cubicBezTo>
                    <a:cubicBezTo>
                      <a:pt x="18" y="46"/>
                      <a:pt x="18" y="47"/>
                      <a:pt x="19" y="47"/>
                    </a:cubicBezTo>
                    <a:cubicBezTo>
                      <a:pt x="25" y="52"/>
                      <a:pt x="32" y="57"/>
                      <a:pt x="38" y="61"/>
                    </a:cubicBezTo>
                    <a:cubicBezTo>
                      <a:pt x="38" y="62"/>
                      <a:pt x="39" y="62"/>
                      <a:pt x="39" y="63"/>
                    </a:cubicBezTo>
                    <a:cubicBezTo>
                      <a:pt x="43" y="66"/>
                      <a:pt x="43" y="70"/>
                      <a:pt x="41" y="73"/>
                    </a:cubicBezTo>
                    <a:cubicBezTo>
                      <a:pt x="39" y="76"/>
                      <a:pt x="34" y="77"/>
                      <a:pt x="31" y="74"/>
                    </a:cubicBezTo>
                    <a:cubicBezTo>
                      <a:pt x="25" y="70"/>
                      <a:pt x="19" y="65"/>
                      <a:pt x="13" y="61"/>
                    </a:cubicBezTo>
                    <a:cubicBezTo>
                      <a:pt x="10" y="59"/>
                      <a:pt x="7" y="57"/>
                      <a:pt x="5" y="55"/>
                    </a:cubicBezTo>
                    <a:cubicBezTo>
                      <a:pt x="1" y="52"/>
                      <a:pt x="0" y="49"/>
                      <a:pt x="2" y="46"/>
                    </a:cubicBezTo>
                    <a:cubicBezTo>
                      <a:pt x="7" y="33"/>
                      <a:pt x="11" y="21"/>
                      <a:pt x="17" y="8"/>
                    </a:cubicBezTo>
                    <a:cubicBezTo>
                      <a:pt x="17" y="6"/>
                      <a:pt x="19" y="5"/>
                      <a:pt x="21" y="4"/>
                    </a:cubicBezTo>
                    <a:cubicBezTo>
                      <a:pt x="24" y="2"/>
                      <a:pt x="28" y="2"/>
                      <a:pt x="31" y="1"/>
                    </a:cubicBezTo>
                    <a:cubicBezTo>
                      <a:pt x="34" y="0"/>
                      <a:pt x="34" y="1"/>
                      <a:pt x="35" y="3"/>
                    </a:cubicBezTo>
                    <a:cubicBezTo>
                      <a:pt x="38" y="15"/>
                      <a:pt x="41" y="27"/>
                      <a:pt x="44" y="39"/>
                    </a:cubicBezTo>
                    <a:cubicBezTo>
                      <a:pt x="44" y="40"/>
                      <a:pt x="44" y="41"/>
                      <a:pt x="45" y="41"/>
                    </a:cubicBezTo>
                    <a:cubicBezTo>
                      <a:pt x="45" y="41"/>
                      <a:pt x="45" y="41"/>
                      <a:pt x="45" y="4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5" name="Freeform 1245">
                <a:extLst>
                  <a:ext uri="{FF2B5EF4-FFF2-40B4-BE49-F238E27FC236}">
                    <a16:creationId xmlns="" xmlns:a16="http://schemas.microsoft.com/office/drawing/2014/main" id="{B233FF46-4CD3-4C29-A4D2-D621CAFBCC5D}"/>
                  </a:ext>
                </a:extLst>
              </p:cNvPr>
              <p:cNvSpPr>
                <a:spLocks/>
              </p:cNvSpPr>
              <p:nvPr/>
            </p:nvSpPr>
            <p:spPr bwMode="auto">
              <a:xfrm>
                <a:off x="10768954" y="155598"/>
                <a:ext cx="22288" cy="26585"/>
              </a:xfrm>
              <a:custGeom>
                <a:avLst/>
                <a:gdLst>
                  <a:gd name="T0" fmla="*/ 18 w 35"/>
                  <a:gd name="T1" fmla="*/ 0 h 42"/>
                  <a:gd name="T2" fmla="*/ 35 w 35"/>
                  <a:gd name="T3" fmla="*/ 17 h 42"/>
                  <a:gd name="T4" fmla="*/ 27 w 35"/>
                  <a:gd name="T5" fmla="*/ 36 h 42"/>
                  <a:gd name="T6" fmla="*/ 8 w 35"/>
                  <a:gd name="T7" fmla="*/ 36 h 42"/>
                  <a:gd name="T8" fmla="*/ 1 w 35"/>
                  <a:gd name="T9" fmla="*/ 14 h 42"/>
                  <a:gd name="T10" fmla="*/ 18 w 35"/>
                  <a:gd name="T11" fmla="*/ 0 h 42"/>
                </a:gdLst>
                <a:ahLst/>
                <a:cxnLst>
                  <a:cxn ang="0">
                    <a:pos x="T0" y="T1"/>
                  </a:cxn>
                  <a:cxn ang="0">
                    <a:pos x="T2" y="T3"/>
                  </a:cxn>
                  <a:cxn ang="0">
                    <a:pos x="T4" y="T5"/>
                  </a:cxn>
                  <a:cxn ang="0">
                    <a:pos x="T6" y="T7"/>
                  </a:cxn>
                  <a:cxn ang="0">
                    <a:pos x="T8" y="T9"/>
                  </a:cxn>
                  <a:cxn ang="0">
                    <a:pos x="T10" y="T11"/>
                  </a:cxn>
                </a:cxnLst>
                <a:rect l="0" t="0" r="r" b="b"/>
                <a:pathLst>
                  <a:path w="35" h="42">
                    <a:moveTo>
                      <a:pt x="18" y="0"/>
                    </a:moveTo>
                    <a:cubicBezTo>
                      <a:pt x="28" y="0"/>
                      <a:pt x="35" y="7"/>
                      <a:pt x="35" y="17"/>
                    </a:cubicBezTo>
                    <a:cubicBezTo>
                      <a:pt x="35" y="24"/>
                      <a:pt x="32" y="31"/>
                      <a:pt x="27" y="36"/>
                    </a:cubicBezTo>
                    <a:cubicBezTo>
                      <a:pt x="21" y="42"/>
                      <a:pt x="13" y="42"/>
                      <a:pt x="8" y="36"/>
                    </a:cubicBezTo>
                    <a:cubicBezTo>
                      <a:pt x="2" y="30"/>
                      <a:pt x="0" y="22"/>
                      <a:pt x="1" y="14"/>
                    </a:cubicBezTo>
                    <a:cubicBezTo>
                      <a:pt x="2" y="5"/>
                      <a:pt x="9" y="0"/>
                      <a:pt x="1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6" name="Freeform 1246">
                <a:extLst>
                  <a:ext uri="{FF2B5EF4-FFF2-40B4-BE49-F238E27FC236}">
                    <a16:creationId xmlns="" xmlns:a16="http://schemas.microsoft.com/office/drawing/2014/main" id="{1A8F10EC-AA38-44A9-B0FE-80A1EED5A292}"/>
                  </a:ext>
                </a:extLst>
              </p:cNvPr>
              <p:cNvSpPr>
                <a:spLocks/>
              </p:cNvSpPr>
              <p:nvPr/>
            </p:nvSpPr>
            <p:spPr bwMode="auto">
              <a:xfrm>
                <a:off x="10794196" y="162580"/>
                <a:ext cx="16649" cy="34909"/>
              </a:xfrm>
              <a:custGeom>
                <a:avLst/>
                <a:gdLst>
                  <a:gd name="T0" fmla="*/ 23 w 26"/>
                  <a:gd name="T1" fmla="*/ 55 h 55"/>
                  <a:gd name="T2" fmla="*/ 19 w 26"/>
                  <a:gd name="T3" fmla="*/ 39 h 55"/>
                  <a:gd name="T4" fmla="*/ 20 w 26"/>
                  <a:gd name="T5" fmla="*/ 25 h 55"/>
                  <a:gd name="T6" fmla="*/ 4 w 26"/>
                  <a:gd name="T7" fmla="*/ 6 h 55"/>
                  <a:gd name="T8" fmla="*/ 1 w 26"/>
                  <a:gd name="T9" fmla="*/ 4 h 55"/>
                  <a:gd name="T10" fmla="*/ 0 w 26"/>
                  <a:gd name="T11" fmla="*/ 1 h 55"/>
                  <a:gd name="T12" fmla="*/ 3 w 26"/>
                  <a:gd name="T13" fmla="*/ 0 h 55"/>
                  <a:gd name="T14" fmla="*/ 25 w 26"/>
                  <a:gd name="T15" fmla="*/ 28 h 55"/>
                  <a:gd name="T16" fmla="*/ 23 w 26"/>
                  <a:gd name="T17" fmla="*/ 52 h 55"/>
                  <a:gd name="T18" fmla="*/ 23 w 26"/>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55">
                    <a:moveTo>
                      <a:pt x="23" y="55"/>
                    </a:moveTo>
                    <a:cubicBezTo>
                      <a:pt x="20" y="50"/>
                      <a:pt x="18" y="45"/>
                      <a:pt x="19" y="39"/>
                    </a:cubicBezTo>
                    <a:cubicBezTo>
                      <a:pt x="20" y="34"/>
                      <a:pt x="20" y="29"/>
                      <a:pt x="20" y="25"/>
                    </a:cubicBezTo>
                    <a:cubicBezTo>
                      <a:pt x="19" y="15"/>
                      <a:pt x="13" y="8"/>
                      <a:pt x="4" y="6"/>
                    </a:cubicBezTo>
                    <a:cubicBezTo>
                      <a:pt x="3" y="5"/>
                      <a:pt x="1" y="5"/>
                      <a:pt x="1" y="4"/>
                    </a:cubicBezTo>
                    <a:cubicBezTo>
                      <a:pt x="0" y="3"/>
                      <a:pt x="0" y="2"/>
                      <a:pt x="0" y="1"/>
                    </a:cubicBezTo>
                    <a:cubicBezTo>
                      <a:pt x="0" y="1"/>
                      <a:pt x="2" y="0"/>
                      <a:pt x="3" y="0"/>
                    </a:cubicBezTo>
                    <a:cubicBezTo>
                      <a:pt x="16" y="2"/>
                      <a:pt x="26" y="14"/>
                      <a:pt x="25" y="28"/>
                    </a:cubicBezTo>
                    <a:cubicBezTo>
                      <a:pt x="25" y="36"/>
                      <a:pt x="24" y="44"/>
                      <a:pt x="23" y="52"/>
                    </a:cubicBezTo>
                    <a:cubicBezTo>
                      <a:pt x="23" y="53"/>
                      <a:pt x="23" y="54"/>
                      <a:pt x="23" y="5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7" name="Freeform 1247">
                <a:extLst>
                  <a:ext uri="{FF2B5EF4-FFF2-40B4-BE49-F238E27FC236}">
                    <a16:creationId xmlns="" xmlns:a16="http://schemas.microsoft.com/office/drawing/2014/main" id="{DDE8B4AB-1A3E-4508-A924-B02B981773AE}"/>
                  </a:ext>
                </a:extLst>
              </p:cNvPr>
              <p:cNvSpPr>
                <a:spLocks/>
              </p:cNvSpPr>
              <p:nvPr/>
            </p:nvSpPr>
            <p:spPr bwMode="auto">
              <a:xfrm>
                <a:off x="10749889" y="162580"/>
                <a:ext cx="15843" cy="34909"/>
              </a:xfrm>
              <a:custGeom>
                <a:avLst/>
                <a:gdLst>
                  <a:gd name="T0" fmla="*/ 3 w 25"/>
                  <a:gd name="T1" fmla="*/ 55 h 55"/>
                  <a:gd name="T2" fmla="*/ 1 w 25"/>
                  <a:gd name="T3" fmla="*/ 37 h 55"/>
                  <a:gd name="T4" fmla="*/ 1 w 25"/>
                  <a:gd name="T5" fmla="*/ 24 h 55"/>
                  <a:gd name="T6" fmla="*/ 23 w 25"/>
                  <a:gd name="T7" fmla="*/ 0 h 55"/>
                  <a:gd name="T8" fmla="*/ 25 w 25"/>
                  <a:gd name="T9" fmla="*/ 1 h 55"/>
                  <a:gd name="T10" fmla="*/ 24 w 25"/>
                  <a:gd name="T11" fmla="*/ 5 h 55"/>
                  <a:gd name="T12" fmla="*/ 23 w 25"/>
                  <a:gd name="T13" fmla="*/ 5 h 55"/>
                  <a:gd name="T14" fmla="*/ 6 w 25"/>
                  <a:gd name="T15" fmla="*/ 31 h 55"/>
                  <a:gd name="T16" fmla="*/ 7 w 25"/>
                  <a:gd name="T17" fmla="*/ 43 h 55"/>
                  <a:gd name="T18" fmla="*/ 4 w 25"/>
                  <a:gd name="T19" fmla="*/ 55 h 55"/>
                  <a:gd name="T20" fmla="*/ 3 w 25"/>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55">
                    <a:moveTo>
                      <a:pt x="3" y="55"/>
                    </a:moveTo>
                    <a:cubicBezTo>
                      <a:pt x="2" y="49"/>
                      <a:pt x="2" y="43"/>
                      <a:pt x="1" y="37"/>
                    </a:cubicBezTo>
                    <a:cubicBezTo>
                      <a:pt x="1" y="33"/>
                      <a:pt x="0" y="28"/>
                      <a:pt x="1" y="24"/>
                    </a:cubicBezTo>
                    <a:cubicBezTo>
                      <a:pt x="2" y="12"/>
                      <a:pt x="11" y="2"/>
                      <a:pt x="23" y="0"/>
                    </a:cubicBezTo>
                    <a:cubicBezTo>
                      <a:pt x="24" y="0"/>
                      <a:pt x="25" y="1"/>
                      <a:pt x="25" y="1"/>
                    </a:cubicBezTo>
                    <a:cubicBezTo>
                      <a:pt x="25" y="2"/>
                      <a:pt x="25" y="4"/>
                      <a:pt x="24" y="5"/>
                    </a:cubicBezTo>
                    <a:cubicBezTo>
                      <a:pt x="24" y="5"/>
                      <a:pt x="23" y="5"/>
                      <a:pt x="23" y="5"/>
                    </a:cubicBezTo>
                    <a:cubicBezTo>
                      <a:pt x="11" y="9"/>
                      <a:pt x="4" y="18"/>
                      <a:pt x="6" y="31"/>
                    </a:cubicBezTo>
                    <a:cubicBezTo>
                      <a:pt x="6" y="35"/>
                      <a:pt x="7" y="39"/>
                      <a:pt x="7" y="43"/>
                    </a:cubicBezTo>
                    <a:cubicBezTo>
                      <a:pt x="6" y="47"/>
                      <a:pt x="5" y="51"/>
                      <a:pt x="4" y="55"/>
                    </a:cubicBezTo>
                    <a:cubicBezTo>
                      <a:pt x="3" y="55"/>
                      <a:pt x="3" y="55"/>
                      <a:pt x="3" y="5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369" name="Freeform 1248">
              <a:extLst>
                <a:ext uri="{FF2B5EF4-FFF2-40B4-BE49-F238E27FC236}">
                  <a16:creationId xmlns="" xmlns:a16="http://schemas.microsoft.com/office/drawing/2014/main" id="{96351ED7-A584-409F-806E-699D7F6740BE}"/>
                </a:ext>
              </a:extLst>
            </p:cNvPr>
            <p:cNvSpPr>
              <a:spLocks/>
            </p:cNvSpPr>
            <p:nvPr/>
          </p:nvSpPr>
          <p:spPr bwMode="auto">
            <a:xfrm>
              <a:off x="11133082" y="437824"/>
              <a:ext cx="53438" cy="40548"/>
            </a:xfrm>
            <a:custGeom>
              <a:avLst/>
              <a:gdLst>
                <a:gd name="T0" fmla="*/ 37 w 84"/>
                <a:gd name="T1" fmla="*/ 34 h 64"/>
                <a:gd name="T2" fmla="*/ 38 w 84"/>
                <a:gd name="T3" fmla="*/ 27 h 64"/>
                <a:gd name="T4" fmla="*/ 38 w 84"/>
                <a:gd name="T5" fmla="*/ 17 h 64"/>
                <a:gd name="T6" fmla="*/ 40 w 84"/>
                <a:gd name="T7" fmla="*/ 11 h 64"/>
                <a:gd name="T8" fmla="*/ 40 w 84"/>
                <a:gd name="T9" fmla="*/ 8 h 64"/>
                <a:gd name="T10" fmla="*/ 40 w 84"/>
                <a:gd name="T11" fmla="*/ 7 h 64"/>
                <a:gd name="T12" fmla="*/ 41 w 84"/>
                <a:gd name="T13" fmla="*/ 1 h 64"/>
                <a:gd name="T14" fmla="*/ 45 w 84"/>
                <a:gd name="T15" fmla="*/ 3 h 64"/>
                <a:gd name="T16" fmla="*/ 46 w 84"/>
                <a:gd name="T17" fmla="*/ 6 h 64"/>
                <a:gd name="T18" fmla="*/ 45 w 84"/>
                <a:gd name="T19" fmla="*/ 13 h 64"/>
                <a:gd name="T20" fmla="*/ 46 w 84"/>
                <a:gd name="T21" fmla="*/ 19 h 64"/>
                <a:gd name="T22" fmla="*/ 47 w 84"/>
                <a:gd name="T23" fmla="*/ 34 h 64"/>
                <a:gd name="T24" fmla="*/ 47 w 84"/>
                <a:gd name="T25" fmla="*/ 35 h 64"/>
                <a:gd name="T26" fmla="*/ 48 w 84"/>
                <a:gd name="T27" fmla="*/ 33 h 64"/>
                <a:gd name="T28" fmla="*/ 55 w 84"/>
                <a:gd name="T29" fmla="*/ 3 h 64"/>
                <a:gd name="T30" fmla="*/ 60 w 84"/>
                <a:gd name="T31" fmla="*/ 1 h 64"/>
                <a:gd name="T32" fmla="*/ 73 w 84"/>
                <a:gd name="T33" fmla="*/ 12 h 64"/>
                <a:gd name="T34" fmla="*/ 83 w 84"/>
                <a:gd name="T35" fmla="*/ 37 h 64"/>
                <a:gd name="T36" fmla="*/ 80 w 84"/>
                <a:gd name="T37" fmla="*/ 46 h 64"/>
                <a:gd name="T38" fmla="*/ 59 w 84"/>
                <a:gd name="T39" fmla="*/ 61 h 64"/>
                <a:gd name="T40" fmla="*/ 55 w 84"/>
                <a:gd name="T41" fmla="*/ 63 h 64"/>
                <a:gd name="T42" fmla="*/ 49 w 84"/>
                <a:gd name="T43" fmla="*/ 60 h 64"/>
                <a:gd name="T44" fmla="*/ 51 w 84"/>
                <a:gd name="T45" fmla="*/ 53 h 64"/>
                <a:gd name="T46" fmla="*/ 53 w 84"/>
                <a:gd name="T47" fmla="*/ 51 h 64"/>
                <a:gd name="T48" fmla="*/ 68 w 84"/>
                <a:gd name="T49" fmla="*/ 40 h 64"/>
                <a:gd name="T50" fmla="*/ 69 w 84"/>
                <a:gd name="T51" fmla="*/ 36 h 64"/>
                <a:gd name="T52" fmla="*/ 64 w 84"/>
                <a:gd name="T53" fmla="*/ 25 h 64"/>
                <a:gd name="T54" fmla="*/ 64 w 84"/>
                <a:gd name="T55" fmla="*/ 27 h 64"/>
                <a:gd name="T56" fmla="*/ 66 w 84"/>
                <a:gd name="T57" fmla="*/ 36 h 64"/>
                <a:gd name="T58" fmla="*/ 64 w 84"/>
                <a:gd name="T59" fmla="*/ 40 h 64"/>
                <a:gd name="T60" fmla="*/ 48 w 84"/>
                <a:gd name="T61" fmla="*/ 51 h 64"/>
                <a:gd name="T62" fmla="*/ 45 w 84"/>
                <a:gd name="T63" fmla="*/ 58 h 64"/>
                <a:gd name="T64" fmla="*/ 43 w 84"/>
                <a:gd name="T65" fmla="*/ 59 h 64"/>
                <a:gd name="T66" fmla="*/ 41 w 84"/>
                <a:gd name="T67" fmla="*/ 59 h 64"/>
                <a:gd name="T68" fmla="*/ 39 w 84"/>
                <a:gd name="T69" fmla="*/ 58 h 64"/>
                <a:gd name="T70" fmla="*/ 36 w 84"/>
                <a:gd name="T71" fmla="*/ 52 h 64"/>
                <a:gd name="T72" fmla="*/ 20 w 84"/>
                <a:gd name="T73" fmla="*/ 40 h 64"/>
                <a:gd name="T74" fmla="*/ 18 w 84"/>
                <a:gd name="T75" fmla="*/ 35 h 64"/>
                <a:gd name="T76" fmla="*/ 19 w 84"/>
                <a:gd name="T77" fmla="*/ 27 h 64"/>
                <a:gd name="T78" fmla="*/ 19 w 84"/>
                <a:gd name="T79" fmla="*/ 25 h 64"/>
                <a:gd name="T80" fmla="*/ 14 w 84"/>
                <a:gd name="T81" fmla="*/ 37 h 64"/>
                <a:gd name="T82" fmla="*/ 16 w 84"/>
                <a:gd name="T83" fmla="*/ 39 h 64"/>
                <a:gd name="T84" fmla="*/ 31 w 84"/>
                <a:gd name="T85" fmla="*/ 51 h 64"/>
                <a:gd name="T86" fmla="*/ 32 w 84"/>
                <a:gd name="T87" fmla="*/ 52 h 64"/>
                <a:gd name="T88" fmla="*/ 34 w 84"/>
                <a:gd name="T89" fmla="*/ 61 h 64"/>
                <a:gd name="T90" fmla="*/ 25 w 84"/>
                <a:gd name="T91" fmla="*/ 62 h 64"/>
                <a:gd name="T92" fmla="*/ 11 w 84"/>
                <a:gd name="T93" fmla="*/ 51 h 64"/>
                <a:gd name="T94" fmla="*/ 3 w 84"/>
                <a:gd name="T95" fmla="*/ 46 h 64"/>
                <a:gd name="T96" fmla="*/ 1 w 84"/>
                <a:gd name="T97" fmla="*/ 38 h 64"/>
                <a:gd name="T98" fmla="*/ 13 w 84"/>
                <a:gd name="T99" fmla="*/ 7 h 64"/>
                <a:gd name="T100" fmla="*/ 17 w 84"/>
                <a:gd name="T101" fmla="*/ 3 h 64"/>
                <a:gd name="T102" fmla="*/ 25 w 84"/>
                <a:gd name="T103" fmla="*/ 1 h 64"/>
                <a:gd name="T104" fmla="*/ 29 w 84"/>
                <a:gd name="T105" fmla="*/ 3 h 64"/>
                <a:gd name="T106" fmla="*/ 36 w 84"/>
                <a:gd name="T107" fmla="*/ 32 h 64"/>
                <a:gd name="T108" fmla="*/ 37 w 84"/>
                <a:gd name="T109" fmla="*/ 34 h 64"/>
                <a:gd name="T110" fmla="*/ 37 w 84"/>
                <a:gd name="T111" fmla="*/ 3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4" h="64">
                  <a:moveTo>
                    <a:pt x="37" y="34"/>
                  </a:moveTo>
                  <a:cubicBezTo>
                    <a:pt x="38" y="32"/>
                    <a:pt x="38" y="29"/>
                    <a:pt x="38" y="27"/>
                  </a:cubicBezTo>
                  <a:cubicBezTo>
                    <a:pt x="38" y="23"/>
                    <a:pt x="38" y="20"/>
                    <a:pt x="38" y="17"/>
                  </a:cubicBezTo>
                  <a:cubicBezTo>
                    <a:pt x="38" y="14"/>
                    <a:pt x="39" y="13"/>
                    <a:pt x="40" y="11"/>
                  </a:cubicBezTo>
                  <a:cubicBezTo>
                    <a:pt x="42" y="10"/>
                    <a:pt x="42" y="9"/>
                    <a:pt x="40" y="8"/>
                  </a:cubicBezTo>
                  <a:cubicBezTo>
                    <a:pt x="40" y="8"/>
                    <a:pt x="40" y="8"/>
                    <a:pt x="40" y="7"/>
                  </a:cubicBezTo>
                  <a:cubicBezTo>
                    <a:pt x="37" y="5"/>
                    <a:pt x="38" y="3"/>
                    <a:pt x="41" y="1"/>
                  </a:cubicBezTo>
                  <a:cubicBezTo>
                    <a:pt x="43" y="0"/>
                    <a:pt x="44" y="2"/>
                    <a:pt x="45" y="3"/>
                  </a:cubicBezTo>
                  <a:cubicBezTo>
                    <a:pt x="46" y="4"/>
                    <a:pt x="47" y="5"/>
                    <a:pt x="46" y="6"/>
                  </a:cubicBezTo>
                  <a:cubicBezTo>
                    <a:pt x="43" y="8"/>
                    <a:pt x="43" y="10"/>
                    <a:pt x="45" y="13"/>
                  </a:cubicBezTo>
                  <a:cubicBezTo>
                    <a:pt x="46" y="15"/>
                    <a:pt x="46" y="17"/>
                    <a:pt x="46" y="19"/>
                  </a:cubicBezTo>
                  <a:cubicBezTo>
                    <a:pt x="46" y="24"/>
                    <a:pt x="46" y="29"/>
                    <a:pt x="47" y="34"/>
                  </a:cubicBezTo>
                  <a:cubicBezTo>
                    <a:pt x="47" y="35"/>
                    <a:pt x="47" y="35"/>
                    <a:pt x="47" y="35"/>
                  </a:cubicBezTo>
                  <a:cubicBezTo>
                    <a:pt x="47" y="34"/>
                    <a:pt x="47" y="33"/>
                    <a:pt x="48" y="33"/>
                  </a:cubicBezTo>
                  <a:cubicBezTo>
                    <a:pt x="50" y="23"/>
                    <a:pt x="53" y="13"/>
                    <a:pt x="55" y="3"/>
                  </a:cubicBezTo>
                  <a:cubicBezTo>
                    <a:pt x="56" y="0"/>
                    <a:pt x="57" y="0"/>
                    <a:pt x="60" y="1"/>
                  </a:cubicBezTo>
                  <a:cubicBezTo>
                    <a:pt x="71" y="4"/>
                    <a:pt x="70" y="4"/>
                    <a:pt x="73" y="12"/>
                  </a:cubicBezTo>
                  <a:cubicBezTo>
                    <a:pt x="76" y="20"/>
                    <a:pt x="79" y="29"/>
                    <a:pt x="83" y="37"/>
                  </a:cubicBezTo>
                  <a:cubicBezTo>
                    <a:pt x="84" y="41"/>
                    <a:pt x="83" y="43"/>
                    <a:pt x="80" y="46"/>
                  </a:cubicBezTo>
                  <a:cubicBezTo>
                    <a:pt x="73" y="51"/>
                    <a:pt x="66" y="56"/>
                    <a:pt x="59" y="61"/>
                  </a:cubicBezTo>
                  <a:cubicBezTo>
                    <a:pt x="58" y="62"/>
                    <a:pt x="56" y="63"/>
                    <a:pt x="55" y="63"/>
                  </a:cubicBezTo>
                  <a:cubicBezTo>
                    <a:pt x="52" y="63"/>
                    <a:pt x="50" y="62"/>
                    <a:pt x="49" y="60"/>
                  </a:cubicBezTo>
                  <a:cubicBezTo>
                    <a:pt x="48" y="57"/>
                    <a:pt x="49" y="55"/>
                    <a:pt x="51" y="53"/>
                  </a:cubicBezTo>
                  <a:cubicBezTo>
                    <a:pt x="51" y="52"/>
                    <a:pt x="52" y="52"/>
                    <a:pt x="53" y="51"/>
                  </a:cubicBezTo>
                  <a:cubicBezTo>
                    <a:pt x="58" y="48"/>
                    <a:pt x="63" y="44"/>
                    <a:pt x="68" y="40"/>
                  </a:cubicBezTo>
                  <a:cubicBezTo>
                    <a:pt x="70" y="39"/>
                    <a:pt x="70" y="38"/>
                    <a:pt x="69" y="36"/>
                  </a:cubicBezTo>
                  <a:cubicBezTo>
                    <a:pt x="68" y="32"/>
                    <a:pt x="66" y="29"/>
                    <a:pt x="64" y="25"/>
                  </a:cubicBezTo>
                  <a:cubicBezTo>
                    <a:pt x="64" y="26"/>
                    <a:pt x="64" y="26"/>
                    <a:pt x="64" y="27"/>
                  </a:cubicBezTo>
                  <a:cubicBezTo>
                    <a:pt x="65" y="30"/>
                    <a:pt x="65" y="33"/>
                    <a:pt x="66" y="36"/>
                  </a:cubicBezTo>
                  <a:cubicBezTo>
                    <a:pt x="66" y="38"/>
                    <a:pt x="65" y="39"/>
                    <a:pt x="64" y="40"/>
                  </a:cubicBezTo>
                  <a:cubicBezTo>
                    <a:pt x="59" y="44"/>
                    <a:pt x="54" y="48"/>
                    <a:pt x="48" y="51"/>
                  </a:cubicBezTo>
                  <a:cubicBezTo>
                    <a:pt x="46" y="53"/>
                    <a:pt x="45" y="55"/>
                    <a:pt x="45" y="58"/>
                  </a:cubicBezTo>
                  <a:cubicBezTo>
                    <a:pt x="45" y="58"/>
                    <a:pt x="44" y="59"/>
                    <a:pt x="43" y="59"/>
                  </a:cubicBezTo>
                  <a:cubicBezTo>
                    <a:pt x="43" y="60"/>
                    <a:pt x="42" y="59"/>
                    <a:pt x="41" y="59"/>
                  </a:cubicBezTo>
                  <a:cubicBezTo>
                    <a:pt x="40" y="59"/>
                    <a:pt x="39" y="59"/>
                    <a:pt x="39" y="58"/>
                  </a:cubicBezTo>
                  <a:cubicBezTo>
                    <a:pt x="39" y="55"/>
                    <a:pt x="38" y="53"/>
                    <a:pt x="36" y="52"/>
                  </a:cubicBezTo>
                  <a:cubicBezTo>
                    <a:pt x="31" y="48"/>
                    <a:pt x="25" y="44"/>
                    <a:pt x="20" y="40"/>
                  </a:cubicBezTo>
                  <a:cubicBezTo>
                    <a:pt x="19" y="39"/>
                    <a:pt x="18" y="38"/>
                    <a:pt x="18" y="35"/>
                  </a:cubicBezTo>
                  <a:cubicBezTo>
                    <a:pt x="19" y="33"/>
                    <a:pt x="19" y="30"/>
                    <a:pt x="19" y="27"/>
                  </a:cubicBezTo>
                  <a:cubicBezTo>
                    <a:pt x="20" y="26"/>
                    <a:pt x="19" y="26"/>
                    <a:pt x="19" y="25"/>
                  </a:cubicBezTo>
                  <a:cubicBezTo>
                    <a:pt x="17" y="29"/>
                    <a:pt x="16" y="33"/>
                    <a:pt x="14" y="37"/>
                  </a:cubicBezTo>
                  <a:cubicBezTo>
                    <a:pt x="14" y="38"/>
                    <a:pt x="15" y="39"/>
                    <a:pt x="16" y="39"/>
                  </a:cubicBezTo>
                  <a:cubicBezTo>
                    <a:pt x="21" y="43"/>
                    <a:pt x="26" y="47"/>
                    <a:pt x="31" y="51"/>
                  </a:cubicBezTo>
                  <a:cubicBezTo>
                    <a:pt x="32" y="52"/>
                    <a:pt x="32" y="52"/>
                    <a:pt x="32" y="52"/>
                  </a:cubicBezTo>
                  <a:cubicBezTo>
                    <a:pt x="35" y="55"/>
                    <a:pt x="36" y="58"/>
                    <a:pt x="34" y="61"/>
                  </a:cubicBezTo>
                  <a:cubicBezTo>
                    <a:pt x="32" y="63"/>
                    <a:pt x="28" y="64"/>
                    <a:pt x="25" y="62"/>
                  </a:cubicBezTo>
                  <a:cubicBezTo>
                    <a:pt x="20" y="58"/>
                    <a:pt x="15" y="55"/>
                    <a:pt x="11" y="51"/>
                  </a:cubicBezTo>
                  <a:cubicBezTo>
                    <a:pt x="8" y="49"/>
                    <a:pt x="6" y="47"/>
                    <a:pt x="3" y="46"/>
                  </a:cubicBezTo>
                  <a:cubicBezTo>
                    <a:pt x="1" y="44"/>
                    <a:pt x="0" y="41"/>
                    <a:pt x="1" y="38"/>
                  </a:cubicBezTo>
                  <a:cubicBezTo>
                    <a:pt x="5" y="27"/>
                    <a:pt x="9" y="17"/>
                    <a:pt x="13" y="7"/>
                  </a:cubicBezTo>
                  <a:cubicBezTo>
                    <a:pt x="14" y="5"/>
                    <a:pt x="16" y="4"/>
                    <a:pt x="17" y="3"/>
                  </a:cubicBezTo>
                  <a:cubicBezTo>
                    <a:pt x="20" y="2"/>
                    <a:pt x="23" y="1"/>
                    <a:pt x="25" y="1"/>
                  </a:cubicBezTo>
                  <a:cubicBezTo>
                    <a:pt x="28" y="0"/>
                    <a:pt x="28" y="0"/>
                    <a:pt x="29" y="3"/>
                  </a:cubicBezTo>
                  <a:cubicBezTo>
                    <a:pt x="31" y="12"/>
                    <a:pt x="34" y="22"/>
                    <a:pt x="36" y="32"/>
                  </a:cubicBezTo>
                  <a:cubicBezTo>
                    <a:pt x="36" y="33"/>
                    <a:pt x="37" y="34"/>
                    <a:pt x="37" y="34"/>
                  </a:cubicBezTo>
                  <a:cubicBezTo>
                    <a:pt x="37" y="34"/>
                    <a:pt x="37" y="34"/>
                    <a:pt x="37" y="34"/>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0" name="Freeform 1249">
              <a:extLst>
                <a:ext uri="{FF2B5EF4-FFF2-40B4-BE49-F238E27FC236}">
                  <a16:creationId xmlns="" xmlns:a16="http://schemas.microsoft.com/office/drawing/2014/main" id="{52A4D416-D62B-4EA5-99BA-F94BA2713DE7}"/>
                </a:ext>
              </a:extLst>
            </p:cNvPr>
            <p:cNvSpPr>
              <a:spLocks/>
            </p:cNvSpPr>
            <p:nvPr/>
          </p:nvSpPr>
          <p:spPr bwMode="auto">
            <a:xfrm>
              <a:off x="11150268" y="412851"/>
              <a:ext cx="18529" cy="22288"/>
            </a:xfrm>
            <a:custGeom>
              <a:avLst/>
              <a:gdLst>
                <a:gd name="T0" fmla="*/ 15 w 29"/>
                <a:gd name="T1" fmla="*/ 0 h 35"/>
                <a:gd name="T2" fmla="*/ 29 w 29"/>
                <a:gd name="T3" fmla="*/ 14 h 35"/>
                <a:gd name="T4" fmla="*/ 23 w 29"/>
                <a:gd name="T5" fmla="*/ 30 h 35"/>
                <a:gd name="T6" fmla="*/ 6 w 29"/>
                <a:gd name="T7" fmla="*/ 29 h 35"/>
                <a:gd name="T8" fmla="*/ 1 w 29"/>
                <a:gd name="T9" fmla="*/ 11 h 35"/>
                <a:gd name="T10" fmla="*/ 15 w 29"/>
                <a:gd name="T11" fmla="*/ 0 h 35"/>
              </a:gdLst>
              <a:ahLst/>
              <a:cxnLst>
                <a:cxn ang="0">
                  <a:pos x="T0" y="T1"/>
                </a:cxn>
                <a:cxn ang="0">
                  <a:pos x="T2" y="T3"/>
                </a:cxn>
                <a:cxn ang="0">
                  <a:pos x="T4" y="T5"/>
                </a:cxn>
                <a:cxn ang="0">
                  <a:pos x="T6" y="T7"/>
                </a:cxn>
                <a:cxn ang="0">
                  <a:pos x="T8" y="T9"/>
                </a:cxn>
                <a:cxn ang="0">
                  <a:pos x="T10" y="T11"/>
                </a:cxn>
              </a:cxnLst>
              <a:rect l="0" t="0" r="r" b="b"/>
              <a:pathLst>
                <a:path w="29" h="35">
                  <a:moveTo>
                    <a:pt x="15" y="0"/>
                  </a:moveTo>
                  <a:cubicBezTo>
                    <a:pt x="23" y="0"/>
                    <a:pt x="29" y="5"/>
                    <a:pt x="29" y="14"/>
                  </a:cubicBezTo>
                  <a:cubicBezTo>
                    <a:pt x="29" y="20"/>
                    <a:pt x="27" y="25"/>
                    <a:pt x="23" y="30"/>
                  </a:cubicBezTo>
                  <a:cubicBezTo>
                    <a:pt x="18" y="35"/>
                    <a:pt x="11" y="35"/>
                    <a:pt x="6" y="29"/>
                  </a:cubicBezTo>
                  <a:cubicBezTo>
                    <a:pt x="2" y="24"/>
                    <a:pt x="0" y="18"/>
                    <a:pt x="1" y="11"/>
                  </a:cubicBezTo>
                  <a:cubicBezTo>
                    <a:pt x="2" y="4"/>
                    <a:pt x="7" y="0"/>
                    <a:pt x="15"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1" name="Freeform 1250">
              <a:extLst>
                <a:ext uri="{FF2B5EF4-FFF2-40B4-BE49-F238E27FC236}">
                  <a16:creationId xmlns="" xmlns:a16="http://schemas.microsoft.com/office/drawing/2014/main" id="{00936B0A-75E8-408F-96EF-A345B536D55A}"/>
                </a:ext>
              </a:extLst>
            </p:cNvPr>
            <p:cNvSpPr>
              <a:spLocks/>
            </p:cNvSpPr>
            <p:nvPr/>
          </p:nvSpPr>
          <p:spPr bwMode="auto">
            <a:xfrm>
              <a:off x="11172019" y="418758"/>
              <a:ext cx="13427" cy="29270"/>
            </a:xfrm>
            <a:custGeom>
              <a:avLst/>
              <a:gdLst>
                <a:gd name="T0" fmla="*/ 19 w 21"/>
                <a:gd name="T1" fmla="*/ 46 h 46"/>
                <a:gd name="T2" fmla="*/ 16 w 21"/>
                <a:gd name="T3" fmla="*/ 32 h 46"/>
                <a:gd name="T4" fmla="*/ 16 w 21"/>
                <a:gd name="T5" fmla="*/ 20 h 46"/>
                <a:gd name="T6" fmla="*/ 3 w 21"/>
                <a:gd name="T7" fmla="*/ 4 h 46"/>
                <a:gd name="T8" fmla="*/ 0 w 21"/>
                <a:gd name="T9" fmla="*/ 3 h 46"/>
                <a:gd name="T10" fmla="*/ 0 w 21"/>
                <a:gd name="T11" fmla="*/ 0 h 46"/>
                <a:gd name="T12" fmla="*/ 2 w 21"/>
                <a:gd name="T13" fmla="*/ 0 h 46"/>
                <a:gd name="T14" fmla="*/ 21 w 21"/>
                <a:gd name="T15" fmla="*/ 23 h 46"/>
                <a:gd name="T16" fmla="*/ 19 w 21"/>
                <a:gd name="T17" fmla="*/ 44 h 46"/>
                <a:gd name="T18" fmla="*/ 19 w 21"/>
                <a:gd name="T1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46">
                  <a:moveTo>
                    <a:pt x="19" y="46"/>
                  </a:moveTo>
                  <a:cubicBezTo>
                    <a:pt x="16" y="41"/>
                    <a:pt x="15" y="37"/>
                    <a:pt x="16" y="32"/>
                  </a:cubicBezTo>
                  <a:cubicBezTo>
                    <a:pt x="16" y="28"/>
                    <a:pt x="17" y="24"/>
                    <a:pt x="16" y="20"/>
                  </a:cubicBezTo>
                  <a:cubicBezTo>
                    <a:pt x="16" y="12"/>
                    <a:pt x="10" y="6"/>
                    <a:pt x="3" y="4"/>
                  </a:cubicBezTo>
                  <a:cubicBezTo>
                    <a:pt x="2" y="4"/>
                    <a:pt x="1" y="4"/>
                    <a:pt x="0" y="3"/>
                  </a:cubicBezTo>
                  <a:cubicBezTo>
                    <a:pt x="0" y="3"/>
                    <a:pt x="0" y="1"/>
                    <a:pt x="0" y="0"/>
                  </a:cubicBezTo>
                  <a:cubicBezTo>
                    <a:pt x="0" y="0"/>
                    <a:pt x="1" y="0"/>
                    <a:pt x="2" y="0"/>
                  </a:cubicBezTo>
                  <a:cubicBezTo>
                    <a:pt x="13" y="1"/>
                    <a:pt x="21" y="12"/>
                    <a:pt x="21" y="23"/>
                  </a:cubicBezTo>
                  <a:cubicBezTo>
                    <a:pt x="20" y="30"/>
                    <a:pt x="20" y="37"/>
                    <a:pt x="19" y="44"/>
                  </a:cubicBezTo>
                  <a:cubicBezTo>
                    <a:pt x="19" y="44"/>
                    <a:pt x="19" y="45"/>
                    <a:pt x="19" y="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2" name="Freeform 1251">
              <a:extLst>
                <a:ext uri="{FF2B5EF4-FFF2-40B4-BE49-F238E27FC236}">
                  <a16:creationId xmlns="" xmlns:a16="http://schemas.microsoft.com/office/drawing/2014/main" id="{B48B3E49-BB48-4171-BD11-573D6589D12B}"/>
                </a:ext>
              </a:extLst>
            </p:cNvPr>
            <p:cNvSpPr>
              <a:spLocks/>
            </p:cNvSpPr>
            <p:nvPr/>
          </p:nvSpPr>
          <p:spPr bwMode="auto">
            <a:xfrm>
              <a:off x="11134425" y="418758"/>
              <a:ext cx="13427" cy="28464"/>
            </a:xfrm>
            <a:custGeom>
              <a:avLst/>
              <a:gdLst>
                <a:gd name="T0" fmla="*/ 2 w 21"/>
                <a:gd name="T1" fmla="*/ 45 h 45"/>
                <a:gd name="T2" fmla="*/ 1 w 21"/>
                <a:gd name="T3" fmla="*/ 31 h 45"/>
                <a:gd name="T4" fmla="*/ 1 w 21"/>
                <a:gd name="T5" fmla="*/ 20 h 45"/>
                <a:gd name="T6" fmla="*/ 19 w 21"/>
                <a:gd name="T7" fmla="*/ 0 h 45"/>
                <a:gd name="T8" fmla="*/ 21 w 21"/>
                <a:gd name="T9" fmla="*/ 1 h 45"/>
                <a:gd name="T10" fmla="*/ 20 w 21"/>
                <a:gd name="T11" fmla="*/ 4 h 45"/>
                <a:gd name="T12" fmla="*/ 19 w 21"/>
                <a:gd name="T13" fmla="*/ 4 h 45"/>
                <a:gd name="T14" fmla="*/ 5 w 21"/>
                <a:gd name="T15" fmla="*/ 26 h 45"/>
                <a:gd name="T16" fmla="*/ 6 w 21"/>
                <a:gd name="T17" fmla="*/ 36 h 45"/>
                <a:gd name="T18" fmla="*/ 3 w 21"/>
                <a:gd name="T19" fmla="*/ 45 h 45"/>
                <a:gd name="T20" fmla="*/ 2 w 21"/>
                <a:gd name="T21"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5">
                  <a:moveTo>
                    <a:pt x="2" y="45"/>
                  </a:moveTo>
                  <a:cubicBezTo>
                    <a:pt x="2" y="40"/>
                    <a:pt x="1" y="36"/>
                    <a:pt x="1" y="31"/>
                  </a:cubicBezTo>
                  <a:cubicBezTo>
                    <a:pt x="1" y="27"/>
                    <a:pt x="0" y="23"/>
                    <a:pt x="1" y="20"/>
                  </a:cubicBezTo>
                  <a:cubicBezTo>
                    <a:pt x="1" y="10"/>
                    <a:pt x="9" y="1"/>
                    <a:pt x="19" y="0"/>
                  </a:cubicBezTo>
                  <a:cubicBezTo>
                    <a:pt x="20" y="0"/>
                    <a:pt x="21" y="0"/>
                    <a:pt x="21" y="1"/>
                  </a:cubicBezTo>
                  <a:cubicBezTo>
                    <a:pt x="21" y="2"/>
                    <a:pt x="21" y="3"/>
                    <a:pt x="20" y="4"/>
                  </a:cubicBezTo>
                  <a:cubicBezTo>
                    <a:pt x="20" y="4"/>
                    <a:pt x="19" y="4"/>
                    <a:pt x="19" y="4"/>
                  </a:cubicBezTo>
                  <a:cubicBezTo>
                    <a:pt x="9" y="7"/>
                    <a:pt x="4" y="15"/>
                    <a:pt x="5" y="26"/>
                  </a:cubicBezTo>
                  <a:cubicBezTo>
                    <a:pt x="5" y="29"/>
                    <a:pt x="6" y="32"/>
                    <a:pt x="6" y="36"/>
                  </a:cubicBezTo>
                  <a:cubicBezTo>
                    <a:pt x="5" y="39"/>
                    <a:pt x="4" y="42"/>
                    <a:pt x="3" y="45"/>
                  </a:cubicBezTo>
                  <a:cubicBezTo>
                    <a:pt x="3" y="45"/>
                    <a:pt x="3" y="45"/>
                    <a:pt x="2" y="4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3" name="Freeform 1252">
              <a:extLst>
                <a:ext uri="{FF2B5EF4-FFF2-40B4-BE49-F238E27FC236}">
                  <a16:creationId xmlns="" xmlns:a16="http://schemas.microsoft.com/office/drawing/2014/main" id="{664A4D78-7782-4BD8-BF43-165D8547E881}"/>
                </a:ext>
              </a:extLst>
            </p:cNvPr>
            <p:cNvSpPr>
              <a:spLocks/>
            </p:cNvSpPr>
            <p:nvPr/>
          </p:nvSpPr>
          <p:spPr bwMode="auto">
            <a:xfrm>
              <a:off x="11359454" y="222194"/>
              <a:ext cx="31150" cy="24168"/>
            </a:xfrm>
            <a:custGeom>
              <a:avLst/>
              <a:gdLst>
                <a:gd name="T0" fmla="*/ 22 w 49"/>
                <a:gd name="T1" fmla="*/ 21 h 38"/>
                <a:gd name="T2" fmla="*/ 22 w 49"/>
                <a:gd name="T3" fmla="*/ 16 h 38"/>
                <a:gd name="T4" fmla="*/ 22 w 49"/>
                <a:gd name="T5" fmla="*/ 10 h 38"/>
                <a:gd name="T6" fmla="*/ 24 w 49"/>
                <a:gd name="T7" fmla="*/ 7 h 38"/>
                <a:gd name="T8" fmla="*/ 24 w 49"/>
                <a:gd name="T9" fmla="*/ 5 h 38"/>
                <a:gd name="T10" fmla="*/ 23 w 49"/>
                <a:gd name="T11" fmla="*/ 5 h 38"/>
                <a:gd name="T12" fmla="*/ 24 w 49"/>
                <a:gd name="T13" fmla="*/ 1 h 38"/>
                <a:gd name="T14" fmla="*/ 26 w 49"/>
                <a:gd name="T15" fmla="*/ 2 h 38"/>
                <a:gd name="T16" fmla="*/ 27 w 49"/>
                <a:gd name="T17" fmla="*/ 4 h 38"/>
                <a:gd name="T18" fmla="*/ 26 w 49"/>
                <a:gd name="T19" fmla="*/ 8 h 38"/>
                <a:gd name="T20" fmla="*/ 27 w 49"/>
                <a:gd name="T21" fmla="*/ 12 h 38"/>
                <a:gd name="T22" fmla="*/ 27 w 49"/>
                <a:gd name="T23" fmla="*/ 21 h 38"/>
                <a:gd name="T24" fmla="*/ 28 w 49"/>
                <a:gd name="T25" fmla="*/ 21 h 38"/>
                <a:gd name="T26" fmla="*/ 28 w 49"/>
                <a:gd name="T27" fmla="*/ 20 h 38"/>
                <a:gd name="T28" fmla="*/ 32 w 49"/>
                <a:gd name="T29" fmla="*/ 2 h 38"/>
                <a:gd name="T30" fmla="*/ 35 w 49"/>
                <a:gd name="T31" fmla="*/ 1 h 38"/>
                <a:gd name="T32" fmla="*/ 43 w 49"/>
                <a:gd name="T33" fmla="*/ 7 h 38"/>
                <a:gd name="T34" fmla="*/ 49 w 49"/>
                <a:gd name="T35" fmla="*/ 22 h 38"/>
                <a:gd name="T36" fmla="*/ 47 w 49"/>
                <a:gd name="T37" fmla="*/ 28 h 38"/>
                <a:gd name="T38" fmla="*/ 35 w 49"/>
                <a:gd name="T39" fmla="*/ 37 h 38"/>
                <a:gd name="T40" fmla="*/ 32 w 49"/>
                <a:gd name="T41" fmla="*/ 38 h 38"/>
                <a:gd name="T42" fmla="*/ 29 w 49"/>
                <a:gd name="T43" fmla="*/ 36 h 38"/>
                <a:gd name="T44" fmla="*/ 30 w 49"/>
                <a:gd name="T45" fmla="*/ 32 h 38"/>
                <a:gd name="T46" fmla="*/ 31 w 49"/>
                <a:gd name="T47" fmla="*/ 31 h 38"/>
                <a:gd name="T48" fmla="*/ 40 w 49"/>
                <a:gd name="T49" fmla="*/ 24 h 38"/>
                <a:gd name="T50" fmla="*/ 41 w 49"/>
                <a:gd name="T51" fmla="*/ 22 h 38"/>
                <a:gd name="T52" fmla="*/ 38 w 49"/>
                <a:gd name="T53" fmla="*/ 15 h 38"/>
                <a:gd name="T54" fmla="*/ 38 w 49"/>
                <a:gd name="T55" fmla="*/ 16 h 38"/>
                <a:gd name="T56" fmla="*/ 39 w 49"/>
                <a:gd name="T57" fmla="*/ 21 h 38"/>
                <a:gd name="T58" fmla="*/ 37 w 49"/>
                <a:gd name="T59" fmla="*/ 24 h 38"/>
                <a:gd name="T60" fmla="*/ 28 w 49"/>
                <a:gd name="T61" fmla="*/ 31 h 38"/>
                <a:gd name="T62" fmla="*/ 26 w 49"/>
                <a:gd name="T63" fmla="*/ 35 h 38"/>
                <a:gd name="T64" fmla="*/ 25 w 49"/>
                <a:gd name="T65" fmla="*/ 36 h 38"/>
                <a:gd name="T66" fmla="*/ 24 w 49"/>
                <a:gd name="T67" fmla="*/ 36 h 38"/>
                <a:gd name="T68" fmla="*/ 23 w 49"/>
                <a:gd name="T69" fmla="*/ 35 h 38"/>
                <a:gd name="T70" fmla="*/ 21 w 49"/>
                <a:gd name="T71" fmla="*/ 31 h 38"/>
                <a:gd name="T72" fmla="*/ 12 w 49"/>
                <a:gd name="T73" fmla="*/ 24 h 38"/>
                <a:gd name="T74" fmla="*/ 11 w 49"/>
                <a:gd name="T75" fmla="*/ 21 h 38"/>
                <a:gd name="T76" fmla="*/ 11 w 49"/>
                <a:gd name="T77" fmla="*/ 16 h 38"/>
                <a:gd name="T78" fmla="*/ 11 w 49"/>
                <a:gd name="T79" fmla="*/ 15 h 38"/>
                <a:gd name="T80" fmla="*/ 8 w 49"/>
                <a:gd name="T81" fmla="*/ 23 h 38"/>
                <a:gd name="T82" fmla="*/ 9 w 49"/>
                <a:gd name="T83" fmla="*/ 24 h 38"/>
                <a:gd name="T84" fmla="*/ 18 w 49"/>
                <a:gd name="T85" fmla="*/ 31 h 38"/>
                <a:gd name="T86" fmla="*/ 19 w 49"/>
                <a:gd name="T87" fmla="*/ 31 h 38"/>
                <a:gd name="T88" fmla="*/ 20 w 49"/>
                <a:gd name="T89" fmla="*/ 36 h 38"/>
                <a:gd name="T90" fmla="*/ 15 w 49"/>
                <a:gd name="T91" fmla="*/ 37 h 38"/>
                <a:gd name="T92" fmla="*/ 6 w 49"/>
                <a:gd name="T93" fmla="*/ 31 h 38"/>
                <a:gd name="T94" fmla="*/ 2 w 49"/>
                <a:gd name="T95" fmla="*/ 27 h 38"/>
                <a:gd name="T96" fmla="*/ 0 w 49"/>
                <a:gd name="T97" fmla="*/ 23 h 38"/>
                <a:gd name="T98" fmla="*/ 8 w 49"/>
                <a:gd name="T99" fmla="*/ 4 h 38"/>
                <a:gd name="T100" fmla="*/ 10 w 49"/>
                <a:gd name="T101" fmla="*/ 2 h 38"/>
                <a:gd name="T102" fmla="*/ 15 w 49"/>
                <a:gd name="T103" fmla="*/ 1 h 38"/>
                <a:gd name="T104" fmla="*/ 17 w 49"/>
                <a:gd name="T105" fmla="*/ 2 h 38"/>
                <a:gd name="T106" fmla="*/ 21 w 49"/>
                <a:gd name="T107" fmla="*/ 19 h 38"/>
                <a:gd name="T108" fmla="*/ 22 w 49"/>
                <a:gd name="T109" fmla="*/ 21 h 38"/>
                <a:gd name="T110" fmla="*/ 22 w 49"/>
                <a:gd name="T111" fmla="*/ 2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38">
                  <a:moveTo>
                    <a:pt x="22" y="21"/>
                  </a:moveTo>
                  <a:cubicBezTo>
                    <a:pt x="22" y="19"/>
                    <a:pt x="22" y="18"/>
                    <a:pt x="22" y="16"/>
                  </a:cubicBezTo>
                  <a:cubicBezTo>
                    <a:pt x="22" y="14"/>
                    <a:pt x="22" y="12"/>
                    <a:pt x="22" y="10"/>
                  </a:cubicBezTo>
                  <a:cubicBezTo>
                    <a:pt x="22" y="9"/>
                    <a:pt x="23" y="8"/>
                    <a:pt x="24" y="7"/>
                  </a:cubicBezTo>
                  <a:cubicBezTo>
                    <a:pt x="24" y="6"/>
                    <a:pt x="24" y="6"/>
                    <a:pt x="24" y="5"/>
                  </a:cubicBezTo>
                  <a:cubicBezTo>
                    <a:pt x="23" y="5"/>
                    <a:pt x="23" y="5"/>
                    <a:pt x="23" y="5"/>
                  </a:cubicBezTo>
                  <a:cubicBezTo>
                    <a:pt x="22" y="3"/>
                    <a:pt x="22" y="2"/>
                    <a:pt x="24" y="1"/>
                  </a:cubicBezTo>
                  <a:cubicBezTo>
                    <a:pt x="25" y="0"/>
                    <a:pt x="26" y="1"/>
                    <a:pt x="26" y="2"/>
                  </a:cubicBezTo>
                  <a:cubicBezTo>
                    <a:pt x="27" y="3"/>
                    <a:pt x="27" y="3"/>
                    <a:pt x="27" y="4"/>
                  </a:cubicBezTo>
                  <a:cubicBezTo>
                    <a:pt x="25" y="5"/>
                    <a:pt x="25" y="7"/>
                    <a:pt x="26" y="8"/>
                  </a:cubicBezTo>
                  <a:cubicBezTo>
                    <a:pt x="27" y="9"/>
                    <a:pt x="27" y="11"/>
                    <a:pt x="27" y="12"/>
                  </a:cubicBezTo>
                  <a:cubicBezTo>
                    <a:pt x="27" y="15"/>
                    <a:pt x="27" y="18"/>
                    <a:pt x="27" y="21"/>
                  </a:cubicBezTo>
                  <a:cubicBezTo>
                    <a:pt x="27" y="21"/>
                    <a:pt x="27" y="21"/>
                    <a:pt x="28" y="21"/>
                  </a:cubicBezTo>
                  <a:cubicBezTo>
                    <a:pt x="28" y="20"/>
                    <a:pt x="28" y="20"/>
                    <a:pt x="28" y="20"/>
                  </a:cubicBezTo>
                  <a:cubicBezTo>
                    <a:pt x="29" y="14"/>
                    <a:pt x="31" y="8"/>
                    <a:pt x="32" y="2"/>
                  </a:cubicBezTo>
                  <a:cubicBezTo>
                    <a:pt x="33" y="0"/>
                    <a:pt x="33" y="0"/>
                    <a:pt x="35" y="1"/>
                  </a:cubicBezTo>
                  <a:cubicBezTo>
                    <a:pt x="42" y="3"/>
                    <a:pt x="41" y="3"/>
                    <a:pt x="43" y="7"/>
                  </a:cubicBezTo>
                  <a:cubicBezTo>
                    <a:pt x="45" y="12"/>
                    <a:pt x="47" y="17"/>
                    <a:pt x="49" y="22"/>
                  </a:cubicBezTo>
                  <a:cubicBezTo>
                    <a:pt x="49" y="25"/>
                    <a:pt x="49" y="26"/>
                    <a:pt x="47" y="28"/>
                  </a:cubicBezTo>
                  <a:cubicBezTo>
                    <a:pt x="43" y="31"/>
                    <a:pt x="39" y="34"/>
                    <a:pt x="35" y="37"/>
                  </a:cubicBezTo>
                  <a:cubicBezTo>
                    <a:pt x="34" y="37"/>
                    <a:pt x="33" y="38"/>
                    <a:pt x="32" y="38"/>
                  </a:cubicBezTo>
                  <a:cubicBezTo>
                    <a:pt x="31" y="38"/>
                    <a:pt x="30" y="37"/>
                    <a:pt x="29" y="36"/>
                  </a:cubicBezTo>
                  <a:cubicBezTo>
                    <a:pt x="28" y="34"/>
                    <a:pt x="29" y="33"/>
                    <a:pt x="30" y="32"/>
                  </a:cubicBezTo>
                  <a:cubicBezTo>
                    <a:pt x="30" y="31"/>
                    <a:pt x="30" y="31"/>
                    <a:pt x="31" y="31"/>
                  </a:cubicBezTo>
                  <a:cubicBezTo>
                    <a:pt x="34" y="29"/>
                    <a:pt x="37" y="26"/>
                    <a:pt x="40" y="24"/>
                  </a:cubicBezTo>
                  <a:cubicBezTo>
                    <a:pt x="41" y="23"/>
                    <a:pt x="41" y="23"/>
                    <a:pt x="41" y="22"/>
                  </a:cubicBezTo>
                  <a:cubicBezTo>
                    <a:pt x="40" y="19"/>
                    <a:pt x="39" y="17"/>
                    <a:pt x="38" y="15"/>
                  </a:cubicBezTo>
                  <a:cubicBezTo>
                    <a:pt x="38" y="16"/>
                    <a:pt x="38" y="16"/>
                    <a:pt x="38" y="16"/>
                  </a:cubicBezTo>
                  <a:cubicBezTo>
                    <a:pt x="38" y="18"/>
                    <a:pt x="38" y="20"/>
                    <a:pt x="39" y="21"/>
                  </a:cubicBezTo>
                  <a:cubicBezTo>
                    <a:pt x="39" y="23"/>
                    <a:pt x="38" y="23"/>
                    <a:pt x="37" y="24"/>
                  </a:cubicBezTo>
                  <a:cubicBezTo>
                    <a:pt x="34" y="26"/>
                    <a:pt x="31" y="29"/>
                    <a:pt x="28" y="31"/>
                  </a:cubicBezTo>
                  <a:cubicBezTo>
                    <a:pt x="27" y="32"/>
                    <a:pt x="26" y="33"/>
                    <a:pt x="26" y="35"/>
                  </a:cubicBezTo>
                  <a:cubicBezTo>
                    <a:pt x="26" y="35"/>
                    <a:pt x="26" y="35"/>
                    <a:pt x="25" y="36"/>
                  </a:cubicBezTo>
                  <a:cubicBezTo>
                    <a:pt x="25" y="36"/>
                    <a:pt x="24" y="36"/>
                    <a:pt x="24" y="36"/>
                  </a:cubicBezTo>
                  <a:cubicBezTo>
                    <a:pt x="23" y="36"/>
                    <a:pt x="23" y="35"/>
                    <a:pt x="23" y="35"/>
                  </a:cubicBezTo>
                  <a:cubicBezTo>
                    <a:pt x="23" y="33"/>
                    <a:pt x="22" y="32"/>
                    <a:pt x="21" y="31"/>
                  </a:cubicBezTo>
                  <a:cubicBezTo>
                    <a:pt x="18" y="29"/>
                    <a:pt x="15" y="26"/>
                    <a:pt x="12" y="24"/>
                  </a:cubicBezTo>
                  <a:cubicBezTo>
                    <a:pt x="11" y="23"/>
                    <a:pt x="10" y="23"/>
                    <a:pt x="11" y="21"/>
                  </a:cubicBezTo>
                  <a:cubicBezTo>
                    <a:pt x="11" y="20"/>
                    <a:pt x="11" y="18"/>
                    <a:pt x="11" y="16"/>
                  </a:cubicBezTo>
                  <a:cubicBezTo>
                    <a:pt x="11" y="16"/>
                    <a:pt x="11" y="16"/>
                    <a:pt x="11" y="15"/>
                  </a:cubicBezTo>
                  <a:cubicBezTo>
                    <a:pt x="10" y="18"/>
                    <a:pt x="9" y="20"/>
                    <a:pt x="8" y="23"/>
                  </a:cubicBezTo>
                  <a:cubicBezTo>
                    <a:pt x="8" y="23"/>
                    <a:pt x="9" y="23"/>
                    <a:pt x="9" y="24"/>
                  </a:cubicBezTo>
                  <a:cubicBezTo>
                    <a:pt x="12" y="26"/>
                    <a:pt x="15" y="28"/>
                    <a:pt x="18" y="31"/>
                  </a:cubicBezTo>
                  <a:cubicBezTo>
                    <a:pt x="18" y="31"/>
                    <a:pt x="19" y="31"/>
                    <a:pt x="19" y="31"/>
                  </a:cubicBezTo>
                  <a:cubicBezTo>
                    <a:pt x="21" y="33"/>
                    <a:pt x="21" y="35"/>
                    <a:pt x="20" y="36"/>
                  </a:cubicBezTo>
                  <a:cubicBezTo>
                    <a:pt x="18" y="38"/>
                    <a:pt x="16" y="38"/>
                    <a:pt x="15" y="37"/>
                  </a:cubicBezTo>
                  <a:cubicBezTo>
                    <a:pt x="12" y="35"/>
                    <a:pt x="9" y="33"/>
                    <a:pt x="6" y="31"/>
                  </a:cubicBezTo>
                  <a:cubicBezTo>
                    <a:pt x="5" y="29"/>
                    <a:pt x="3" y="28"/>
                    <a:pt x="2" y="27"/>
                  </a:cubicBezTo>
                  <a:cubicBezTo>
                    <a:pt x="0" y="26"/>
                    <a:pt x="0" y="25"/>
                    <a:pt x="0" y="23"/>
                  </a:cubicBezTo>
                  <a:cubicBezTo>
                    <a:pt x="3" y="17"/>
                    <a:pt x="5" y="10"/>
                    <a:pt x="8" y="4"/>
                  </a:cubicBezTo>
                  <a:cubicBezTo>
                    <a:pt x="8" y="3"/>
                    <a:pt x="9" y="3"/>
                    <a:pt x="10" y="2"/>
                  </a:cubicBezTo>
                  <a:cubicBezTo>
                    <a:pt x="11" y="1"/>
                    <a:pt x="13" y="1"/>
                    <a:pt x="15" y="1"/>
                  </a:cubicBezTo>
                  <a:cubicBezTo>
                    <a:pt x="16" y="0"/>
                    <a:pt x="16" y="1"/>
                    <a:pt x="17" y="2"/>
                  </a:cubicBezTo>
                  <a:cubicBezTo>
                    <a:pt x="18" y="8"/>
                    <a:pt x="20" y="14"/>
                    <a:pt x="21" y="19"/>
                  </a:cubicBezTo>
                  <a:cubicBezTo>
                    <a:pt x="21" y="20"/>
                    <a:pt x="21" y="20"/>
                    <a:pt x="22" y="21"/>
                  </a:cubicBezTo>
                  <a:cubicBezTo>
                    <a:pt x="22" y="21"/>
                    <a:pt x="22" y="21"/>
                    <a:pt x="22" y="2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4" name="Freeform 1253">
              <a:extLst>
                <a:ext uri="{FF2B5EF4-FFF2-40B4-BE49-F238E27FC236}">
                  <a16:creationId xmlns="" xmlns:a16="http://schemas.microsoft.com/office/drawing/2014/main" id="{335E5171-F128-419D-8F31-486504F5534B}"/>
                </a:ext>
              </a:extLst>
            </p:cNvPr>
            <p:cNvSpPr>
              <a:spLocks/>
            </p:cNvSpPr>
            <p:nvPr/>
          </p:nvSpPr>
          <p:spPr bwMode="auto">
            <a:xfrm>
              <a:off x="11369658" y="207693"/>
              <a:ext cx="10741" cy="13427"/>
            </a:xfrm>
            <a:custGeom>
              <a:avLst/>
              <a:gdLst>
                <a:gd name="T0" fmla="*/ 9 w 17"/>
                <a:gd name="T1" fmla="*/ 0 h 21"/>
                <a:gd name="T2" fmla="*/ 17 w 17"/>
                <a:gd name="T3" fmla="*/ 8 h 21"/>
                <a:gd name="T4" fmla="*/ 13 w 17"/>
                <a:gd name="T5" fmla="*/ 18 h 21"/>
                <a:gd name="T6" fmla="*/ 3 w 17"/>
                <a:gd name="T7" fmla="*/ 18 h 21"/>
                <a:gd name="T8" fmla="*/ 0 w 17"/>
                <a:gd name="T9" fmla="*/ 7 h 21"/>
                <a:gd name="T10" fmla="*/ 9 w 17"/>
                <a:gd name="T11" fmla="*/ 0 h 21"/>
              </a:gdLst>
              <a:ahLst/>
              <a:cxnLst>
                <a:cxn ang="0">
                  <a:pos x="T0" y="T1"/>
                </a:cxn>
                <a:cxn ang="0">
                  <a:pos x="T2" y="T3"/>
                </a:cxn>
                <a:cxn ang="0">
                  <a:pos x="T4" y="T5"/>
                </a:cxn>
                <a:cxn ang="0">
                  <a:pos x="T6" y="T7"/>
                </a:cxn>
                <a:cxn ang="0">
                  <a:pos x="T8" y="T9"/>
                </a:cxn>
                <a:cxn ang="0">
                  <a:pos x="T10" y="T11"/>
                </a:cxn>
              </a:cxnLst>
              <a:rect l="0" t="0" r="r" b="b"/>
              <a:pathLst>
                <a:path w="17" h="21">
                  <a:moveTo>
                    <a:pt x="9" y="0"/>
                  </a:moveTo>
                  <a:cubicBezTo>
                    <a:pt x="14" y="0"/>
                    <a:pt x="17" y="3"/>
                    <a:pt x="17" y="8"/>
                  </a:cubicBezTo>
                  <a:cubicBezTo>
                    <a:pt x="17" y="12"/>
                    <a:pt x="16" y="15"/>
                    <a:pt x="13" y="18"/>
                  </a:cubicBezTo>
                  <a:cubicBezTo>
                    <a:pt x="10" y="21"/>
                    <a:pt x="6" y="21"/>
                    <a:pt x="3" y="18"/>
                  </a:cubicBezTo>
                  <a:cubicBezTo>
                    <a:pt x="1" y="15"/>
                    <a:pt x="0" y="11"/>
                    <a:pt x="0" y="7"/>
                  </a:cubicBezTo>
                  <a:cubicBezTo>
                    <a:pt x="1" y="3"/>
                    <a:pt x="4" y="0"/>
                    <a:pt x="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5" name="Freeform 1254">
              <a:extLst>
                <a:ext uri="{FF2B5EF4-FFF2-40B4-BE49-F238E27FC236}">
                  <a16:creationId xmlns="" xmlns:a16="http://schemas.microsoft.com/office/drawing/2014/main" id="{BE5B52D9-9C55-4587-BA96-37E78F978ABB}"/>
                </a:ext>
              </a:extLst>
            </p:cNvPr>
            <p:cNvSpPr>
              <a:spLocks/>
            </p:cNvSpPr>
            <p:nvPr/>
          </p:nvSpPr>
          <p:spPr bwMode="auto">
            <a:xfrm>
              <a:off x="11382548" y="211453"/>
              <a:ext cx="7519" cy="17186"/>
            </a:xfrm>
            <a:custGeom>
              <a:avLst/>
              <a:gdLst>
                <a:gd name="T0" fmla="*/ 11 w 12"/>
                <a:gd name="T1" fmla="*/ 27 h 27"/>
                <a:gd name="T2" fmla="*/ 9 w 12"/>
                <a:gd name="T3" fmla="*/ 19 h 27"/>
                <a:gd name="T4" fmla="*/ 9 w 12"/>
                <a:gd name="T5" fmla="*/ 12 h 27"/>
                <a:gd name="T6" fmla="*/ 1 w 12"/>
                <a:gd name="T7" fmla="*/ 2 h 27"/>
                <a:gd name="T8" fmla="*/ 0 w 12"/>
                <a:gd name="T9" fmla="*/ 2 h 27"/>
                <a:gd name="T10" fmla="*/ 0 w 12"/>
                <a:gd name="T11" fmla="*/ 0 h 27"/>
                <a:gd name="T12" fmla="*/ 1 w 12"/>
                <a:gd name="T13" fmla="*/ 0 h 27"/>
                <a:gd name="T14" fmla="*/ 12 w 12"/>
                <a:gd name="T15" fmla="*/ 13 h 27"/>
                <a:gd name="T16" fmla="*/ 11 w 12"/>
                <a:gd name="T17" fmla="*/ 25 h 27"/>
                <a:gd name="T18" fmla="*/ 11 w 12"/>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7">
                  <a:moveTo>
                    <a:pt x="11" y="27"/>
                  </a:moveTo>
                  <a:cubicBezTo>
                    <a:pt x="9" y="24"/>
                    <a:pt x="9" y="22"/>
                    <a:pt x="9" y="19"/>
                  </a:cubicBezTo>
                  <a:cubicBezTo>
                    <a:pt x="9" y="16"/>
                    <a:pt x="10" y="14"/>
                    <a:pt x="9" y="12"/>
                  </a:cubicBezTo>
                  <a:cubicBezTo>
                    <a:pt x="9" y="7"/>
                    <a:pt x="6" y="3"/>
                    <a:pt x="1" y="2"/>
                  </a:cubicBezTo>
                  <a:cubicBezTo>
                    <a:pt x="1" y="2"/>
                    <a:pt x="0" y="2"/>
                    <a:pt x="0" y="2"/>
                  </a:cubicBezTo>
                  <a:cubicBezTo>
                    <a:pt x="0" y="1"/>
                    <a:pt x="0" y="0"/>
                    <a:pt x="0" y="0"/>
                  </a:cubicBezTo>
                  <a:cubicBezTo>
                    <a:pt x="0" y="0"/>
                    <a:pt x="1" y="0"/>
                    <a:pt x="1" y="0"/>
                  </a:cubicBezTo>
                  <a:cubicBezTo>
                    <a:pt x="7" y="0"/>
                    <a:pt x="12" y="6"/>
                    <a:pt x="12" y="13"/>
                  </a:cubicBezTo>
                  <a:cubicBezTo>
                    <a:pt x="12" y="17"/>
                    <a:pt x="11" y="21"/>
                    <a:pt x="11" y="25"/>
                  </a:cubicBezTo>
                  <a:cubicBezTo>
                    <a:pt x="11" y="26"/>
                    <a:pt x="11" y="26"/>
                    <a:pt x="11"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6" name="Freeform 1256">
              <a:extLst>
                <a:ext uri="{FF2B5EF4-FFF2-40B4-BE49-F238E27FC236}">
                  <a16:creationId xmlns="" xmlns:a16="http://schemas.microsoft.com/office/drawing/2014/main" id="{B183F429-ACA0-49A1-A91B-B66A4E19A236}"/>
                </a:ext>
              </a:extLst>
            </p:cNvPr>
            <p:cNvSpPr>
              <a:spLocks noEditPoints="1"/>
            </p:cNvSpPr>
            <p:nvPr/>
          </p:nvSpPr>
          <p:spPr bwMode="auto">
            <a:xfrm>
              <a:off x="11162352" y="181646"/>
              <a:ext cx="50215" cy="51558"/>
            </a:xfrm>
            <a:custGeom>
              <a:avLst/>
              <a:gdLst>
                <a:gd name="T0" fmla="*/ 50 w 79"/>
                <a:gd name="T1" fmla="*/ 4 h 81"/>
                <a:gd name="T2" fmla="*/ 50 w 79"/>
                <a:gd name="T3" fmla="*/ 16 h 81"/>
                <a:gd name="T4" fmla="*/ 54 w 79"/>
                <a:gd name="T5" fmla="*/ 19 h 81"/>
                <a:gd name="T6" fmla="*/ 61 w 79"/>
                <a:gd name="T7" fmla="*/ 18 h 81"/>
                <a:gd name="T8" fmla="*/ 63 w 79"/>
                <a:gd name="T9" fmla="*/ 19 h 81"/>
                <a:gd name="T10" fmla="*/ 66 w 79"/>
                <a:gd name="T11" fmla="*/ 18 h 81"/>
                <a:gd name="T12" fmla="*/ 78 w 79"/>
                <a:gd name="T13" fmla="*/ 40 h 81"/>
                <a:gd name="T14" fmla="*/ 71 w 79"/>
                <a:gd name="T15" fmla="*/ 46 h 81"/>
                <a:gd name="T16" fmla="*/ 71 w 79"/>
                <a:gd name="T17" fmla="*/ 75 h 81"/>
                <a:gd name="T18" fmla="*/ 67 w 79"/>
                <a:gd name="T19" fmla="*/ 80 h 81"/>
                <a:gd name="T20" fmla="*/ 63 w 79"/>
                <a:gd name="T21" fmla="*/ 75 h 81"/>
                <a:gd name="T22" fmla="*/ 63 w 79"/>
                <a:gd name="T23" fmla="*/ 50 h 81"/>
                <a:gd name="T24" fmla="*/ 63 w 79"/>
                <a:gd name="T25" fmla="*/ 51 h 81"/>
                <a:gd name="T26" fmla="*/ 61 w 79"/>
                <a:gd name="T27" fmla="*/ 79 h 81"/>
                <a:gd name="T28" fmla="*/ 55 w 79"/>
                <a:gd name="T29" fmla="*/ 75 h 81"/>
                <a:gd name="T30" fmla="*/ 55 w 79"/>
                <a:gd name="T31" fmla="*/ 26 h 81"/>
                <a:gd name="T32" fmla="*/ 50 w 79"/>
                <a:gd name="T33" fmla="*/ 25 h 81"/>
                <a:gd name="T34" fmla="*/ 50 w 79"/>
                <a:gd name="T35" fmla="*/ 41 h 81"/>
                <a:gd name="T36" fmla="*/ 5 w 79"/>
                <a:gd name="T37" fmla="*/ 46 h 81"/>
                <a:gd name="T38" fmla="*/ 0 w 79"/>
                <a:gd name="T39" fmla="*/ 6 h 81"/>
                <a:gd name="T40" fmla="*/ 46 w 79"/>
                <a:gd name="T41" fmla="*/ 0 h 81"/>
                <a:gd name="T42" fmla="*/ 47 w 79"/>
                <a:gd name="T43" fmla="*/ 12 h 81"/>
                <a:gd name="T44" fmla="*/ 45 w 79"/>
                <a:gd name="T45" fmla="*/ 3 h 81"/>
                <a:gd name="T46" fmla="*/ 3 w 79"/>
                <a:gd name="T47" fmla="*/ 5 h 81"/>
                <a:gd name="T48" fmla="*/ 5 w 79"/>
                <a:gd name="T49" fmla="*/ 43 h 81"/>
                <a:gd name="T50" fmla="*/ 47 w 79"/>
                <a:gd name="T51" fmla="*/ 41 h 81"/>
                <a:gd name="T52" fmla="*/ 46 w 79"/>
                <a:gd name="T53" fmla="*/ 22 h 81"/>
                <a:gd name="T54" fmla="*/ 39 w 79"/>
                <a:gd name="T55" fmla="*/ 9 h 81"/>
                <a:gd name="T56" fmla="*/ 44 w 79"/>
                <a:gd name="T57" fmla="*/ 9 h 81"/>
                <a:gd name="T58" fmla="*/ 63 w 79"/>
                <a:gd name="T59" fmla="*/ 20 h 81"/>
                <a:gd name="T60" fmla="*/ 61 w 79"/>
                <a:gd name="T61" fmla="*/ 33 h 81"/>
                <a:gd name="T62" fmla="*/ 63 w 79"/>
                <a:gd name="T63" fmla="*/ 36 h 81"/>
                <a:gd name="T64" fmla="*/ 65 w 79"/>
                <a:gd name="T65" fmla="*/ 32 h 81"/>
                <a:gd name="T66" fmla="*/ 63 w 79"/>
                <a:gd name="T67" fmla="*/ 20 h 81"/>
                <a:gd name="T68" fmla="*/ 72 w 79"/>
                <a:gd name="T69" fmla="*/ 3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81">
                  <a:moveTo>
                    <a:pt x="46" y="0"/>
                  </a:moveTo>
                  <a:cubicBezTo>
                    <a:pt x="48" y="1"/>
                    <a:pt x="49" y="2"/>
                    <a:pt x="50" y="4"/>
                  </a:cubicBezTo>
                  <a:cubicBezTo>
                    <a:pt x="50" y="4"/>
                    <a:pt x="50" y="5"/>
                    <a:pt x="50" y="5"/>
                  </a:cubicBezTo>
                  <a:cubicBezTo>
                    <a:pt x="50" y="9"/>
                    <a:pt x="50" y="12"/>
                    <a:pt x="50" y="16"/>
                  </a:cubicBezTo>
                  <a:cubicBezTo>
                    <a:pt x="50" y="16"/>
                    <a:pt x="50" y="17"/>
                    <a:pt x="50" y="17"/>
                  </a:cubicBezTo>
                  <a:cubicBezTo>
                    <a:pt x="52" y="18"/>
                    <a:pt x="53" y="19"/>
                    <a:pt x="54" y="19"/>
                  </a:cubicBezTo>
                  <a:cubicBezTo>
                    <a:pt x="55" y="19"/>
                    <a:pt x="56" y="19"/>
                    <a:pt x="57" y="19"/>
                  </a:cubicBezTo>
                  <a:cubicBezTo>
                    <a:pt x="58" y="19"/>
                    <a:pt x="59" y="18"/>
                    <a:pt x="61" y="18"/>
                  </a:cubicBezTo>
                  <a:cubicBezTo>
                    <a:pt x="61" y="17"/>
                    <a:pt x="61" y="17"/>
                    <a:pt x="62" y="18"/>
                  </a:cubicBezTo>
                  <a:cubicBezTo>
                    <a:pt x="62" y="18"/>
                    <a:pt x="63" y="19"/>
                    <a:pt x="63" y="19"/>
                  </a:cubicBezTo>
                  <a:cubicBezTo>
                    <a:pt x="64" y="19"/>
                    <a:pt x="64" y="18"/>
                    <a:pt x="65" y="18"/>
                  </a:cubicBezTo>
                  <a:cubicBezTo>
                    <a:pt x="65" y="17"/>
                    <a:pt x="65" y="17"/>
                    <a:pt x="66" y="18"/>
                  </a:cubicBezTo>
                  <a:cubicBezTo>
                    <a:pt x="71" y="20"/>
                    <a:pt x="76" y="24"/>
                    <a:pt x="78" y="30"/>
                  </a:cubicBezTo>
                  <a:cubicBezTo>
                    <a:pt x="79" y="33"/>
                    <a:pt x="79" y="37"/>
                    <a:pt x="78" y="40"/>
                  </a:cubicBezTo>
                  <a:cubicBezTo>
                    <a:pt x="78" y="42"/>
                    <a:pt x="77" y="43"/>
                    <a:pt x="76" y="44"/>
                  </a:cubicBezTo>
                  <a:cubicBezTo>
                    <a:pt x="75" y="47"/>
                    <a:pt x="74" y="48"/>
                    <a:pt x="71" y="46"/>
                  </a:cubicBezTo>
                  <a:cubicBezTo>
                    <a:pt x="71" y="47"/>
                    <a:pt x="71" y="47"/>
                    <a:pt x="71" y="47"/>
                  </a:cubicBezTo>
                  <a:cubicBezTo>
                    <a:pt x="71" y="57"/>
                    <a:pt x="71" y="66"/>
                    <a:pt x="71" y="75"/>
                  </a:cubicBezTo>
                  <a:cubicBezTo>
                    <a:pt x="71" y="76"/>
                    <a:pt x="71" y="76"/>
                    <a:pt x="71" y="77"/>
                  </a:cubicBezTo>
                  <a:cubicBezTo>
                    <a:pt x="70" y="79"/>
                    <a:pt x="69" y="80"/>
                    <a:pt x="67" y="80"/>
                  </a:cubicBezTo>
                  <a:cubicBezTo>
                    <a:pt x="65" y="80"/>
                    <a:pt x="64" y="78"/>
                    <a:pt x="63" y="77"/>
                  </a:cubicBezTo>
                  <a:cubicBezTo>
                    <a:pt x="63" y="76"/>
                    <a:pt x="63" y="76"/>
                    <a:pt x="63" y="75"/>
                  </a:cubicBezTo>
                  <a:cubicBezTo>
                    <a:pt x="63" y="67"/>
                    <a:pt x="63" y="59"/>
                    <a:pt x="63" y="51"/>
                  </a:cubicBezTo>
                  <a:cubicBezTo>
                    <a:pt x="63" y="51"/>
                    <a:pt x="63" y="50"/>
                    <a:pt x="63" y="50"/>
                  </a:cubicBezTo>
                  <a:cubicBezTo>
                    <a:pt x="63" y="50"/>
                    <a:pt x="63" y="50"/>
                    <a:pt x="63" y="50"/>
                  </a:cubicBezTo>
                  <a:cubicBezTo>
                    <a:pt x="63" y="50"/>
                    <a:pt x="63" y="51"/>
                    <a:pt x="63" y="51"/>
                  </a:cubicBezTo>
                  <a:cubicBezTo>
                    <a:pt x="63" y="59"/>
                    <a:pt x="63" y="67"/>
                    <a:pt x="63" y="75"/>
                  </a:cubicBezTo>
                  <a:cubicBezTo>
                    <a:pt x="63" y="77"/>
                    <a:pt x="62" y="78"/>
                    <a:pt x="61" y="79"/>
                  </a:cubicBezTo>
                  <a:cubicBezTo>
                    <a:pt x="59" y="81"/>
                    <a:pt x="56" y="79"/>
                    <a:pt x="55" y="77"/>
                  </a:cubicBezTo>
                  <a:cubicBezTo>
                    <a:pt x="55" y="76"/>
                    <a:pt x="55" y="76"/>
                    <a:pt x="55" y="75"/>
                  </a:cubicBezTo>
                  <a:cubicBezTo>
                    <a:pt x="55" y="66"/>
                    <a:pt x="55" y="56"/>
                    <a:pt x="55" y="46"/>
                  </a:cubicBezTo>
                  <a:cubicBezTo>
                    <a:pt x="55" y="39"/>
                    <a:pt x="55" y="33"/>
                    <a:pt x="55" y="26"/>
                  </a:cubicBezTo>
                  <a:cubicBezTo>
                    <a:pt x="55" y="26"/>
                    <a:pt x="55" y="26"/>
                    <a:pt x="55" y="26"/>
                  </a:cubicBezTo>
                  <a:cubicBezTo>
                    <a:pt x="53" y="26"/>
                    <a:pt x="51" y="25"/>
                    <a:pt x="50" y="25"/>
                  </a:cubicBezTo>
                  <a:cubicBezTo>
                    <a:pt x="50" y="25"/>
                    <a:pt x="50" y="25"/>
                    <a:pt x="50" y="25"/>
                  </a:cubicBezTo>
                  <a:cubicBezTo>
                    <a:pt x="50" y="31"/>
                    <a:pt x="50" y="36"/>
                    <a:pt x="50" y="41"/>
                  </a:cubicBezTo>
                  <a:cubicBezTo>
                    <a:pt x="50" y="44"/>
                    <a:pt x="47" y="46"/>
                    <a:pt x="45" y="46"/>
                  </a:cubicBezTo>
                  <a:cubicBezTo>
                    <a:pt x="32" y="46"/>
                    <a:pt x="18" y="46"/>
                    <a:pt x="5" y="46"/>
                  </a:cubicBezTo>
                  <a:cubicBezTo>
                    <a:pt x="3" y="46"/>
                    <a:pt x="0" y="44"/>
                    <a:pt x="0" y="41"/>
                  </a:cubicBezTo>
                  <a:cubicBezTo>
                    <a:pt x="0" y="29"/>
                    <a:pt x="0" y="18"/>
                    <a:pt x="0" y="6"/>
                  </a:cubicBezTo>
                  <a:cubicBezTo>
                    <a:pt x="0" y="3"/>
                    <a:pt x="1" y="1"/>
                    <a:pt x="4" y="0"/>
                  </a:cubicBezTo>
                  <a:cubicBezTo>
                    <a:pt x="18" y="0"/>
                    <a:pt x="32" y="0"/>
                    <a:pt x="46" y="0"/>
                  </a:cubicBezTo>
                  <a:close/>
                  <a:moveTo>
                    <a:pt x="46" y="12"/>
                  </a:moveTo>
                  <a:cubicBezTo>
                    <a:pt x="46" y="12"/>
                    <a:pt x="47" y="12"/>
                    <a:pt x="47" y="12"/>
                  </a:cubicBezTo>
                  <a:cubicBezTo>
                    <a:pt x="47" y="10"/>
                    <a:pt x="47" y="7"/>
                    <a:pt x="47" y="5"/>
                  </a:cubicBezTo>
                  <a:cubicBezTo>
                    <a:pt x="47" y="4"/>
                    <a:pt x="46" y="3"/>
                    <a:pt x="45" y="3"/>
                  </a:cubicBezTo>
                  <a:cubicBezTo>
                    <a:pt x="32" y="3"/>
                    <a:pt x="18" y="3"/>
                    <a:pt x="5" y="3"/>
                  </a:cubicBezTo>
                  <a:cubicBezTo>
                    <a:pt x="4" y="3"/>
                    <a:pt x="3" y="4"/>
                    <a:pt x="3" y="5"/>
                  </a:cubicBezTo>
                  <a:cubicBezTo>
                    <a:pt x="3" y="17"/>
                    <a:pt x="3" y="29"/>
                    <a:pt x="3" y="41"/>
                  </a:cubicBezTo>
                  <a:cubicBezTo>
                    <a:pt x="3" y="43"/>
                    <a:pt x="4" y="43"/>
                    <a:pt x="5" y="43"/>
                  </a:cubicBezTo>
                  <a:cubicBezTo>
                    <a:pt x="18" y="43"/>
                    <a:pt x="32" y="43"/>
                    <a:pt x="45" y="43"/>
                  </a:cubicBezTo>
                  <a:cubicBezTo>
                    <a:pt x="46" y="43"/>
                    <a:pt x="47" y="43"/>
                    <a:pt x="47" y="41"/>
                  </a:cubicBezTo>
                  <a:cubicBezTo>
                    <a:pt x="47" y="35"/>
                    <a:pt x="47" y="29"/>
                    <a:pt x="47" y="23"/>
                  </a:cubicBezTo>
                  <a:cubicBezTo>
                    <a:pt x="47" y="22"/>
                    <a:pt x="46" y="22"/>
                    <a:pt x="46" y="22"/>
                  </a:cubicBezTo>
                  <a:cubicBezTo>
                    <a:pt x="43" y="19"/>
                    <a:pt x="41" y="15"/>
                    <a:pt x="39" y="12"/>
                  </a:cubicBezTo>
                  <a:cubicBezTo>
                    <a:pt x="38" y="11"/>
                    <a:pt x="38" y="10"/>
                    <a:pt x="39" y="9"/>
                  </a:cubicBezTo>
                  <a:cubicBezTo>
                    <a:pt x="39" y="8"/>
                    <a:pt x="40" y="7"/>
                    <a:pt x="41" y="7"/>
                  </a:cubicBezTo>
                  <a:cubicBezTo>
                    <a:pt x="42" y="7"/>
                    <a:pt x="43" y="7"/>
                    <a:pt x="44" y="9"/>
                  </a:cubicBezTo>
                  <a:cubicBezTo>
                    <a:pt x="45" y="10"/>
                    <a:pt x="46" y="11"/>
                    <a:pt x="46" y="12"/>
                  </a:cubicBezTo>
                  <a:close/>
                  <a:moveTo>
                    <a:pt x="63" y="20"/>
                  </a:moveTo>
                  <a:cubicBezTo>
                    <a:pt x="63" y="20"/>
                    <a:pt x="63" y="20"/>
                    <a:pt x="63" y="20"/>
                  </a:cubicBezTo>
                  <a:cubicBezTo>
                    <a:pt x="62" y="25"/>
                    <a:pt x="62" y="29"/>
                    <a:pt x="61" y="33"/>
                  </a:cubicBezTo>
                  <a:cubicBezTo>
                    <a:pt x="61" y="33"/>
                    <a:pt x="61" y="33"/>
                    <a:pt x="61" y="33"/>
                  </a:cubicBezTo>
                  <a:cubicBezTo>
                    <a:pt x="62" y="34"/>
                    <a:pt x="63" y="35"/>
                    <a:pt x="63" y="36"/>
                  </a:cubicBezTo>
                  <a:cubicBezTo>
                    <a:pt x="64" y="35"/>
                    <a:pt x="64" y="34"/>
                    <a:pt x="65" y="34"/>
                  </a:cubicBezTo>
                  <a:cubicBezTo>
                    <a:pt x="65" y="33"/>
                    <a:pt x="65" y="33"/>
                    <a:pt x="65" y="32"/>
                  </a:cubicBezTo>
                  <a:cubicBezTo>
                    <a:pt x="65" y="30"/>
                    <a:pt x="64" y="28"/>
                    <a:pt x="64" y="26"/>
                  </a:cubicBezTo>
                  <a:cubicBezTo>
                    <a:pt x="64" y="24"/>
                    <a:pt x="64" y="22"/>
                    <a:pt x="63" y="20"/>
                  </a:cubicBezTo>
                  <a:close/>
                  <a:moveTo>
                    <a:pt x="72" y="31"/>
                  </a:moveTo>
                  <a:cubicBezTo>
                    <a:pt x="72" y="33"/>
                    <a:pt x="72" y="36"/>
                    <a:pt x="72" y="39"/>
                  </a:cubicBezTo>
                  <a:cubicBezTo>
                    <a:pt x="73" y="36"/>
                    <a:pt x="73" y="33"/>
                    <a:pt x="72" y="3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7" name="Freeform 1257">
              <a:extLst>
                <a:ext uri="{FF2B5EF4-FFF2-40B4-BE49-F238E27FC236}">
                  <a16:creationId xmlns="" xmlns:a16="http://schemas.microsoft.com/office/drawing/2014/main" id="{16029590-BF3C-45D2-8CB9-AE114BCCA64D}"/>
                </a:ext>
              </a:extLst>
            </p:cNvPr>
            <p:cNvSpPr>
              <a:spLocks/>
            </p:cNvSpPr>
            <p:nvPr/>
          </p:nvSpPr>
          <p:spPr bwMode="auto">
            <a:xfrm>
              <a:off x="11160473" y="233204"/>
              <a:ext cx="47799" cy="5639"/>
            </a:xfrm>
            <a:custGeom>
              <a:avLst/>
              <a:gdLst>
                <a:gd name="T0" fmla="*/ 0 w 75"/>
                <a:gd name="T1" fmla="*/ 9 h 9"/>
                <a:gd name="T2" fmla="*/ 0 w 75"/>
                <a:gd name="T3" fmla="*/ 0 h 9"/>
                <a:gd name="T4" fmla="*/ 74 w 75"/>
                <a:gd name="T5" fmla="*/ 0 h 9"/>
                <a:gd name="T6" fmla="*/ 75 w 75"/>
                <a:gd name="T7" fmla="*/ 1 h 9"/>
                <a:gd name="T8" fmla="*/ 75 w 75"/>
                <a:gd name="T9" fmla="*/ 8 h 9"/>
                <a:gd name="T10" fmla="*/ 75 w 75"/>
                <a:gd name="T11" fmla="*/ 9 h 9"/>
                <a:gd name="T12" fmla="*/ 0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0" y="9"/>
                  </a:moveTo>
                  <a:cubicBezTo>
                    <a:pt x="0" y="6"/>
                    <a:pt x="0" y="3"/>
                    <a:pt x="0" y="0"/>
                  </a:cubicBezTo>
                  <a:cubicBezTo>
                    <a:pt x="25" y="0"/>
                    <a:pt x="50" y="0"/>
                    <a:pt x="74" y="0"/>
                  </a:cubicBezTo>
                  <a:cubicBezTo>
                    <a:pt x="74" y="0"/>
                    <a:pt x="75" y="0"/>
                    <a:pt x="75" y="1"/>
                  </a:cubicBezTo>
                  <a:cubicBezTo>
                    <a:pt x="75" y="3"/>
                    <a:pt x="75" y="5"/>
                    <a:pt x="75" y="8"/>
                  </a:cubicBezTo>
                  <a:cubicBezTo>
                    <a:pt x="75" y="8"/>
                    <a:pt x="75" y="9"/>
                    <a:pt x="75" y="9"/>
                  </a:cubicBezTo>
                  <a:cubicBezTo>
                    <a:pt x="50" y="9"/>
                    <a:pt x="25" y="9"/>
                    <a:pt x="0"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8" name="Freeform 1258">
              <a:extLst>
                <a:ext uri="{FF2B5EF4-FFF2-40B4-BE49-F238E27FC236}">
                  <a16:creationId xmlns="" xmlns:a16="http://schemas.microsoft.com/office/drawing/2014/main" id="{109AD3D0-F2DD-48CE-B63E-B3C0F33CEA67}"/>
                </a:ext>
              </a:extLst>
            </p:cNvPr>
            <p:cNvSpPr>
              <a:spLocks/>
            </p:cNvSpPr>
            <p:nvPr/>
          </p:nvSpPr>
          <p:spPr bwMode="auto">
            <a:xfrm>
              <a:off x="11162352" y="222194"/>
              <a:ext cx="31955" cy="9667"/>
            </a:xfrm>
            <a:custGeom>
              <a:avLst/>
              <a:gdLst>
                <a:gd name="T0" fmla="*/ 38 w 50"/>
                <a:gd name="T1" fmla="*/ 2 h 15"/>
                <a:gd name="T2" fmla="*/ 39 w 50"/>
                <a:gd name="T3" fmla="*/ 1 h 15"/>
                <a:gd name="T4" fmla="*/ 40 w 50"/>
                <a:gd name="T5" fmla="*/ 0 h 15"/>
                <a:gd name="T6" fmla="*/ 49 w 50"/>
                <a:gd name="T7" fmla="*/ 9 h 15"/>
                <a:gd name="T8" fmla="*/ 50 w 50"/>
                <a:gd name="T9" fmla="*/ 15 h 15"/>
                <a:gd name="T10" fmla="*/ 45 w 50"/>
                <a:gd name="T11" fmla="*/ 15 h 15"/>
                <a:gd name="T12" fmla="*/ 45 w 50"/>
                <a:gd name="T13" fmla="*/ 11 h 15"/>
                <a:gd name="T14" fmla="*/ 44 w 50"/>
                <a:gd name="T15" fmla="*/ 11 h 15"/>
                <a:gd name="T16" fmla="*/ 44 w 50"/>
                <a:gd name="T17" fmla="*/ 15 h 15"/>
                <a:gd name="T18" fmla="*/ 38 w 50"/>
                <a:gd name="T19" fmla="*/ 15 h 15"/>
                <a:gd name="T20" fmla="*/ 38 w 50"/>
                <a:gd name="T21" fmla="*/ 14 h 15"/>
                <a:gd name="T22" fmla="*/ 39 w 50"/>
                <a:gd name="T23" fmla="*/ 9 h 15"/>
                <a:gd name="T24" fmla="*/ 38 w 50"/>
                <a:gd name="T25" fmla="*/ 3 h 15"/>
                <a:gd name="T26" fmla="*/ 37 w 50"/>
                <a:gd name="T27" fmla="*/ 5 h 15"/>
                <a:gd name="T28" fmla="*/ 36 w 50"/>
                <a:gd name="T29" fmla="*/ 12 h 15"/>
                <a:gd name="T30" fmla="*/ 37 w 50"/>
                <a:gd name="T31" fmla="*/ 14 h 15"/>
                <a:gd name="T32" fmla="*/ 38 w 50"/>
                <a:gd name="T33" fmla="*/ 15 h 15"/>
                <a:gd name="T34" fmla="*/ 31 w 50"/>
                <a:gd name="T35" fmla="*/ 15 h 15"/>
                <a:gd name="T36" fmla="*/ 31 w 50"/>
                <a:gd name="T37" fmla="*/ 11 h 15"/>
                <a:gd name="T38" fmla="*/ 30 w 50"/>
                <a:gd name="T39" fmla="*/ 15 h 15"/>
                <a:gd name="T40" fmla="*/ 20 w 50"/>
                <a:gd name="T41" fmla="*/ 15 h 15"/>
                <a:gd name="T42" fmla="*/ 19 w 50"/>
                <a:gd name="T43" fmla="*/ 11 h 15"/>
                <a:gd name="T44" fmla="*/ 19 w 50"/>
                <a:gd name="T45" fmla="*/ 11 h 15"/>
                <a:gd name="T46" fmla="*/ 19 w 50"/>
                <a:gd name="T47" fmla="*/ 15 h 15"/>
                <a:gd name="T48" fmla="*/ 12 w 50"/>
                <a:gd name="T49" fmla="*/ 15 h 15"/>
                <a:gd name="T50" fmla="*/ 13 w 50"/>
                <a:gd name="T51" fmla="*/ 14 h 15"/>
                <a:gd name="T52" fmla="*/ 14 w 50"/>
                <a:gd name="T53" fmla="*/ 10 h 15"/>
                <a:gd name="T54" fmla="*/ 13 w 50"/>
                <a:gd name="T55" fmla="*/ 3 h 15"/>
                <a:gd name="T56" fmla="*/ 12 w 50"/>
                <a:gd name="T57" fmla="*/ 3 h 15"/>
                <a:gd name="T58" fmla="*/ 12 w 50"/>
                <a:gd name="T59" fmla="*/ 6 h 15"/>
                <a:gd name="T60" fmla="*/ 11 w 50"/>
                <a:gd name="T61" fmla="*/ 12 h 15"/>
                <a:gd name="T62" fmla="*/ 11 w 50"/>
                <a:gd name="T63" fmla="*/ 13 h 15"/>
                <a:gd name="T64" fmla="*/ 12 w 50"/>
                <a:gd name="T65" fmla="*/ 15 h 15"/>
                <a:gd name="T66" fmla="*/ 6 w 50"/>
                <a:gd name="T67" fmla="*/ 15 h 15"/>
                <a:gd name="T68" fmla="*/ 6 w 50"/>
                <a:gd name="T69" fmla="*/ 11 h 15"/>
                <a:gd name="T70" fmla="*/ 5 w 50"/>
                <a:gd name="T71" fmla="*/ 15 h 15"/>
                <a:gd name="T72" fmla="*/ 0 w 50"/>
                <a:gd name="T73" fmla="*/ 15 h 15"/>
                <a:gd name="T74" fmla="*/ 2 w 50"/>
                <a:gd name="T75" fmla="*/ 7 h 15"/>
                <a:gd name="T76" fmla="*/ 10 w 50"/>
                <a:gd name="T77" fmla="*/ 0 h 15"/>
                <a:gd name="T78" fmla="*/ 11 w 50"/>
                <a:gd name="T79" fmla="*/ 1 h 15"/>
                <a:gd name="T80" fmla="*/ 13 w 50"/>
                <a:gd name="T81" fmla="*/ 2 h 15"/>
                <a:gd name="T82" fmla="*/ 13 w 50"/>
                <a:gd name="T83" fmla="*/ 1 h 15"/>
                <a:gd name="T84" fmla="*/ 15 w 50"/>
                <a:gd name="T85" fmla="*/ 0 h 15"/>
                <a:gd name="T86" fmla="*/ 21 w 50"/>
                <a:gd name="T87" fmla="*/ 4 h 15"/>
                <a:gd name="T88" fmla="*/ 25 w 50"/>
                <a:gd name="T89" fmla="*/ 12 h 15"/>
                <a:gd name="T90" fmla="*/ 25 w 50"/>
                <a:gd name="T91" fmla="*/ 12 h 15"/>
                <a:gd name="T92" fmla="*/ 25 w 50"/>
                <a:gd name="T93" fmla="*/ 10 h 15"/>
                <a:gd name="T94" fmla="*/ 31 w 50"/>
                <a:gd name="T95" fmla="*/ 3 h 15"/>
                <a:gd name="T96" fmla="*/ 35 w 50"/>
                <a:gd name="T97" fmla="*/ 0 h 15"/>
                <a:gd name="T98" fmla="*/ 37 w 50"/>
                <a:gd name="T99" fmla="*/ 1 h 15"/>
                <a:gd name="T100" fmla="*/ 38 w 50"/>
                <a:gd name="T101"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15">
                  <a:moveTo>
                    <a:pt x="38" y="2"/>
                  </a:moveTo>
                  <a:cubicBezTo>
                    <a:pt x="38" y="1"/>
                    <a:pt x="38" y="1"/>
                    <a:pt x="39" y="1"/>
                  </a:cubicBezTo>
                  <a:cubicBezTo>
                    <a:pt x="39" y="0"/>
                    <a:pt x="39" y="0"/>
                    <a:pt x="40" y="0"/>
                  </a:cubicBezTo>
                  <a:cubicBezTo>
                    <a:pt x="44" y="2"/>
                    <a:pt x="48" y="5"/>
                    <a:pt x="49" y="9"/>
                  </a:cubicBezTo>
                  <a:cubicBezTo>
                    <a:pt x="50" y="11"/>
                    <a:pt x="50" y="13"/>
                    <a:pt x="50" y="15"/>
                  </a:cubicBezTo>
                  <a:cubicBezTo>
                    <a:pt x="49" y="15"/>
                    <a:pt x="47" y="15"/>
                    <a:pt x="45" y="15"/>
                  </a:cubicBezTo>
                  <a:cubicBezTo>
                    <a:pt x="45" y="13"/>
                    <a:pt x="45" y="12"/>
                    <a:pt x="45" y="11"/>
                  </a:cubicBezTo>
                  <a:cubicBezTo>
                    <a:pt x="45" y="11"/>
                    <a:pt x="44" y="11"/>
                    <a:pt x="44" y="11"/>
                  </a:cubicBezTo>
                  <a:cubicBezTo>
                    <a:pt x="44" y="12"/>
                    <a:pt x="44" y="13"/>
                    <a:pt x="44" y="15"/>
                  </a:cubicBezTo>
                  <a:cubicBezTo>
                    <a:pt x="42" y="15"/>
                    <a:pt x="40" y="15"/>
                    <a:pt x="38" y="15"/>
                  </a:cubicBezTo>
                  <a:cubicBezTo>
                    <a:pt x="38" y="15"/>
                    <a:pt x="38" y="14"/>
                    <a:pt x="38" y="14"/>
                  </a:cubicBezTo>
                  <a:cubicBezTo>
                    <a:pt x="40" y="13"/>
                    <a:pt x="39" y="11"/>
                    <a:pt x="39" y="9"/>
                  </a:cubicBezTo>
                  <a:cubicBezTo>
                    <a:pt x="38" y="7"/>
                    <a:pt x="38" y="5"/>
                    <a:pt x="38" y="3"/>
                  </a:cubicBezTo>
                  <a:cubicBezTo>
                    <a:pt x="37" y="4"/>
                    <a:pt x="37" y="5"/>
                    <a:pt x="37" y="5"/>
                  </a:cubicBezTo>
                  <a:cubicBezTo>
                    <a:pt x="37" y="7"/>
                    <a:pt x="37" y="10"/>
                    <a:pt x="36" y="12"/>
                  </a:cubicBezTo>
                  <a:cubicBezTo>
                    <a:pt x="36" y="13"/>
                    <a:pt x="36" y="13"/>
                    <a:pt x="37" y="14"/>
                  </a:cubicBezTo>
                  <a:cubicBezTo>
                    <a:pt x="37" y="14"/>
                    <a:pt x="37" y="14"/>
                    <a:pt x="38" y="15"/>
                  </a:cubicBezTo>
                  <a:cubicBezTo>
                    <a:pt x="35" y="15"/>
                    <a:pt x="33" y="15"/>
                    <a:pt x="31" y="15"/>
                  </a:cubicBezTo>
                  <a:cubicBezTo>
                    <a:pt x="31" y="13"/>
                    <a:pt x="31" y="12"/>
                    <a:pt x="31" y="11"/>
                  </a:cubicBezTo>
                  <a:cubicBezTo>
                    <a:pt x="30" y="12"/>
                    <a:pt x="30" y="13"/>
                    <a:pt x="30" y="15"/>
                  </a:cubicBezTo>
                  <a:cubicBezTo>
                    <a:pt x="27" y="15"/>
                    <a:pt x="23" y="15"/>
                    <a:pt x="20" y="15"/>
                  </a:cubicBezTo>
                  <a:cubicBezTo>
                    <a:pt x="20" y="13"/>
                    <a:pt x="20" y="12"/>
                    <a:pt x="19" y="11"/>
                  </a:cubicBezTo>
                  <a:cubicBezTo>
                    <a:pt x="19" y="11"/>
                    <a:pt x="19" y="11"/>
                    <a:pt x="19" y="11"/>
                  </a:cubicBezTo>
                  <a:cubicBezTo>
                    <a:pt x="19" y="12"/>
                    <a:pt x="19" y="13"/>
                    <a:pt x="19" y="15"/>
                  </a:cubicBezTo>
                  <a:cubicBezTo>
                    <a:pt x="17" y="15"/>
                    <a:pt x="15" y="15"/>
                    <a:pt x="12" y="15"/>
                  </a:cubicBezTo>
                  <a:cubicBezTo>
                    <a:pt x="13" y="14"/>
                    <a:pt x="13" y="14"/>
                    <a:pt x="13" y="14"/>
                  </a:cubicBezTo>
                  <a:cubicBezTo>
                    <a:pt x="14" y="13"/>
                    <a:pt x="14" y="11"/>
                    <a:pt x="14" y="10"/>
                  </a:cubicBezTo>
                  <a:cubicBezTo>
                    <a:pt x="13" y="8"/>
                    <a:pt x="13" y="5"/>
                    <a:pt x="13" y="3"/>
                  </a:cubicBezTo>
                  <a:cubicBezTo>
                    <a:pt x="13" y="3"/>
                    <a:pt x="12" y="3"/>
                    <a:pt x="12" y="3"/>
                  </a:cubicBezTo>
                  <a:cubicBezTo>
                    <a:pt x="12" y="4"/>
                    <a:pt x="12" y="5"/>
                    <a:pt x="12" y="6"/>
                  </a:cubicBezTo>
                  <a:cubicBezTo>
                    <a:pt x="11" y="8"/>
                    <a:pt x="11" y="10"/>
                    <a:pt x="11" y="12"/>
                  </a:cubicBezTo>
                  <a:cubicBezTo>
                    <a:pt x="11" y="12"/>
                    <a:pt x="11" y="13"/>
                    <a:pt x="11" y="13"/>
                  </a:cubicBezTo>
                  <a:cubicBezTo>
                    <a:pt x="12" y="14"/>
                    <a:pt x="12" y="14"/>
                    <a:pt x="12" y="15"/>
                  </a:cubicBezTo>
                  <a:cubicBezTo>
                    <a:pt x="10" y="15"/>
                    <a:pt x="8" y="15"/>
                    <a:pt x="6" y="15"/>
                  </a:cubicBezTo>
                  <a:cubicBezTo>
                    <a:pt x="6" y="13"/>
                    <a:pt x="6" y="12"/>
                    <a:pt x="6" y="11"/>
                  </a:cubicBezTo>
                  <a:cubicBezTo>
                    <a:pt x="5" y="12"/>
                    <a:pt x="5" y="13"/>
                    <a:pt x="5" y="15"/>
                  </a:cubicBezTo>
                  <a:cubicBezTo>
                    <a:pt x="3" y="15"/>
                    <a:pt x="2" y="15"/>
                    <a:pt x="0" y="15"/>
                  </a:cubicBezTo>
                  <a:cubicBezTo>
                    <a:pt x="0" y="12"/>
                    <a:pt x="0" y="9"/>
                    <a:pt x="2" y="7"/>
                  </a:cubicBezTo>
                  <a:cubicBezTo>
                    <a:pt x="4" y="4"/>
                    <a:pt x="7" y="2"/>
                    <a:pt x="10" y="0"/>
                  </a:cubicBezTo>
                  <a:cubicBezTo>
                    <a:pt x="11" y="0"/>
                    <a:pt x="11" y="0"/>
                    <a:pt x="11" y="1"/>
                  </a:cubicBezTo>
                  <a:cubicBezTo>
                    <a:pt x="12" y="1"/>
                    <a:pt x="12" y="1"/>
                    <a:pt x="13" y="2"/>
                  </a:cubicBezTo>
                  <a:cubicBezTo>
                    <a:pt x="13" y="1"/>
                    <a:pt x="13" y="1"/>
                    <a:pt x="13" y="1"/>
                  </a:cubicBezTo>
                  <a:cubicBezTo>
                    <a:pt x="14" y="0"/>
                    <a:pt x="14" y="0"/>
                    <a:pt x="15" y="0"/>
                  </a:cubicBezTo>
                  <a:cubicBezTo>
                    <a:pt x="17" y="1"/>
                    <a:pt x="19" y="3"/>
                    <a:pt x="21" y="4"/>
                  </a:cubicBezTo>
                  <a:cubicBezTo>
                    <a:pt x="23" y="6"/>
                    <a:pt x="24" y="9"/>
                    <a:pt x="25" y="12"/>
                  </a:cubicBezTo>
                  <a:cubicBezTo>
                    <a:pt x="25" y="12"/>
                    <a:pt x="25" y="12"/>
                    <a:pt x="25" y="12"/>
                  </a:cubicBezTo>
                  <a:cubicBezTo>
                    <a:pt x="25" y="11"/>
                    <a:pt x="25" y="11"/>
                    <a:pt x="25" y="10"/>
                  </a:cubicBezTo>
                  <a:cubicBezTo>
                    <a:pt x="26" y="7"/>
                    <a:pt x="28" y="5"/>
                    <a:pt x="31" y="3"/>
                  </a:cubicBezTo>
                  <a:cubicBezTo>
                    <a:pt x="32" y="2"/>
                    <a:pt x="34" y="1"/>
                    <a:pt x="35" y="0"/>
                  </a:cubicBezTo>
                  <a:cubicBezTo>
                    <a:pt x="36" y="0"/>
                    <a:pt x="36" y="0"/>
                    <a:pt x="37" y="1"/>
                  </a:cubicBezTo>
                  <a:cubicBezTo>
                    <a:pt x="37" y="1"/>
                    <a:pt x="37" y="1"/>
                    <a:pt x="38"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79" name="Freeform 1259">
              <a:extLst>
                <a:ext uri="{FF2B5EF4-FFF2-40B4-BE49-F238E27FC236}">
                  <a16:creationId xmlns="" xmlns:a16="http://schemas.microsoft.com/office/drawing/2014/main" id="{9BEBBC4F-F29E-47A8-A351-3D8F5902B21E}"/>
                </a:ext>
              </a:extLst>
            </p:cNvPr>
            <p:cNvSpPr>
              <a:spLocks/>
            </p:cNvSpPr>
            <p:nvPr/>
          </p:nvSpPr>
          <p:spPr bwMode="auto">
            <a:xfrm>
              <a:off x="11197530" y="181646"/>
              <a:ext cx="9936" cy="10741"/>
            </a:xfrm>
            <a:custGeom>
              <a:avLst/>
              <a:gdLst>
                <a:gd name="T0" fmla="*/ 8 w 16"/>
                <a:gd name="T1" fmla="*/ 17 h 17"/>
                <a:gd name="T2" fmla="*/ 0 w 16"/>
                <a:gd name="T3" fmla="*/ 9 h 17"/>
                <a:gd name="T4" fmla="*/ 8 w 16"/>
                <a:gd name="T5" fmla="*/ 1 h 17"/>
                <a:gd name="T6" fmla="*/ 16 w 16"/>
                <a:gd name="T7" fmla="*/ 9 h 17"/>
                <a:gd name="T8" fmla="*/ 8 w 16"/>
                <a:gd name="T9" fmla="*/ 17 h 17"/>
              </a:gdLst>
              <a:ahLst/>
              <a:cxnLst>
                <a:cxn ang="0">
                  <a:pos x="T0" y="T1"/>
                </a:cxn>
                <a:cxn ang="0">
                  <a:pos x="T2" y="T3"/>
                </a:cxn>
                <a:cxn ang="0">
                  <a:pos x="T4" y="T5"/>
                </a:cxn>
                <a:cxn ang="0">
                  <a:pos x="T6" y="T7"/>
                </a:cxn>
                <a:cxn ang="0">
                  <a:pos x="T8" y="T9"/>
                </a:cxn>
              </a:cxnLst>
              <a:rect l="0" t="0" r="r" b="b"/>
              <a:pathLst>
                <a:path w="16" h="17">
                  <a:moveTo>
                    <a:pt x="8" y="17"/>
                  </a:moveTo>
                  <a:cubicBezTo>
                    <a:pt x="4" y="17"/>
                    <a:pt x="0" y="13"/>
                    <a:pt x="0" y="9"/>
                  </a:cubicBezTo>
                  <a:cubicBezTo>
                    <a:pt x="0" y="4"/>
                    <a:pt x="4" y="1"/>
                    <a:pt x="8" y="1"/>
                  </a:cubicBezTo>
                  <a:cubicBezTo>
                    <a:pt x="13" y="0"/>
                    <a:pt x="16" y="4"/>
                    <a:pt x="16" y="9"/>
                  </a:cubicBezTo>
                  <a:cubicBezTo>
                    <a:pt x="16" y="13"/>
                    <a:pt x="13" y="17"/>
                    <a:pt x="8" y="1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0" name="Oval 1260">
              <a:extLst>
                <a:ext uri="{FF2B5EF4-FFF2-40B4-BE49-F238E27FC236}">
                  <a16:creationId xmlns="" xmlns:a16="http://schemas.microsoft.com/office/drawing/2014/main" id="{5159386B-7928-4314-809F-AA73749E5E6E}"/>
                </a:ext>
              </a:extLst>
            </p:cNvPr>
            <p:cNvSpPr>
              <a:spLocks noChangeArrowheads="1"/>
            </p:cNvSpPr>
            <p:nvPr/>
          </p:nvSpPr>
          <p:spPr bwMode="auto">
            <a:xfrm>
              <a:off x="11166380" y="214138"/>
              <a:ext cx="8056" cy="8056"/>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1" name="Oval 1261">
              <a:extLst>
                <a:ext uri="{FF2B5EF4-FFF2-40B4-BE49-F238E27FC236}">
                  <a16:creationId xmlns="" xmlns:a16="http://schemas.microsoft.com/office/drawing/2014/main" id="{42E1C2FE-02C1-4A62-A29A-EA5DBBF1660F}"/>
                </a:ext>
              </a:extLst>
            </p:cNvPr>
            <p:cNvSpPr>
              <a:spLocks noChangeArrowheads="1"/>
            </p:cNvSpPr>
            <p:nvPr/>
          </p:nvSpPr>
          <p:spPr bwMode="auto">
            <a:xfrm>
              <a:off x="11182224" y="214138"/>
              <a:ext cx="8325" cy="8056"/>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2" name="Freeform 1262">
              <a:extLst>
                <a:ext uri="{FF2B5EF4-FFF2-40B4-BE49-F238E27FC236}">
                  <a16:creationId xmlns="" xmlns:a16="http://schemas.microsoft.com/office/drawing/2014/main" id="{E0F109EF-99D2-4DCD-9588-4D3A43580440}"/>
                </a:ext>
              </a:extLst>
            </p:cNvPr>
            <p:cNvSpPr>
              <a:spLocks noEditPoints="1"/>
            </p:cNvSpPr>
            <p:nvPr/>
          </p:nvSpPr>
          <p:spPr bwMode="auto">
            <a:xfrm>
              <a:off x="11170677" y="188628"/>
              <a:ext cx="15306" cy="15843"/>
            </a:xfrm>
            <a:custGeom>
              <a:avLst/>
              <a:gdLst>
                <a:gd name="T0" fmla="*/ 16 w 24"/>
                <a:gd name="T1" fmla="*/ 24 h 25"/>
                <a:gd name="T2" fmla="*/ 14 w 24"/>
                <a:gd name="T3" fmla="*/ 23 h 25"/>
                <a:gd name="T4" fmla="*/ 13 w 24"/>
                <a:gd name="T5" fmla="*/ 22 h 25"/>
                <a:gd name="T6" fmla="*/ 13 w 24"/>
                <a:gd name="T7" fmla="*/ 22 h 25"/>
                <a:gd name="T8" fmla="*/ 10 w 24"/>
                <a:gd name="T9" fmla="*/ 23 h 25"/>
                <a:gd name="T10" fmla="*/ 9 w 24"/>
                <a:gd name="T11" fmla="*/ 24 h 25"/>
                <a:gd name="T12" fmla="*/ 8 w 24"/>
                <a:gd name="T13" fmla="*/ 24 h 25"/>
                <a:gd name="T14" fmla="*/ 6 w 24"/>
                <a:gd name="T15" fmla="*/ 21 h 25"/>
                <a:gd name="T16" fmla="*/ 6 w 24"/>
                <a:gd name="T17" fmla="*/ 20 h 25"/>
                <a:gd name="T18" fmla="*/ 6 w 24"/>
                <a:gd name="T19" fmla="*/ 20 h 25"/>
                <a:gd name="T20" fmla="*/ 3 w 24"/>
                <a:gd name="T21" fmla="*/ 19 h 25"/>
                <a:gd name="T22" fmla="*/ 3 w 24"/>
                <a:gd name="T23" fmla="*/ 19 h 25"/>
                <a:gd name="T24" fmla="*/ 0 w 24"/>
                <a:gd name="T25" fmla="*/ 17 h 25"/>
                <a:gd name="T26" fmla="*/ 1 w 24"/>
                <a:gd name="T27" fmla="*/ 15 h 25"/>
                <a:gd name="T28" fmla="*/ 2 w 24"/>
                <a:gd name="T29" fmla="*/ 14 h 25"/>
                <a:gd name="T30" fmla="*/ 2 w 24"/>
                <a:gd name="T31" fmla="*/ 13 h 25"/>
                <a:gd name="T32" fmla="*/ 2 w 24"/>
                <a:gd name="T33" fmla="*/ 13 h 25"/>
                <a:gd name="T34" fmla="*/ 1 w 24"/>
                <a:gd name="T35" fmla="*/ 10 h 25"/>
                <a:gd name="T36" fmla="*/ 0 w 24"/>
                <a:gd name="T37" fmla="*/ 7 h 25"/>
                <a:gd name="T38" fmla="*/ 2 w 24"/>
                <a:gd name="T39" fmla="*/ 6 h 25"/>
                <a:gd name="T40" fmla="*/ 5 w 24"/>
                <a:gd name="T41" fmla="*/ 5 h 25"/>
                <a:gd name="T42" fmla="*/ 5 w 24"/>
                <a:gd name="T43" fmla="*/ 3 h 25"/>
                <a:gd name="T44" fmla="*/ 6 w 24"/>
                <a:gd name="T45" fmla="*/ 1 h 25"/>
                <a:gd name="T46" fmla="*/ 7 w 24"/>
                <a:gd name="T47" fmla="*/ 1 h 25"/>
                <a:gd name="T48" fmla="*/ 10 w 24"/>
                <a:gd name="T49" fmla="*/ 2 h 25"/>
                <a:gd name="T50" fmla="*/ 11 w 24"/>
                <a:gd name="T51" fmla="*/ 2 h 25"/>
                <a:gd name="T52" fmla="*/ 11 w 24"/>
                <a:gd name="T53" fmla="*/ 2 h 25"/>
                <a:gd name="T54" fmla="*/ 14 w 24"/>
                <a:gd name="T55" fmla="*/ 1 h 25"/>
                <a:gd name="T56" fmla="*/ 14 w 24"/>
                <a:gd name="T57" fmla="*/ 1 h 25"/>
                <a:gd name="T58" fmla="*/ 17 w 24"/>
                <a:gd name="T59" fmla="*/ 1 h 25"/>
                <a:gd name="T60" fmla="*/ 18 w 24"/>
                <a:gd name="T61" fmla="*/ 3 h 25"/>
                <a:gd name="T62" fmla="*/ 19 w 24"/>
                <a:gd name="T63" fmla="*/ 5 h 25"/>
                <a:gd name="T64" fmla="*/ 19 w 24"/>
                <a:gd name="T65" fmla="*/ 5 h 25"/>
                <a:gd name="T66" fmla="*/ 21 w 24"/>
                <a:gd name="T67" fmla="*/ 6 h 25"/>
                <a:gd name="T68" fmla="*/ 23 w 24"/>
                <a:gd name="T69" fmla="*/ 6 h 25"/>
                <a:gd name="T70" fmla="*/ 23 w 24"/>
                <a:gd name="T71" fmla="*/ 7 h 25"/>
                <a:gd name="T72" fmla="*/ 22 w 24"/>
                <a:gd name="T73" fmla="*/ 10 h 25"/>
                <a:gd name="T74" fmla="*/ 22 w 24"/>
                <a:gd name="T75" fmla="*/ 10 h 25"/>
                <a:gd name="T76" fmla="*/ 22 w 24"/>
                <a:gd name="T77" fmla="*/ 11 h 25"/>
                <a:gd name="T78" fmla="*/ 22 w 24"/>
                <a:gd name="T79" fmla="*/ 13 h 25"/>
                <a:gd name="T80" fmla="*/ 23 w 24"/>
                <a:gd name="T81" fmla="*/ 14 h 25"/>
                <a:gd name="T82" fmla="*/ 24 w 24"/>
                <a:gd name="T83" fmla="*/ 17 h 25"/>
                <a:gd name="T84" fmla="*/ 22 w 24"/>
                <a:gd name="T85" fmla="*/ 18 h 25"/>
                <a:gd name="T86" fmla="*/ 19 w 24"/>
                <a:gd name="T87" fmla="*/ 19 h 25"/>
                <a:gd name="T88" fmla="*/ 19 w 24"/>
                <a:gd name="T89" fmla="*/ 21 h 25"/>
                <a:gd name="T90" fmla="*/ 18 w 24"/>
                <a:gd name="T91" fmla="*/ 23 h 25"/>
                <a:gd name="T92" fmla="*/ 16 w 24"/>
                <a:gd name="T93" fmla="*/ 24 h 25"/>
                <a:gd name="T94" fmla="*/ 16 w 24"/>
                <a:gd name="T95" fmla="*/ 24 h 25"/>
                <a:gd name="T96" fmla="*/ 12 w 24"/>
                <a:gd name="T97" fmla="*/ 6 h 25"/>
                <a:gd name="T98" fmla="*/ 6 w 24"/>
                <a:gd name="T99" fmla="*/ 12 h 25"/>
                <a:gd name="T100" fmla="*/ 12 w 24"/>
                <a:gd name="T101" fmla="*/ 18 h 25"/>
                <a:gd name="T102" fmla="*/ 18 w 24"/>
                <a:gd name="T103" fmla="*/ 12 h 25"/>
                <a:gd name="T104" fmla="*/ 12 w 24"/>
                <a:gd name="T105" fmla="*/ 6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 h="25">
                  <a:moveTo>
                    <a:pt x="16" y="24"/>
                  </a:moveTo>
                  <a:cubicBezTo>
                    <a:pt x="15" y="24"/>
                    <a:pt x="14" y="24"/>
                    <a:pt x="14" y="23"/>
                  </a:cubicBezTo>
                  <a:cubicBezTo>
                    <a:pt x="14" y="22"/>
                    <a:pt x="14" y="22"/>
                    <a:pt x="13" y="22"/>
                  </a:cubicBezTo>
                  <a:cubicBezTo>
                    <a:pt x="13" y="22"/>
                    <a:pt x="13" y="22"/>
                    <a:pt x="13" y="22"/>
                  </a:cubicBezTo>
                  <a:cubicBezTo>
                    <a:pt x="11" y="22"/>
                    <a:pt x="11" y="22"/>
                    <a:pt x="10" y="23"/>
                  </a:cubicBezTo>
                  <a:cubicBezTo>
                    <a:pt x="10" y="24"/>
                    <a:pt x="9" y="25"/>
                    <a:pt x="9" y="24"/>
                  </a:cubicBezTo>
                  <a:cubicBezTo>
                    <a:pt x="8" y="24"/>
                    <a:pt x="8" y="24"/>
                    <a:pt x="8" y="24"/>
                  </a:cubicBezTo>
                  <a:cubicBezTo>
                    <a:pt x="6" y="23"/>
                    <a:pt x="6" y="23"/>
                    <a:pt x="6" y="21"/>
                  </a:cubicBezTo>
                  <a:cubicBezTo>
                    <a:pt x="6" y="21"/>
                    <a:pt x="6" y="20"/>
                    <a:pt x="6" y="20"/>
                  </a:cubicBezTo>
                  <a:cubicBezTo>
                    <a:pt x="6" y="20"/>
                    <a:pt x="6" y="20"/>
                    <a:pt x="6" y="20"/>
                  </a:cubicBezTo>
                  <a:cubicBezTo>
                    <a:pt x="5" y="19"/>
                    <a:pt x="4" y="18"/>
                    <a:pt x="3" y="19"/>
                  </a:cubicBezTo>
                  <a:cubicBezTo>
                    <a:pt x="3" y="19"/>
                    <a:pt x="3" y="19"/>
                    <a:pt x="3" y="19"/>
                  </a:cubicBezTo>
                  <a:cubicBezTo>
                    <a:pt x="2" y="19"/>
                    <a:pt x="1" y="19"/>
                    <a:pt x="0" y="17"/>
                  </a:cubicBezTo>
                  <a:cubicBezTo>
                    <a:pt x="0" y="16"/>
                    <a:pt x="0" y="15"/>
                    <a:pt x="1" y="15"/>
                  </a:cubicBezTo>
                  <a:cubicBezTo>
                    <a:pt x="1" y="15"/>
                    <a:pt x="1" y="14"/>
                    <a:pt x="2" y="14"/>
                  </a:cubicBezTo>
                  <a:cubicBezTo>
                    <a:pt x="2" y="14"/>
                    <a:pt x="2" y="14"/>
                    <a:pt x="2" y="13"/>
                  </a:cubicBezTo>
                  <a:cubicBezTo>
                    <a:pt x="2" y="13"/>
                    <a:pt x="2" y="13"/>
                    <a:pt x="2" y="13"/>
                  </a:cubicBezTo>
                  <a:cubicBezTo>
                    <a:pt x="2" y="12"/>
                    <a:pt x="2" y="11"/>
                    <a:pt x="1" y="10"/>
                  </a:cubicBezTo>
                  <a:cubicBezTo>
                    <a:pt x="0" y="10"/>
                    <a:pt x="0" y="9"/>
                    <a:pt x="0" y="7"/>
                  </a:cubicBezTo>
                  <a:cubicBezTo>
                    <a:pt x="1" y="6"/>
                    <a:pt x="2" y="6"/>
                    <a:pt x="2" y="6"/>
                  </a:cubicBezTo>
                  <a:cubicBezTo>
                    <a:pt x="4" y="7"/>
                    <a:pt x="4" y="6"/>
                    <a:pt x="5" y="5"/>
                  </a:cubicBezTo>
                  <a:cubicBezTo>
                    <a:pt x="5" y="5"/>
                    <a:pt x="6" y="4"/>
                    <a:pt x="5" y="3"/>
                  </a:cubicBezTo>
                  <a:cubicBezTo>
                    <a:pt x="5" y="2"/>
                    <a:pt x="5" y="2"/>
                    <a:pt x="6" y="1"/>
                  </a:cubicBezTo>
                  <a:cubicBezTo>
                    <a:pt x="6" y="1"/>
                    <a:pt x="7" y="1"/>
                    <a:pt x="7" y="1"/>
                  </a:cubicBezTo>
                  <a:cubicBezTo>
                    <a:pt x="8" y="0"/>
                    <a:pt x="9" y="0"/>
                    <a:pt x="10" y="2"/>
                  </a:cubicBezTo>
                  <a:cubicBezTo>
                    <a:pt x="10" y="2"/>
                    <a:pt x="10" y="3"/>
                    <a:pt x="11" y="2"/>
                  </a:cubicBezTo>
                  <a:cubicBezTo>
                    <a:pt x="11" y="2"/>
                    <a:pt x="11" y="2"/>
                    <a:pt x="11" y="2"/>
                  </a:cubicBezTo>
                  <a:cubicBezTo>
                    <a:pt x="12" y="2"/>
                    <a:pt x="13" y="2"/>
                    <a:pt x="14" y="1"/>
                  </a:cubicBezTo>
                  <a:cubicBezTo>
                    <a:pt x="14" y="1"/>
                    <a:pt x="14" y="1"/>
                    <a:pt x="14" y="1"/>
                  </a:cubicBezTo>
                  <a:cubicBezTo>
                    <a:pt x="15" y="0"/>
                    <a:pt x="16" y="0"/>
                    <a:pt x="17" y="1"/>
                  </a:cubicBezTo>
                  <a:cubicBezTo>
                    <a:pt x="18" y="1"/>
                    <a:pt x="18" y="2"/>
                    <a:pt x="18" y="3"/>
                  </a:cubicBezTo>
                  <a:cubicBezTo>
                    <a:pt x="18" y="4"/>
                    <a:pt x="18" y="4"/>
                    <a:pt x="19" y="5"/>
                  </a:cubicBezTo>
                  <a:cubicBezTo>
                    <a:pt x="19" y="5"/>
                    <a:pt x="19" y="5"/>
                    <a:pt x="19" y="5"/>
                  </a:cubicBezTo>
                  <a:cubicBezTo>
                    <a:pt x="19" y="6"/>
                    <a:pt x="20" y="6"/>
                    <a:pt x="21" y="6"/>
                  </a:cubicBezTo>
                  <a:cubicBezTo>
                    <a:pt x="22" y="5"/>
                    <a:pt x="23" y="5"/>
                    <a:pt x="23" y="6"/>
                  </a:cubicBezTo>
                  <a:cubicBezTo>
                    <a:pt x="23" y="7"/>
                    <a:pt x="23" y="7"/>
                    <a:pt x="23" y="7"/>
                  </a:cubicBezTo>
                  <a:cubicBezTo>
                    <a:pt x="24" y="9"/>
                    <a:pt x="24" y="9"/>
                    <a:pt x="22" y="10"/>
                  </a:cubicBezTo>
                  <a:cubicBezTo>
                    <a:pt x="22" y="10"/>
                    <a:pt x="22" y="10"/>
                    <a:pt x="22" y="10"/>
                  </a:cubicBezTo>
                  <a:cubicBezTo>
                    <a:pt x="22" y="11"/>
                    <a:pt x="22" y="11"/>
                    <a:pt x="22" y="11"/>
                  </a:cubicBezTo>
                  <a:cubicBezTo>
                    <a:pt x="22" y="12"/>
                    <a:pt x="21" y="13"/>
                    <a:pt x="22" y="13"/>
                  </a:cubicBezTo>
                  <a:cubicBezTo>
                    <a:pt x="23" y="14"/>
                    <a:pt x="23" y="14"/>
                    <a:pt x="23" y="14"/>
                  </a:cubicBezTo>
                  <a:cubicBezTo>
                    <a:pt x="24" y="14"/>
                    <a:pt x="24" y="15"/>
                    <a:pt x="24" y="17"/>
                  </a:cubicBezTo>
                  <a:cubicBezTo>
                    <a:pt x="23" y="18"/>
                    <a:pt x="22" y="19"/>
                    <a:pt x="22" y="18"/>
                  </a:cubicBezTo>
                  <a:cubicBezTo>
                    <a:pt x="20" y="18"/>
                    <a:pt x="20" y="18"/>
                    <a:pt x="19" y="19"/>
                  </a:cubicBezTo>
                  <a:cubicBezTo>
                    <a:pt x="19" y="20"/>
                    <a:pt x="18" y="20"/>
                    <a:pt x="19" y="21"/>
                  </a:cubicBezTo>
                  <a:cubicBezTo>
                    <a:pt x="19" y="22"/>
                    <a:pt x="19" y="23"/>
                    <a:pt x="18" y="23"/>
                  </a:cubicBezTo>
                  <a:cubicBezTo>
                    <a:pt x="17" y="24"/>
                    <a:pt x="17" y="24"/>
                    <a:pt x="16" y="24"/>
                  </a:cubicBezTo>
                  <a:cubicBezTo>
                    <a:pt x="16" y="24"/>
                    <a:pt x="16" y="24"/>
                    <a:pt x="16" y="24"/>
                  </a:cubicBezTo>
                  <a:close/>
                  <a:moveTo>
                    <a:pt x="12" y="6"/>
                  </a:moveTo>
                  <a:cubicBezTo>
                    <a:pt x="9" y="6"/>
                    <a:pt x="6" y="9"/>
                    <a:pt x="6" y="12"/>
                  </a:cubicBezTo>
                  <a:cubicBezTo>
                    <a:pt x="6" y="16"/>
                    <a:pt x="9" y="18"/>
                    <a:pt x="12" y="18"/>
                  </a:cubicBezTo>
                  <a:cubicBezTo>
                    <a:pt x="16" y="18"/>
                    <a:pt x="18" y="15"/>
                    <a:pt x="18" y="12"/>
                  </a:cubicBezTo>
                  <a:cubicBezTo>
                    <a:pt x="18" y="9"/>
                    <a:pt x="15" y="6"/>
                    <a:pt x="12"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3" name="Freeform 1263">
              <a:extLst>
                <a:ext uri="{FF2B5EF4-FFF2-40B4-BE49-F238E27FC236}">
                  <a16:creationId xmlns="" xmlns:a16="http://schemas.microsoft.com/office/drawing/2014/main" id="{C9491924-FAEE-4DFE-80BB-C3AAF51F85D9}"/>
                </a:ext>
              </a:extLst>
            </p:cNvPr>
            <p:cNvSpPr>
              <a:spLocks noEditPoints="1"/>
            </p:cNvSpPr>
            <p:nvPr/>
          </p:nvSpPr>
          <p:spPr bwMode="auto">
            <a:xfrm>
              <a:off x="11351935" y="681113"/>
              <a:ext cx="44576" cy="45113"/>
            </a:xfrm>
            <a:custGeom>
              <a:avLst/>
              <a:gdLst>
                <a:gd name="T0" fmla="*/ 43 w 70"/>
                <a:gd name="T1" fmla="*/ 3 h 71"/>
                <a:gd name="T2" fmla="*/ 44 w 70"/>
                <a:gd name="T3" fmla="*/ 14 h 71"/>
                <a:gd name="T4" fmla="*/ 48 w 70"/>
                <a:gd name="T5" fmla="*/ 17 h 71"/>
                <a:gd name="T6" fmla="*/ 53 w 70"/>
                <a:gd name="T7" fmla="*/ 16 h 71"/>
                <a:gd name="T8" fmla="*/ 56 w 70"/>
                <a:gd name="T9" fmla="*/ 17 h 71"/>
                <a:gd name="T10" fmla="*/ 58 w 70"/>
                <a:gd name="T11" fmla="*/ 16 h 71"/>
                <a:gd name="T12" fmla="*/ 69 w 70"/>
                <a:gd name="T13" fmla="*/ 36 h 71"/>
                <a:gd name="T14" fmla="*/ 62 w 70"/>
                <a:gd name="T15" fmla="*/ 41 h 71"/>
                <a:gd name="T16" fmla="*/ 62 w 70"/>
                <a:gd name="T17" fmla="*/ 67 h 71"/>
                <a:gd name="T18" fmla="*/ 59 w 70"/>
                <a:gd name="T19" fmla="*/ 71 h 71"/>
                <a:gd name="T20" fmla="*/ 55 w 70"/>
                <a:gd name="T21" fmla="*/ 67 h 71"/>
                <a:gd name="T22" fmla="*/ 55 w 70"/>
                <a:gd name="T23" fmla="*/ 44 h 71"/>
                <a:gd name="T24" fmla="*/ 55 w 70"/>
                <a:gd name="T25" fmla="*/ 45 h 71"/>
                <a:gd name="T26" fmla="*/ 54 w 70"/>
                <a:gd name="T27" fmla="*/ 70 h 71"/>
                <a:gd name="T28" fmla="*/ 48 w 70"/>
                <a:gd name="T29" fmla="*/ 67 h 71"/>
                <a:gd name="T30" fmla="*/ 48 w 70"/>
                <a:gd name="T31" fmla="*/ 23 h 71"/>
                <a:gd name="T32" fmla="*/ 44 w 70"/>
                <a:gd name="T33" fmla="*/ 22 h 71"/>
                <a:gd name="T34" fmla="*/ 44 w 70"/>
                <a:gd name="T35" fmla="*/ 37 h 71"/>
                <a:gd name="T36" fmla="*/ 4 w 70"/>
                <a:gd name="T37" fmla="*/ 41 h 71"/>
                <a:gd name="T38" fmla="*/ 0 w 70"/>
                <a:gd name="T39" fmla="*/ 5 h 71"/>
                <a:gd name="T40" fmla="*/ 40 w 70"/>
                <a:gd name="T41" fmla="*/ 0 h 71"/>
                <a:gd name="T42" fmla="*/ 41 w 70"/>
                <a:gd name="T43" fmla="*/ 11 h 71"/>
                <a:gd name="T44" fmla="*/ 39 w 70"/>
                <a:gd name="T45" fmla="*/ 3 h 71"/>
                <a:gd name="T46" fmla="*/ 3 w 70"/>
                <a:gd name="T47" fmla="*/ 5 h 71"/>
                <a:gd name="T48" fmla="*/ 4 w 70"/>
                <a:gd name="T49" fmla="*/ 38 h 71"/>
                <a:gd name="T50" fmla="*/ 41 w 70"/>
                <a:gd name="T51" fmla="*/ 37 h 71"/>
                <a:gd name="T52" fmla="*/ 40 w 70"/>
                <a:gd name="T53" fmla="*/ 19 h 71"/>
                <a:gd name="T54" fmla="*/ 34 w 70"/>
                <a:gd name="T55" fmla="*/ 8 h 71"/>
                <a:gd name="T56" fmla="*/ 39 w 70"/>
                <a:gd name="T57" fmla="*/ 8 h 71"/>
                <a:gd name="T58" fmla="*/ 56 w 70"/>
                <a:gd name="T59" fmla="*/ 18 h 71"/>
                <a:gd name="T60" fmla="*/ 54 w 70"/>
                <a:gd name="T61" fmla="*/ 29 h 71"/>
                <a:gd name="T62" fmla="*/ 55 w 70"/>
                <a:gd name="T63" fmla="*/ 32 h 71"/>
                <a:gd name="T64" fmla="*/ 57 w 70"/>
                <a:gd name="T65" fmla="*/ 28 h 71"/>
                <a:gd name="T66" fmla="*/ 56 w 70"/>
                <a:gd name="T67" fmla="*/ 18 h 71"/>
                <a:gd name="T68" fmla="*/ 63 w 70"/>
                <a:gd name="T69" fmla="*/ 3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 h="71">
                  <a:moveTo>
                    <a:pt x="40" y="0"/>
                  </a:moveTo>
                  <a:cubicBezTo>
                    <a:pt x="42" y="1"/>
                    <a:pt x="43" y="2"/>
                    <a:pt x="43" y="3"/>
                  </a:cubicBezTo>
                  <a:cubicBezTo>
                    <a:pt x="44" y="4"/>
                    <a:pt x="44" y="4"/>
                    <a:pt x="44" y="5"/>
                  </a:cubicBezTo>
                  <a:cubicBezTo>
                    <a:pt x="44" y="8"/>
                    <a:pt x="44" y="11"/>
                    <a:pt x="44" y="14"/>
                  </a:cubicBezTo>
                  <a:cubicBezTo>
                    <a:pt x="44" y="14"/>
                    <a:pt x="44" y="15"/>
                    <a:pt x="44" y="15"/>
                  </a:cubicBezTo>
                  <a:cubicBezTo>
                    <a:pt x="45" y="16"/>
                    <a:pt x="46" y="17"/>
                    <a:pt x="48" y="17"/>
                  </a:cubicBezTo>
                  <a:cubicBezTo>
                    <a:pt x="48" y="17"/>
                    <a:pt x="49" y="17"/>
                    <a:pt x="50" y="17"/>
                  </a:cubicBezTo>
                  <a:cubicBezTo>
                    <a:pt x="51" y="17"/>
                    <a:pt x="52" y="16"/>
                    <a:pt x="53" y="16"/>
                  </a:cubicBezTo>
                  <a:cubicBezTo>
                    <a:pt x="54" y="15"/>
                    <a:pt x="54" y="16"/>
                    <a:pt x="54" y="16"/>
                  </a:cubicBezTo>
                  <a:cubicBezTo>
                    <a:pt x="55" y="16"/>
                    <a:pt x="55" y="17"/>
                    <a:pt x="56" y="17"/>
                  </a:cubicBezTo>
                  <a:cubicBezTo>
                    <a:pt x="56" y="17"/>
                    <a:pt x="56" y="16"/>
                    <a:pt x="57" y="16"/>
                  </a:cubicBezTo>
                  <a:cubicBezTo>
                    <a:pt x="57" y="16"/>
                    <a:pt x="57" y="15"/>
                    <a:pt x="58" y="16"/>
                  </a:cubicBezTo>
                  <a:cubicBezTo>
                    <a:pt x="63" y="18"/>
                    <a:pt x="67" y="21"/>
                    <a:pt x="69" y="26"/>
                  </a:cubicBezTo>
                  <a:cubicBezTo>
                    <a:pt x="70" y="30"/>
                    <a:pt x="70" y="33"/>
                    <a:pt x="69" y="36"/>
                  </a:cubicBezTo>
                  <a:cubicBezTo>
                    <a:pt x="68" y="37"/>
                    <a:pt x="68" y="38"/>
                    <a:pt x="67" y="39"/>
                  </a:cubicBezTo>
                  <a:cubicBezTo>
                    <a:pt x="66" y="42"/>
                    <a:pt x="65" y="42"/>
                    <a:pt x="62" y="41"/>
                  </a:cubicBezTo>
                  <a:cubicBezTo>
                    <a:pt x="62" y="41"/>
                    <a:pt x="62" y="42"/>
                    <a:pt x="62" y="42"/>
                  </a:cubicBezTo>
                  <a:cubicBezTo>
                    <a:pt x="62" y="50"/>
                    <a:pt x="62" y="58"/>
                    <a:pt x="62" y="67"/>
                  </a:cubicBezTo>
                  <a:cubicBezTo>
                    <a:pt x="62" y="67"/>
                    <a:pt x="62" y="68"/>
                    <a:pt x="62" y="68"/>
                  </a:cubicBezTo>
                  <a:cubicBezTo>
                    <a:pt x="62" y="70"/>
                    <a:pt x="60" y="71"/>
                    <a:pt x="59" y="71"/>
                  </a:cubicBezTo>
                  <a:cubicBezTo>
                    <a:pt x="57" y="71"/>
                    <a:pt x="56" y="69"/>
                    <a:pt x="56" y="68"/>
                  </a:cubicBezTo>
                  <a:cubicBezTo>
                    <a:pt x="56" y="68"/>
                    <a:pt x="55" y="67"/>
                    <a:pt x="55" y="67"/>
                  </a:cubicBezTo>
                  <a:cubicBezTo>
                    <a:pt x="55" y="59"/>
                    <a:pt x="55" y="52"/>
                    <a:pt x="55" y="45"/>
                  </a:cubicBezTo>
                  <a:cubicBezTo>
                    <a:pt x="55" y="45"/>
                    <a:pt x="55" y="44"/>
                    <a:pt x="55" y="44"/>
                  </a:cubicBezTo>
                  <a:cubicBezTo>
                    <a:pt x="55" y="44"/>
                    <a:pt x="55" y="44"/>
                    <a:pt x="55" y="44"/>
                  </a:cubicBezTo>
                  <a:cubicBezTo>
                    <a:pt x="55" y="44"/>
                    <a:pt x="55" y="45"/>
                    <a:pt x="55" y="45"/>
                  </a:cubicBezTo>
                  <a:cubicBezTo>
                    <a:pt x="55" y="52"/>
                    <a:pt x="55" y="59"/>
                    <a:pt x="55" y="67"/>
                  </a:cubicBezTo>
                  <a:cubicBezTo>
                    <a:pt x="55" y="68"/>
                    <a:pt x="55" y="69"/>
                    <a:pt x="54" y="70"/>
                  </a:cubicBezTo>
                  <a:cubicBezTo>
                    <a:pt x="52" y="71"/>
                    <a:pt x="49" y="70"/>
                    <a:pt x="48" y="68"/>
                  </a:cubicBezTo>
                  <a:cubicBezTo>
                    <a:pt x="48" y="67"/>
                    <a:pt x="48" y="67"/>
                    <a:pt x="48" y="67"/>
                  </a:cubicBezTo>
                  <a:cubicBezTo>
                    <a:pt x="48" y="58"/>
                    <a:pt x="49" y="49"/>
                    <a:pt x="48" y="41"/>
                  </a:cubicBezTo>
                  <a:cubicBezTo>
                    <a:pt x="48" y="35"/>
                    <a:pt x="48" y="29"/>
                    <a:pt x="48" y="23"/>
                  </a:cubicBezTo>
                  <a:cubicBezTo>
                    <a:pt x="48" y="23"/>
                    <a:pt x="48" y="23"/>
                    <a:pt x="48" y="23"/>
                  </a:cubicBezTo>
                  <a:cubicBezTo>
                    <a:pt x="46" y="23"/>
                    <a:pt x="45" y="22"/>
                    <a:pt x="44" y="22"/>
                  </a:cubicBezTo>
                  <a:cubicBezTo>
                    <a:pt x="44" y="22"/>
                    <a:pt x="44" y="22"/>
                    <a:pt x="44" y="23"/>
                  </a:cubicBezTo>
                  <a:cubicBezTo>
                    <a:pt x="44" y="27"/>
                    <a:pt x="43" y="32"/>
                    <a:pt x="44" y="37"/>
                  </a:cubicBezTo>
                  <a:cubicBezTo>
                    <a:pt x="44" y="39"/>
                    <a:pt x="42" y="41"/>
                    <a:pt x="39" y="41"/>
                  </a:cubicBezTo>
                  <a:cubicBezTo>
                    <a:pt x="27" y="41"/>
                    <a:pt x="16" y="41"/>
                    <a:pt x="4" y="41"/>
                  </a:cubicBezTo>
                  <a:cubicBezTo>
                    <a:pt x="2" y="41"/>
                    <a:pt x="0" y="39"/>
                    <a:pt x="0" y="36"/>
                  </a:cubicBezTo>
                  <a:cubicBezTo>
                    <a:pt x="0" y="26"/>
                    <a:pt x="0" y="16"/>
                    <a:pt x="0" y="5"/>
                  </a:cubicBezTo>
                  <a:cubicBezTo>
                    <a:pt x="0" y="3"/>
                    <a:pt x="1" y="1"/>
                    <a:pt x="3" y="0"/>
                  </a:cubicBezTo>
                  <a:cubicBezTo>
                    <a:pt x="15" y="0"/>
                    <a:pt x="28" y="0"/>
                    <a:pt x="40" y="0"/>
                  </a:cubicBezTo>
                  <a:close/>
                  <a:moveTo>
                    <a:pt x="41" y="11"/>
                  </a:moveTo>
                  <a:cubicBezTo>
                    <a:pt x="41" y="11"/>
                    <a:pt x="41" y="11"/>
                    <a:pt x="41" y="11"/>
                  </a:cubicBezTo>
                  <a:cubicBezTo>
                    <a:pt x="41" y="9"/>
                    <a:pt x="41" y="7"/>
                    <a:pt x="41" y="5"/>
                  </a:cubicBezTo>
                  <a:cubicBezTo>
                    <a:pt x="41" y="4"/>
                    <a:pt x="40" y="3"/>
                    <a:pt x="39" y="3"/>
                  </a:cubicBezTo>
                  <a:cubicBezTo>
                    <a:pt x="28" y="3"/>
                    <a:pt x="16" y="3"/>
                    <a:pt x="4" y="3"/>
                  </a:cubicBezTo>
                  <a:cubicBezTo>
                    <a:pt x="3" y="3"/>
                    <a:pt x="3" y="4"/>
                    <a:pt x="3" y="5"/>
                  </a:cubicBezTo>
                  <a:cubicBezTo>
                    <a:pt x="3" y="15"/>
                    <a:pt x="3" y="26"/>
                    <a:pt x="3" y="37"/>
                  </a:cubicBezTo>
                  <a:cubicBezTo>
                    <a:pt x="3" y="38"/>
                    <a:pt x="3" y="38"/>
                    <a:pt x="4" y="38"/>
                  </a:cubicBezTo>
                  <a:cubicBezTo>
                    <a:pt x="16" y="38"/>
                    <a:pt x="27" y="38"/>
                    <a:pt x="39" y="38"/>
                  </a:cubicBezTo>
                  <a:cubicBezTo>
                    <a:pt x="40" y="38"/>
                    <a:pt x="41" y="38"/>
                    <a:pt x="41" y="37"/>
                  </a:cubicBezTo>
                  <a:cubicBezTo>
                    <a:pt x="41" y="31"/>
                    <a:pt x="41" y="26"/>
                    <a:pt x="41" y="20"/>
                  </a:cubicBezTo>
                  <a:cubicBezTo>
                    <a:pt x="41" y="20"/>
                    <a:pt x="41" y="20"/>
                    <a:pt x="40" y="19"/>
                  </a:cubicBezTo>
                  <a:cubicBezTo>
                    <a:pt x="38" y="17"/>
                    <a:pt x="35" y="14"/>
                    <a:pt x="34" y="10"/>
                  </a:cubicBezTo>
                  <a:cubicBezTo>
                    <a:pt x="33" y="10"/>
                    <a:pt x="33" y="9"/>
                    <a:pt x="34" y="8"/>
                  </a:cubicBezTo>
                  <a:cubicBezTo>
                    <a:pt x="34" y="7"/>
                    <a:pt x="35" y="6"/>
                    <a:pt x="36" y="6"/>
                  </a:cubicBezTo>
                  <a:cubicBezTo>
                    <a:pt x="37" y="6"/>
                    <a:pt x="38" y="7"/>
                    <a:pt x="39" y="8"/>
                  </a:cubicBezTo>
                  <a:cubicBezTo>
                    <a:pt x="39" y="9"/>
                    <a:pt x="40" y="10"/>
                    <a:pt x="41" y="11"/>
                  </a:cubicBezTo>
                  <a:close/>
                  <a:moveTo>
                    <a:pt x="56" y="18"/>
                  </a:moveTo>
                  <a:cubicBezTo>
                    <a:pt x="55" y="18"/>
                    <a:pt x="55" y="18"/>
                    <a:pt x="55" y="18"/>
                  </a:cubicBezTo>
                  <a:cubicBezTo>
                    <a:pt x="55" y="22"/>
                    <a:pt x="54" y="25"/>
                    <a:pt x="54" y="29"/>
                  </a:cubicBezTo>
                  <a:cubicBezTo>
                    <a:pt x="54" y="29"/>
                    <a:pt x="54" y="29"/>
                    <a:pt x="54" y="29"/>
                  </a:cubicBezTo>
                  <a:cubicBezTo>
                    <a:pt x="54" y="30"/>
                    <a:pt x="55" y="31"/>
                    <a:pt x="55" y="32"/>
                  </a:cubicBezTo>
                  <a:cubicBezTo>
                    <a:pt x="56" y="31"/>
                    <a:pt x="56" y="30"/>
                    <a:pt x="57" y="30"/>
                  </a:cubicBezTo>
                  <a:cubicBezTo>
                    <a:pt x="57" y="29"/>
                    <a:pt x="57" y="29"/>
                    <a:pt x="57" y="28"/>
                  </a:cubicBezTo>
                  <a:cubicBezTo>
                    <a:pt x="57" y="27"/>
                    <a:pt x="57" y="25"/>
                    <a:pt x="56" y="23"/>
                  </a:cubicBezTo>
                  <a:cubicBezTo>
                    <a:pt x="56" y="21"/>
                    <a:pt x="56" y="20"/>
                    <a:pt x="56" y="18"/>
                  </a:cubicBezTo>
                  <a:close/>
                  <a:moveTo>
                    <a:pt x="63" y="27"/>
                  </a:moveTo>
                  <a:cubicBezTo>
                    <a:pt x="63" y="30"/>
                    <a:pt x="63" y="32"/>
                    <a:pt x="63" y="34"/>
                  </a:cubicBezTo>
                  <a:cubicBezTo>
                    <a:pt x="64" y="32"/>
                    <a:pt x="64" y="30"/>
                    <a:pt x="63" y="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4" name="Freeform 1264">
              <a:extLst>
                <a:ext uri="{FF2B5EF4-FFF2-40B4-BE49-F238E27FC236}">
                  <a16:creationId xmlns="" xmlns:a16="http://schemas.microsoft.com/office/drawing/2014/main" id="{A85047F9-43AD-43B9-A636-E5FAC44946BF}"/>
                </a:ext>
              </a:extLst>
            </p:cNvPr>
            <p:cNvSpPr>
              <a:spLocks/>
            </p:cNvSpPr>
            <p:nvPr/>
          </p:nvSpPr>
          <p:spPr bwMode="auto">
            <a:xfrm>
              <a:off x="11350055" y="726226"/>
              <a:ext cx="41891" cy="5908"/>
            </a:xfrm>
            <a:custGeom>
              <a:avLst/>
              <a:gdLst>
                <a:gd name="T0" fmla="*/ 0 w 66"/>
                <a:gd name="T1" fmla="*/ 9 h 9"/>
                <a:gd name="T2" fmla="*/ 0 w 66"/>
                <a:gd name="T3" fmla="*/ 0 h 9"/>
                <a:gd name="T4" fmla="*/ 66 w 66"/>
                <a:gd name="T5" fmla="*/ 0 h 9"/>
                <a:gd name="T6" fmla="*/ 66 w 66"/>
                <a:gd name="T7" fmla="*/ 1 h 9"/>
                <a:gd name="T8" fmla="*/ 66 w 66"/>
                <a:gd name="T9" fmla="*/ 8 h 9"/>
                <a:gd name="T10" fmla="*/ 66 w 66"/>
                <a:gd name="T11" fmla="*/ 9 h 9"/>
                <a:gd name="T12" fmla="*/ 0 w 66"/>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66" h="9">
                  <a:moveTo>
                    <a:pt x="0" y="9"/>
                  </a:moveTo>
                  <a:cubicBezTo>
                    <a:pt x="0" y="6"/>
                    <a:pt x="0" y="3"/>
                    <a:pt x="0" y="0"/>
                  </a:cubicBezTo>
                  <a:cubicBezTo>
                    <a:pt x="22" y="0"/>
                    <a:pt x="44" y="0"/>
                    <a:pt x="66" y="0"/>
                  </a:cubicBezTo>
                  <a:cubicBezTo>
                    <a:pt x="66" y="1"/>
                    <a:pt x="66" y="1"/>
                    <a:pt x="66" y="1"/>
                  </a:cubicBezTo>
                  <a:cubicBezTo>
                    <a:pt x="66" y="3"/>
                    <a:pt x="66" y="6"/>
                    <a:pt x="66" y="8"/>
                  </a:cubicBezTo>
                  <a:cubicBezTo>
                    <a:pt x="66" y="8"/>
                    <a:pt x="66" y="8"/>
                    <a:pt x="66" y="9"/>
                  </a:cubicBezTo>
                  <a:cubicBezTo>
                    <a:pt x="44" y="9"/>
                    <a:pt x="22" y="9"/>
                    <a:pt x="0"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5" name="Freeform 1265">
              <a:extLst>
                <a:ext uri="{FF2B5EF4-FFF2-40B4-BE49-F238E27FC236}">
                  <a16:creationId xmlns="" xmlns:a16="http://schemas.microsoft.com/office/drawing/2014/main" id="{89A1CC00-3DDB-4994-97B2-7DDBF4516F81}"/>
                </a:ext>
              </a:extLst>
            </p:cNvPr>
            <p:cNvSpPr>
              <a:spLocks/>
            </p:cNvSpPr>
            <p:nvPr/>
          </p:nvSpPr>
          <p:spPr bwMode="auto">
            <a:xfrm>
              <a:off x="11351398" y="717365"/>
              <a:ext cx="28464" cy="8325"/>
            </a:xfrm>
            <a:custGeom>
              <a:avLst/>
              <a:gdLst>
                <a:gd name="T0" fmla="*/ 34 w 45"/>
                <a:gd name="T1" fmla="*/ 1 h 13"/>
                <a:gd name="T2" fmla="*/ 35 w 45"/>
                <a:gd name="T3" fmla="*/ 0 h 13"/>
                <a:gd name="T4" fmla="*/ 36 w 45"/>
                <a:gd name="T5" fmla="*/ 0 h 13"/>
                <a:gd name="T6" fmla="*/ 44 w 45"/>
                <a:gd name="T7" fmla="*/ 8 h 13"/>
                <a:gd name="T8" fmla="*/ 45 w 45"/>
                <a:gd name="T9" fmla="*/ 13 h 13"/>
                <a:gd name="T10" fmla="*/ 41 w 45"/>
                <a:gd name="T11" fmla="*/ 13 h 13"/>
                <a:gd name="T12" fmla="*/ 40 w 45"/>
                <a:gd name="T13" fmla="*/ 9 h 13"/>
                <a:gd name="T14" fmla="*/ 40 w 45"/>
                <a:gd name="T15" fmla="*/ 9 h 13"/>
                <a:gd name="T16" fmla="*/ 40 w 45"/>
                <a:gd name="T17" fmla="*/ 13 h 13"/>
                <a:gd name="T18" fmla="*/ 34 w 45"/>
                <a:gd name="T19" fmla="*/ 13 h 13"/>
                <a:gd name="T20" fmla="*/ 34 w 45"/>
                <a:gd name="T21" fmla="*/ 12 h 13"/>
                <a:gd name="T22" fmla="*/ 35 w 45"/>
                <a:gd name="T23" fmla="*/ 7 h 13"/>
                <a:gd name="T24" fmla="*/ 34 w 45"/>
                <a:gd name="T25" fmla="*/ 2 h 13"/>
                <a:gd name="T26" fmla="*/ 33 w 45"/>
                <a:gd name="T27" fmla="*/ 4 h 13"/>
                <a:gd name="T28" fmla="*/ 33 w 45"/>
                <a:gd name="T29" fmla="*/ 10 h 13"/>
                <a:gd name="T30" fmla="*/ 33 w 45"/>
                <a:gd name="T31" fmla="*/ 12 h 13"/>
                <a:gd name="T32" fmla="*/ 34 w 45"/>
                <a:gd name="T33" fmla="*/ 13 h 13"/>
                <a:gd name="T34" fmla="*/ 28 w 45"/>
                <a:gd name="T35" fmla="*/ 13 h 13"/>
                <a:gd name="T36" fmla="*/ 28 w 45"/>
                <a:gd name="T37" fmla="*/ 9 h 13"/>
                <a:gd name="T38" fmla="*/ 27 w 45"/>
                <a:gd name="T39" fmla="*/ 13 h 13"/>
                <a:gd name="T40" fmla="*/ 18 w 45"/>
                <a:gd name="T41" fmla="*/ 13 h 13"/>
                <a:gd name="T42" fmla="*/ 18 w 45"/>
                <a:gd name="T43" fmla="*/ 9 h 13"/>
                <a:gd name="T44" fmla="*/ 17 w 45"/>
                <a:gd name="T45" fmla="*/ 9 h 13"/>
                <a:gd name="T46" fmla="*/ 17 w 45"/>
                <a:gd name="T47" fmla="*/ 13 h 13"/>
                <a:gd name="T48" fmla="*/ 12 w 45"/>
                <a:gd name="T49" fmla="*/ 13 h 13"/>
                <a:gd name="T50" fmla="*/ 12 w 45"/>
                <a:gd name="T51" fmla="*/ 12 h 13"/>
                <a:gd name="T52" fmla="*/ 13 w 45"/>
                <a:gd name="T53" fmla="*/ 9 h 13"/>
                <a:gd name="T54" fmla="*/ 12 w 45"/>
                <a:gd name="T55" fmla="*/ 2 h 13"/>
                <a:gd name="T56" fmla="*/ 11 w 45"/>
                <a:gd name="T57" fmla="*/ 2 h 13"/>
                <a:gd name="T58" fmla="*/ 11 w 45"/>
                <a:gd name="T59" fmla="*/ 5 h 13"/>
                <a:gd name="T60" fmla="*/ 10 w 45"/>
                <a:gd name="T61" fmla="*/ 10 h 13"/>
                <a:gd name="T62" fmla="*/ 11 w 45"/>
                <a:gd name="T63" fmla="*/ 11 h 13"/>
                <a:gd name="T64" fmla="*/ 11 w 45"/>
                <a:gd name="T65" fmla="*/ 13 h 13"/>
                <a:gd name="T66" fmla="*/ 6 w 45"/>
                <a:gd name="T67" fmla="*/ 13 h 13"/>
                <a:gd name="T68" fmla="*/ 6 w 45"/>
                <a:gd name="T69" fmla="*/ 9 h 13"/>
                <a:gd name="T70" fmla="*/ 5 w 45"/>
                <a:gd name="T71" fmla="*/ 13 h 13"/>
                <a:gd name="T72" fmla="*/ 0 w 45"/>
                <a:gd name="T73" fmla="*/ 13 h 13"/>
                <a:gd name="T74" fmla="*/ 2 w 45"/>
                <a:gd name="T75" fmla="*/ 6 h 13"/>
                <a:gd name="T76" fmla="*/ 9 w 45"/>
                <a:gd name="T77" fmla="*/ 0 h 13"/>
                <a:gd name="T78" fmla="*/ 11 w 45"/>
                <a:gd name="T79" fmla="*/ 0 h 13"/>
                <a:gd name="T80" fmla="*/ 12 w 45"/>
                <a:gd name="T81" fmla="*/ 1 h 13"/>
                <a:gd name="T82" fmla="*/ 13 w 45"/>
                <a:gd name="T83" fmla="*/ 0 h 13"/>
                <a:gd name="T84" fmla="*/ 14 w 45"/>
                <a:gd name="T85" fmla="*/ 0 h 13"/>
                <a:gd name="T86" fmla="*/ 19 w 45"/>
                <a:gd name="T87" fmla="*/ 4 h 13"/>
                <a:gd name="T88" fmla="*/ 23 w 45"/>
                <a:gd name="T89" fmla="*/ 10 h 13"/>
                <a:gd name="T90" fmla="*/ 23 w 45"/>
                <a:gd name="T91" fmla="*/ 10 h 13"/>
                <a:gd name="T92" fmla="*/ 23 w 45"/>
                <a:gd name="T93" fmla="*/ 9 h 13"/>
                <a:gd name="T94" fmla="*/ 28 w 45"/>
                <a:gd name="T95" fmla="*/ 2 h 13"/>
                <a:gd name="T96" fmla="*/ 32 w 45"/>
                <a:gd name="T97" fmla="*/ 0 h 13"/>
                <a:gd name="T98" fmla="*/ 33 w 45"/>
                <a:gd name="T99" fmla="*/ 0 h 13"/>
                <a:gd name="T100" fmla="*/ 34 w 45"/>
                <a:gd name="T101"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5" h="13">
                  <a:moveTo>
                    <a:pt x="34" y="1"/>
                  </a:moveTo>
                  <a:cubicBezTo>
                    <a:pt x="34" y="1"/>
                    <a:pt x="34" y="1"/>
                    <a:pt x="35" y="0"/>
                  </a:cubicBezTo>
                  <a:cubicBezTo>
                    <a:pt x="35" y="0"/>
                    <a:pt x="36" y="0"/>
                    <a:pt x="36" y="0"/>
                  </a:cubicBezTo>
                  <a:cubicBezTo>
                    <a:pt x="40" y="2"/>
                    <a:pt x="43" y="4"/>
                    <a:pt x="44" y="8"/>
                  </a:cubicBezTo>
                  <a:cubicBezTo>
                    <a:pt x="45" y="9"/>
                    <a:pt x="45" y="11"/>
                    <a:pt x="45" y="13"/>
                  </a:cubicBezTo>
                  <a:cubicBezTo>
                    <a:pt x="44" y="13"/>
                    <a:pt x="42" y="13"/>
                    <a:pt x="41" y="13"/>
                  </a:cubicBezTo>
                  <a:cubicBezTo>
                    <a:pt x="40" y="11"/>
                    <a:pt x="40" y="10"/>
                    <a:pt x="40" y="9"/>
                  </a:cubicBezTo>
                  <a:cubicBezTo>
                    <a:pt x="40" y="9"/>
                    <a:pt x="40" y="9"/>
                    <a:pt x="40" y="9"/>
                  </a:cubicBezTo>
                  <a:cubicBezTo>
                    <a:pt x="40" y="10"/>
                    <a:pt x="40" y="11"/>
                    <a:pt x="40" y="13"/>
                  </a:cubicBezTo>
                  <a:cubicBezTo>
                    <a:pt x="38" y="13"/>
                    <a:pt x="36" y="13"/>
                    <a:pt x="34" y="13"/>
                  </a:cubicBezTo>
                  <a:cubicBezTo>
                    <a:pt x="34" y="13"/>
                    <a:pt x="34" y="12"/>
                    <a:pt x="34" y="12"/>
                  </a:cubicBezTo>
                  <a:cubicBezTo>
                    <a:pt x="36" y="11"/>
                    <a:pt x="35" y="9"/>
                    <a:pt x="35" y="7"/>
                  </a:cubicBezTo>
                  <a:cubicBezTo>
                    <a:pt x="35" y="6"/>
                    <a:pt x="34" y="4"/>
                    <a:pt x="34" y="2"/>
                  </a:cubicBezTo>
                  <a:cubicBezTo>
                    <a:pt x="34" y="3"/>
                    <a:pt x="34" y="4"/>
                    <a:pt x="33" y="4"/>
                  </a:cubicBezTo>
                  <a:cubicBezTo>
                    <a:pt x="33" y="6"/>
                    <a:pt x="33" y="8"/>
                    <a:pt x="33" y="10"/>
                  </a:cubicBezTo>
                  <a:cubicBezTo>
                    <a:pt x="32" y="11"/>
                    <a:pt x="33" y="11"/>
                    <a:pt x="33" y="12"/>
                  </a:cubicBezTo>
                  <a:cubicBezTo>
                    <a:pt x="33" y="12"/>
                    <a:pt x="34" y="12"/>
                    <a:pt x="34" y="13"/>
                  </a:cubicBezTo>
                  <a:cubicBezTo>
                    <a:pt x="32" y="13"/>
                    <a:pt x="30" y="13"/>
                    <a:pt x="28" y="13"/>
                  </a:cubicBezTo>
                  <a:cubicBezTo>
                    <a:pt x="28" y="11"/>
                    <a:pt x="28" y="10"/>
                    <a:pt x="28" y="9"/>
                  </a:cubicBezTo>
                  <a:cubicBezTo>
                    <a:pt x="27" y="10"/>
                    <a:pt x="27" y="11"/>
                    <a:pt x="27" y="13"/>
                  </a:cubicBezTo>
                  <a:cubicBezTo>
                    <a:pt x="24" y="13"/>
                    <a:pt x="21" y="13"/>
                    <a:pt x="18" y="13"/>
                  </a:cubicBezTo>
                  <a:cubicBezTo>
                    <a:pt x="18" y="11"/>
                    <a:pt x="18" y="10"/>
                    <a:pt x="18" y="9"/>
                  </a:cubicBezTo>
                  <a:cubicBezTo>
                    <a:pt x="18" y="9"/>
                    <a:pt x="18" y="9"/>
                    <a:pt x="17" y="9"/>
                  </a:cubicBezTo>
                  <a:cubicBezTo>
                    <a:pt x="17" y="10"/>
                    <a:pt x="17" y="11"/>
                    <a:pt x="17" y="13"/>
                  </a:cubicBezTo>
                  <a:cubicBezTo>
                    <a:pt x="15" y="13"/>
                    <a:pt x="14" y="13"/>
                    <a:pt x="12" y="13"/>
                  </a:cubicBezTo>
                  <a:cubicBezTo>
                    <a:pt x="12" y="12"/>
                    <a:pt x="12" y="12"/>
                    <a:pt x="12" y="12"/>
                  </a:cubicBezTo>
                  <a:cubicBezTo>
                    <a:pt x="13" y="11"/>
                    <a:pt x="13" y="10"/>
                    <a:pt x="13" y="9"/>
                  </a:cubicBezTo>
                  <a:cubicBezTo>
                    <a:pt x="12" y="7"/>
                    <a:pt x="12" y="5"/>
                    <a:pt x="12" y="2"/>
                  </a:cubicBezTo>
                  <a:cubicBezTo>
                    <a:pt x="12" y="2"/>
                    <a:pt x="12" y="2"/>
                    <a:pt x="11" y="2"/>
                  </a:cubicBezTo>
                  <a:cubicBezTo>
                    <a:pt x="11" y="3"/>
                    <a:pt x="11" y="4"/>
                    <a:pt x="11" y="5"/>
                  </a:cubicBezTo>
                  <a:cubicBezTo>
                    <a:pt x="11" y="7"/>
                    <a:pt x="11" y="8"/>
                    <a:pt x="10" y="10"/>
                  </a:cubicBezTo>
                  <a:cubicBezTo>
                    <a:pt x="10" y="11"/>
                    <a:pt x="10" y="11"/>
                    <a:pt x="11" y="11"/>
                  </a:cubicBezTo>
                  <a:cubicBezTo>
                    <a:pt x="11" y="12"/>
                    <a:pt x="11" y="12"/>
                    <a:pt x="11" y="13"/>
                  </a:cubicBezTo>
                  <a:cubicBezTo>
                    <a:pt x="9" y="13"/>
                    <a:pt x="8" y="13"/>
                    <a:pt x="6" y="13"/>
                  </a:cubicBezTo>
                  <a:cubicBezTo>
                    <a:pt x="6" y="11"/>
                    <a:pt x="6" y="10"/>
                    <a:pt x="6" y="9"/>
                  </a:cubicBezTo>
                  <a:cubicBezTo>
                    <a:pt x="5" y="10"/>
                    <a:pt x="5" y="11"/>
                    <a:pt x="5" y="13"/>
                  </a:cubicBezTo>
                  <a:cubicBezTo>
                    <a:pt x="3" y="13"/>
                    <a:pt x="2" y="13"/>
                    <a:pt x="0" y="13"/>
                  </a:cubicBezTo>
                  <a:cubicBezTo>
                    <a:pt x="0" y="10"/>
                    <a:pt x="1" y="8"/>
                    <a:pt x="2" y="6"/>
                  </a:cubicBezTo>
                  <a:cubicBezTo>
                    <a:pt x="4" y="3"/>
                    <a:pt x="7" y="1"/>
                    <a:pt x="9" y="0"/>
                  </a:cubicBezTo>
                  <a:cubicBezTo>
                    <a:pt x="10" y="0"/>
                    <a:pt x="10" y="0"/>
                    <a:pt x="11" y="0"/>
                  </a:cubicBezTo>
                  <a:cubicBezTo>
                    <a:pt x="11" y="1"/>
                    <a:pt x="11" y="1"/>
                    <a:pt x="12" y="1"/>
                  </a:cubicBezTo>
                  <a:cubicBezTo>
                    <a:pt x="12" y="1"/>
                    <a:pt x="12" y="1"/>
                    <a:pt x="13" y="0"/>
                  </a:cubicBezTo>
                  <a:cubicBezTo>
                    <a:pt x="13" y="0"/>
                    <a:pt x="13" y="0"/>
                    <a:pt x="14" y="0"/>
                  </a:cubicBezTo>
                  <a:cubicBezTo>
                    <a:pt x="16" y="1"/>
                    <a:pt x="17" y="2"/>
                    <a:pt x="19" y="4"/>
                  </a:cubicBezTo>
                  <a:cubicBezTo>
                    <a:pt x="21" y="5"/>
                    <a:pt x="22" y="7"/>
                    <a:pt x="23" y="10"/>
                  </a:cubicBezTo>
                  <a:cubicBezTo>
                    <a:pt x="23" y="10"/>
                    <a:pt x="23" y="10"/>
                    <a:pt x="23" y="10"/>
                  </a:cubicBezTo>
                  <a:cubicBezTo>
                    <a:pt x="23" y="10"/>
                    <a:pt x="23" y="9"/>
                    <a:pt x="23" y="9"/>
                  </a:cubicBezTo>
                  <a:cubicBezTo>
                    <a:pt x="24" y="6"/>
                    <a:pt x="26" y="4"/>
                    <a:pt x="28" y="2"/>
                  </a:cubicBezTo>
                  <a:cubicBezTo>
                    <a:pt x="29" y="1"/>
                    <a:pt x="30" y="1"/>
                    <a:pt x="32" y="0"/>
                  </a:cubicBezTo>
                  <a:cubicBezTo>
                    <a:pt x="32" y="0"/>
                    <a:pt x="33" y="0"/>
                    <a:pt x="33" y="0"/>
                  </a:cubicBezTo>
                  <a:cubicBezTo>
                    <a:pt x="33" y="1"/>
                    <a:pt x="34" y="1"/>
                    <a:pt x="34"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6" name="Freeform 1266">
              <a:extLst>
                <a:ext uri="{FF2B5EF4-FFF2-40B4-BE49-F238E27FC236}">
                  <a16:creationId xmlns="" xmlns:a16="http://schemas.microsoft.com/office/drawing/2014/main" id="{DB6E706A-BA24-417A-9B36-47270E5F98D8}"/>
                </a:ext>
              </a:extLst>
            </p:cNvPr>
            <p:cNvSpPr>
              <a:spLocks/>
            </p:cNvSpPr>
            <p:nvPr/>
          </p:nvSpPr>
          <p:spPr bwMode="auto">
            <a:xfrm>
              <a:off x="11382548" y="681919"/>
              <a:ext cx="9399" cy="8862"/>
            </a:xfrm>
            <a:custGeom>
              <a:avLst/>
              <a:gdLst>
                <a:gd name="T0" fmla="*/ 7 w 15"/>
                <a:gd name="T1" fmla="*/ 14 h 14"/>
                <a:gd name="T2" fmla="*/ 0 w 15"/>
                <a:gd name="T3" fmla="*/ 7 h 14"/>
                <a:gd name="T4" fmla="*/ 7 w 15"/>
                <a:gd name="T5" fmla="*/ 0 h 14"/>
                <a:gd name="T6" fmla="*/ 15 w 15"/>
                <a:gd name="T7" fmla="*/ 7 h 14"/>
                <a:gd name="T8" fmla="*/ 7 w 15"/>
                <a:gd name="T9" fmla="*/ 14 h 14"/>
              </a:gdLst>
              <a:ahLst/>
              <a:cxnLst>
                <a:cxn ang="0">
                  <a:pos x="T0" y="T1"/>
                </a:cxn>
                <a:cxn ang="0">
                  <a:pos x="T2" y="T3"/>
                </a:cxn>
                <a:cxn ang="0">
                  <a:pos x="T4" y="T5"/>
                </a:cxn>
                <a:cxn ang="0">
                  <a:pos x="T6" y="T7"/>
                </a:cxn>
                <a:cxn ang="0">
                  <a:pos x="T8" y="T9"/>
                </a:cxn>
              </a:cxnLst>
              <a:rect l="0" t="0" r="r" b="b"/>
              <a:pathLst>
                <a:path w="15" h="14">
                  <a:moveTo>
                    <a:pt x="7" y="14"/>
                  </a:moveTo>
                  <a:cubicBezTo>
                    <a:pt x="4" y="14"/>
                    <a:pt x="0" y="11"/>
                    <a:pt x="0" y="7"/>
                  </a:cubicBezTo>
                  <a:cubicBezTo>
                    <a:pt x="0" y="3"/>
                    <a:pt x="3" y="0"/>
                    <a:pt x="7" y="0"/>
                  </a:cubicBezTo>
                  <a:cubicBezTo>
                    <a:pt x="11" y="0"/>
                    <a:pt x="15" y="3"/>
                    <a:pt x="15" y="7"/>
                  </a:cubicBezTo>
                  <a:cubicBezTo>
                    <a:pt x="15" y="11"/>
                    <a:pt x="12" y="14"/>
                    <a:pt x="7"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7" name="Oval 1267">
              <a:extLst>
                <a:ext uri="{FF2B5EF4-FFF2-40B4-BE49-F238E27FC236}">
                  <a16:creationId xmlns="" xmlns:a16="http://schemas.microsoft.com/office/drawing/2014/main" id="{B3525E48-0087-4CAB-84CB-B590DB1CA3DA}"/>
                </a:ext>
              </a:extLst>
            </p:cNvPr>
            <p:cNvSpPr>
              <a:spLocks noChangeArrowheads="1"/>
            </p:cNvSpPr>
            <p:nvPr/>
          </p:nvSpPr>
          <p:spPr bwMode="auto">
            <a:xfrm>
              <a:off x="11355158" y="709846"/>
              <a:ext cx="6982" cy="7519"/>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8" name="Oval 1268">
              <a:extLst>
                <a:ext uri="{FF2B5EF4-FFF2-40B4-BE49-F238E27FC236}">
                  <a16:creationId xmlns="" xmlns:a16="http://schemas.microsoft.com/office/drawing/2014/main" id="{FC5929B7-A882-4125-9A2D-413F22215548}"/>
                </a:ext>
              </a:extLst>
            </p:cNvPr>
            <p:cNvSpPr>
              <a:spLocks noChangeArrowheads="1"/>
            </p:cNvSpPr>
            <p:nvPr/>
          </p:nvSpPr>
          <p:spPr bwMode="auto">
            <a:xfrm>
              <a:off x="11369121" y="709846"/>
              <a:ext cx="7519" cy="7519"/>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89" name="Freeform 1269">
              <a:extLst>
                <a:ext uri="{FF2B5EF4-FFF2-40B4-BE49-F238E27FC236}">
                  <a16:creationId xmlns="" xmlns:a16="http://schemas.microsoft.com/office/drawing/2014/main" id="{9C38356D-B80C-4955-A9A0-A6F3C711F531}"/>
                </a:ext>
              </a:extLst>
            </p:cNvPr>
            <p:cNvSpPr>
              <a:spLocks noEditPoints="1"/>
            </p:cNvSpPr>
            <p:nvPr/>
          </p:nvSpPr>
          <p:spPr bwMode="auto">
            <a:xfrm>
              <a:off x="11358917" y="687558"/>
              <a:ext cx="13964" cy="13964"/>
            </a:xfrm>
            <a:custGeom>
              <a:avLst/>
              <a:gdLst>
                <a:gd name="T0" fmla="*/ 14 w 22"/>
                <a:gd name="T1" fmla="*/ 21 h 22"/>
                <a:gd name="T2" fmla="*/ 13 w 22"/>
                <a:gd name="T3" fmla="*/ 20 h 22"/>
                <a:gd name="T4" fmla="*/ 12 w 22"/>
                <a:gd name="T5" fmla="*/ 19 h 22"/>
                <a:gd name="T6" fmla="*/ 11 w 22"/>
                <a:gd name="T7" fmla="*/ 19 h 22"/>
                <a:gd name="T8" fmla="*/ 9 w 22"/>
                <a:gd name="T9" fmla="*/ 21 h 22"/>
                <a:gd name="T10" fmla="*/ 8 w 22"/>
                <a:gd name="T11" fmla="*/ 21 h 22"/>
                <a:gd name="T12" fmla="*/ 7 w 22"/>
                <a:gd name="T13" fmla="*/ 21 h 22"/>
                <a:gd name="T14" fmla="*/ 6 w 22"/>
                <a:gd name="T15" fmla="*/ 18 h 22"/>
                <a:gd name="T16" fmla="*/ 5 w 22"/>
                <a:gd name="T17" fmla="*/ 18 h 22"/>
                <a:gd name="T18" fmla="*/ 5 w 22"/>
                <a:gd name="T19" fmla="*/ 17 h 22"/>
                <a:gd name="T20" fmla="*/ 3 w 22"/>
                <a:gd name="T21" fmla="*/ 17 h 22"/>
                <a:gd name="T22" fmla="*/ 3 w 22"/>
                <a:gd name="T23" fmla="*/ 17 h 22"/>
                <a:gd name="T24" fmla="*/ 0 w 22"/>
                <a:gd name="T25" fmla="*/ 15 h 22"/>
                <a:gd name="T26" fmla="*/ 1 w 22"/>
                <a:gd name="T27" fmla="*/ 13 h 22"/>
                <a:gd name="T28" fmla="*/ 1 w 22"/>
                <a:gd name="T29" fmla="*/ 13 h 22"/>
                <a:gd name="T30" fmla="*/ 2 w 22"/>
                <a:gd name="T31" fmla="*/ 12 h 22"/>
                <a:gd name="T32" fmla="*/ 2 w 22"/>
                <a:gd name="T33" fmla="*/ 11 h 22"/>
                <a:gd name="T34" fmla="*/ 1 w 22"/>
                <a:gd name="T35" fmla="*/ 9 h 22"/>
                <a:gd name="T36" fmla="*/ 0 w 22"/>
                <a:gd name="T37" fmla="*/ 6 h 22"/>
                <a:gd name="T38" fmla="*/ 2 w 22"/>
                <a:gd name="T39" fmla="*/ 5 h 22"/>
                <a:gd name="T40" fmla="*/ 4 w 22"/>
                <a:gd name="T41" fmla="*/ 5 h 22"/>
                <a:gd name="T42" fmla="*/ 5 w 22"/>
                <a:gd name="T43" fmla="*/ 3 h 22"/>
                <a:gd name="T44" fmla="*/ 5 w 22"/>
                <a:gd name="T45" fmla="*/ 1 h 22"/>
                <a:gd name="T46" fmla="*/ 6 w 22"/>
                <a:gd name="T47" fmla="*/ 0 h 22"/>
                <a:gd name="T48" fmla="*/ 9 w 22"/>
                <a:gd name="T49" fmla="*/ 1 h 22"/>
                <a:gd name="T50" fmla="*/ 10 w 22"/>
                <a:gd name="T51" fmla="*/ 2 h 22"/>
                <a:gd name="T52" fmla="*/ 10 w 22"/>
                <a:gd name="T53" fmla="*/ 2 h 22"/>
                <a:gd name="T54" fmla="*/ 12 w 22"/>
                <a:gd name="T55" fmla="*/ 1 h 22"/>
                <a:gd name="T56" fmla="*/ 12 w 22"/>
                <a:gd name="T57" fmla="*/ 0 h 22"/>
                <a:gd name="T58" fmla="*/ 15 w 22"/>
                <a:gd name="T59" fmla="*/ 1 h 22"/>
                <a:gd name="T60" fmla="*/ 16 w 22"/>
                <a:gd name="T61" fmla="*/ 2 h 22"/>
                <a:gd name="T62" fmla="*/ 17 w 22"/>
                <a:gd name="T63" fmla="*/ 4 h 22"/>
                <a:gd name="T64" fmla="*/ 17 w 22"/>
                <a:gd name="T65" fmla="*/ 4 h 22"/>
                <a:gd name="T66" fmla="*/ 18 w 22"/>
                <a:gd name="T67" fmla="*/ 5 h 22"/>
                <a:gd name="T68" fmla="*/ 21 w 22"/>
                <a:gd name="T69" fmla="*/ 6 h 22"/>
                <a:gd name="T70" fmla="*/ 21 w 22"/>
                <a:gd name="T71" fmla="*/ 6 h 22"/>
                <a:gd name="T72" fmla="*/ 20 w 22"/>
                <a:gd name="T73" fmla="*/ 9 h 22"/>
                <a:gd name="T74" fmla="*/ 20 w 22"/>
                <a:gd name="T75" fmla="*/ 9 h 22"/>
                <a:gd name="T76" fmla="*/ 19 w 22"/>
                <a:gd name="T77" fmla="*/ 10 h 22"/>
                <a:gd name="T78" fmla="*/ 20 w 22"/>
                <a:gd name="T79" fmla="*/ 12 h 22"/>
                <a:gd name="T80" fmla="*/ 21 w 22"/>
                <a:gd name="T81" fmla="*/ 12 h 22"/>
                <a:gd name="T82" fmla="*/ 21 w 22"/>
                <a:gd name="T83" fmla="*/ 15 h 22"/>
                <a:gd name="T84" fmla="*/ 19 w 22"/>
                <a:gd name="T85" fmla="*/ 16 h 22"/>
                <a:gd name="T86" fmla="*/ 17 w 22"/>
                <a:gd name="T87" fmla="*/ 17 h 22"/>
                <a:gd name="T88" fmla="*/ 17 w 22"/>
                <a:gd name="T89" fmla="*/ 18 h 22"/>
                <a:gd name="T90" fmla="*/ 16 w 22"/>
                <a:gd name="T91" fmla="*/ 20 h 22"/>
                <a:gd name="T92" fmla="*/ 14 w 22"/>
                <a:gd name="T93" fmla="*/ 21 h 22"/>
                <a:gd name="T94" fmla="*/ 14 w 22"/>
                <a:gd name="T95" fmla="*/ 21 h 22"/>
                <a:gd name="T96" fmla="*/ 11 w 22"/>
                <a:gd name="T97" fmla="*/ 5 h 22"/>
                <a:gd name="T98" fmla="*/ 5 w 22"/>
                <a:gd name="T99" fmla="*/ 11 h 22"/>
                <a:gd name="T100" fmla="*/ 11 w 22"/>
                <a:gd name="T101" fmla="*/ 16 h 22"/>
                <a:gd name="T102" fmla="*/ 16 w 22"/>
                <a:gd name="T103" fmla="*/ 11 h 22"/>
                <a:gd name="T104" fmla="*/ 11 w 22"/>
                <a:gd name="T105"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 h="22">
                  <a:moveTo>
                    <a:pt x="14" y="21"/>
                  </a:moveTo>
                  <a:cubicBezTo>
                    <a:pt x="13" y="21"/>
                    <a:pt x="13" y="21"/>
                    <a:pt x="13" y="20"/>
                  </a:cubicBezTo>
                  <a:cubicBezTo>
                    <a:pt x="12" y="19"/>
                    <a:pt x="12" y="19"/>
                    <a:pt x="12" y="19"/>
                  </a:cubicBezTo>
                  <a:cubicBezTo>
                    <a:pt x="11" y="19"/>
                    <a:pt x="11" y="19"/>
                    <a:pt x="11" y="19"/>
                  </a:cubicBezTo>
                  <a:cubicBezTo>
                    <a:pt x="10" y="19"/>
                    <a:pt x="10" y="19"/>
                    <a:pt x="9" y="21"/>
                  </a:cubicBezTo>
                  <a:cubicBezTo>
                    <a:pt x="9" y="21"/>
                    <a:pt x="8" y="22"/>
                    <a:pt x="8" y="21"/>
                  </a:cubicBezTo>
                  <a:cubicBezTo>
                    <a:pt x="7" y="21"/>
                    <a:pt x="7" y="21"/>
                    <a:pt x="7" y="21"/>
                  </a:cubicBezTo>
                  <a:cubicBezTo>
                    <a:pt x="5" y="20"/>
                    <a:pt x="5" y="20"/>
                    <a:pt x="6" y="18"/>
                  </a:cubicBezTo>
                  <a:cubicBezTo>
                    <a:pt x="6" y="18"/>
                    <a:pt x="6" y="18"/>
                    <a:pt x="5" y="18"/>
                  </a:cubicBezTo>
                  <a:cubicBezTo>
                    <a:pt x="5" y="17"/>
                    <a:pt x="5" y="17"/>
                    <a:pt x="5" y="17"/>
                  </a:cubicBezTo>
                  <a:cubicBezTo>
                    <a:pt x="4" y="16"/>
                    <a:pt x="4" y="16"/>
                    <a:pt x="3" y="17"/>
                  </a:cubicBezTo>
                  <a:cubicBezTo>
                    <a:pt x="3" y="17"/>
                    <a:pt x="3" y="17"/>
                    <a:pt x="3" y="17"/>
                  </a:cubicBezTo>
                  <a:cubicBezTo>
                    <a:pt x="2" y="17"/>
                    <a:pt x="1" y="16"/>
                    <a:pt x="0" y="15"/>
                  </a:cubicBezTo>
                  <a:cubicBezTo>
                    <a:pt x="0" y="14"/>
                    <a:pt x="0" y="13"/>
                    <a:pt x="1" y="13"/>
                  </a:cubicBezTo>
                  <a:cubicBezTo>
                    <a:pt x="1" y="13"/>
                    <a:pt x="1" y="13"/>
                    <a:pt x="1" y="13"/>
                  </a:cubicBezTo>
                  <a:cubicBezTo>
                    <a:pt x="2" y="12"/>
                    <a:pt x="2" y="12"/>
                    <a:pt x="2" y="12"/>
                  </a:cubicBezTo>
                  <a:cubicBezTo>
                    <a:pt x="2" y="11"/>
                    <a:pt x="2" y="11"/>
                    <a:pt x="2" y="11"/>
                  </a:cubicBezTo>
                  <a:cubicBezTo>
                    <a:pt x="2" y="10"/>
                    <a:pt x="2" y="10"/>
                    <a:pt x="1" y="9"/>
                  </a:cubicBezTo>
                  <a:cubicBezTo>
                    <a:pt x="0" y="9"/>
                    <a:pt x="0" y="8"/>
                    <a:pt x="0" y="6"/>
                  </a:cubicBezTo>
                  <a:cubicBezTo>
                    <a:pt x="1" y="5"/>
                    <a:pt x="2" y="5"/>
                    <a:pt x="2" y="5"/>
                  </a:cubicBezTo>
                  <a:cubicBezTo>
                    <a:pt x="3" y="6"/>
                    <a:pt x="4" y="5"/>
                    <a:pt x="4" y="5"/>
                  </a:cubicBezTo>
                  <a:cubicBezTo>
                    <a:pt x="5" y="4"/>
                    <a:pt x="5" y="4"/>
                    <a:pt x="5" y="3"/>
                  </a:cubicBezTo>
                  <a:cubicBezTo>
                    <a:pt x="4" y="2"/>
                    <a:pt x="5" y="1"/>
                    <a:pt x="5" y="1"/>
                  </a:cubicBezTo>
                  <a:cubicBezTo>
                    <a:pt x="6" y="1"/>
                    <a:pt x="6" y="1"/>
                    <a:pt x="6" y="0"/>
                  </a:cubicBezTo>
                  <a:cubicBezTo>
                    <a:pt x="8" y="0"/>
                    <a:pt x="8" y="0"/>
                    <a:pt x="9" y="1"/>
                  </a:cubicBezTo>
                  <a:cubicBezTo>
                    <a:pt x="9" y="2"/>
                    <a:pt x="9" y="2"/>
                    <a:pt x="10" y="2"/>
                  </a:cubicBezTo>
                  <a:cubicBezTo>
                    <a:pt x="10" y="2"/>
                    <a:pt x="10" y="2"/>
                    <a:pt x="10" y="2"/>
                  </a:cubicBezTo>
                  <a:cubicBezTo>
                    <a:pt x="11" y="2"/>
                    <a:pt x="12" y="2"/>
                    <a:pt x="12" y="1"/>
                  </a:cubicBezTo>
                  <a:cubicBezTo>
                    <a:pt x="12" y="1"/>
                    <a:pt x="12" y="0"/>
                    <a:pt x="12" y="0"/>
                  </a:cubicBezTo>
                  <a:cubicBezTo>
                    <a:pt x="13" y="0"/>
                    <a:pt x="14" y="0"/>
                    <a:pt x="15" y="1"/>
                  </a:cubicBezTo>
                  <a:cubicBezTo>
                    <a:pt x="16" y="1"/>
                    <a:pt x="16" y="2"/>
                    <a:pt x="16" y="2"/>
                  </a:cubicBezTo>
                  <a:cubicBezTo>
                    <a:pt x="16" y="3"/>
                    <a:pt x="16" y="4"/>
                    <a:pt x="17" y="4"/>
                  </a:cubicBezTo>
                  <a:cubicBezTo>
                    <a:pt x="17" y="4"/>
                    <a:pt x="17" y="4"/>
                    <a:pt x="17" y="4"/>
                  </a:cubicBezTo>
                  <a:cubicBezTo>
                    <a:pt x="17" y="5"/>
                    <a:pt x="18" y="5"/>
                    <a:pt x="18" y="5"/>
                  </a:cubicBezTo>
                  <a:cubicBezTo>
                    <a:pt x="19" y="4"/>
                    <a:pt x="20" y="5"/>
                    <a:pt x="21" y="6"/>
                  </a:cubicBezTo>
                  <a:cubicBezTo>
                    <a:pt x="21" y="6"/>
                    <a:pt x="21" y="6"/>
                    <a:pt x="21" y="6"/>
                  </a:cubicBezTo>
                  <a:cubicBezTo>
                    <a:pt x="22" y="8"/>
                    <a:pt x="21" y="8"/>
                    <a:pt x="20" y="9"/>
                  </a:cubicBezTo>
                  <a:cubicBezTo>
                    <a:pt x="20" y="9"/>
                    <a:pt x="20" y="9"/>
                    <a:pt x="20" y="9"/>
                  </a:cubicBezTo>
                  <a:cubicBezTo>
                    <a:pt x="20" y="9"/>
                    <a:pt x="19" y="9"/>
                    <a:pt x="19" y="10"/>
                  </a:cubicBezTo>
                  <a:cubicBezTo>
                    <a:pt x="20" y="10"/>
                    <a:pt x="19" y="11"/>
                    <a:pt x="20" y="12"/>
                  </a:cubicBezTo>
                  <a:cubicBezTo>
                    <a:pt x="20" y="12"/>
                    <a:pt x="20" y="12"/>
                    <a:pt x="21" y="12"/>
                  </a:cubicBezTo>
                  <a:cubicBezTo>
                    <a:pt x="22" y="13"/>
                    <a:pt x="22" y="13"/>
                    <a:pt x="21" y="15"/>
                  </a:cubicBezTo>
                  <a:cubicBezTo>
                    <a:pt x="21" y="16"/>
                    <a:pt x="20" y="16"/>
                    <a:pt x="19" y="16"/>
                  </a:cubicBezTo>
                  <a:cubicBezTo>
                    <a:pt x="18" y="16"/>
                    <a:pt x="18" y="16"/>
                    <a:pt x="17" y="17"/>
                  </a:cubicBezTo>
                  <a:cubicBezTo>
                    <a:pt x="17" y="17"/>
                    <a:pt x="16" y="18"/>
                    <a:pt x="17" y="18"/>
                  </a:cubicBezTo>
                  <a:cubicBezTo>
                    <a:pt x="17" y="19"/>
                    <a:pt x="17" y="20"/>
                    <a:pt x="16" y="20"/>
                  </a:cubicBezTo>
                  <a:cubicBezTo>
                    <a:pt x="15" y="21"/>
                    <a:pt x="15" y="21"/>
                    <a:pt x="14" y="21"/>
                  </a:cubicBezTo>
                  <a:cubicBezTo>
                    <a:pt x="14" y="21"/>
                    <a:pt x="14" y="21"/>
                    <a:pt x="14" y="21"/>
                  </a:cubicBezTo>
                  <a:close/>
                  <a:moveTo>
                    <a:pt x="11" y="5"/>
                  </a:moveTo>
                  <a:cubicBezTo>
                    <a:pt x="8" y="5"/>
                    <a:pt x="5" y="8"/>
                    <a:pt x="5" y="11"/>
                  </a:cubicBezTo>
                  <a:cubicBezTo>
                    <a:pt x="5" y="14"/>
                    <a:pt x="8" y="16"/>
                    <a:pt x="11" y="16"/>
                  </a:cubicBezTo>
                  <a:cubicBezTo>
                    <a:pt x="14" y="16"/>
                    <a:pt x="16" y="14"/>
                    <a:pt x="16" y="11"/>
                  </a:cubicBezTo>
                  <a:cubicBezTo>
                    <a:pt x="16" y="8"/>
                    <a:pt x="14" y="5"/>
                    <a:pt x="11"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0" name="Freeform 1270">
              <a:extLst>
                <a:ext uri="{FF2B5EF4-FFF2-40B4-BE49-F238E27FC236}">
                  <a16:creationId xmlns="" xmlns:a16="http://schemas.microsoft.com/office/drawing/2014/main" id="{0DB448F8-E7AB-4AFA-AFFE-422612C9B1B1}"/>
                </a:ext>
              </a:extLst>
            </p:cNvPr>
            <p:cNvSpPr>
              <a:spLocks noEditPoints="1"/>
            </p:cNvSpPr>
            <p:nvPr/>
          </p:nvSpPr>
          <p:spPr bwMode="auto">
            <a:xfrm>
              <a:off x="11452903" y="423861"/>
              <a:ext cx="31150" cy="31687"/>
            </a:xfrm>
            <a:custGeom>
              <a:avLst/>
              <a:gdLst>
                <a:gd name="T0" fmla="*/ 30 w 49"/>
                <a:gd name="T1" fmla="*/ 2 h 50"/>
                <a:gd name="T2" fmla="*/ 30 w 49"/>
                <a:gd name="T3" fmla="*/ 10 h 50"/>
                <a:gd name="T4" fmla="*/ 33 w 49"/>
                <a:gd name="T5" fmla="*/ 12 h 50"/>
                <a:gd name="T6" fmla="*/ 37 w 49"/>
                <a:gd name="T7" fmla="*/ 11 h 50"/>
                <a:gd name="T8" fmla="*/ 39 w 49"/>
                <a:gd name="T9" fmla="*/ 12 h 50"/>
                <a:gd name="T10" fmla="*/ 40 w 49"/>
                <a:gd name="T11" fmla="*/ 11 h 50"/>
                <a:gd name="T12" fmla="*/ 48 w 49"/>
                <a:gd name="T13" fmla="*/ 25 h 50"/>
                <a:gd name="T14" fmla="*/ 44 w 49"/>
                <a:gd name="T15" fmla="*/ 29 h 50"/>
                <a:gd name="T16" fmla="*/ 44 w 49"/>
                <a:gd name="T17" fmla="*/ 47 h 50"/>
                <a:gd name="T18" fmla="*/ 41 w 49"/>
                <a:gd name="T19" fmla="*/ 50 h 50"/>
                <a:gd name="T20" fmla="*/ 39 w 49"/>
                <a:gd name="T21" fmla="*/ 47 h 50"/>
                <a:gd name="T22" fmla="*/ 39 w 49"/>
                <a:gd name="T23" fmla="*/ 31 h 50"/>
                <a:gd name="T24" fmla="*/ 39 w 49"/>
                <a:gd name="T25" fmla="*/ 32 h 50"/>
                <a:gd name="T26" fmla="*/ 38 w 49"/>
                <a:gd name="T27" fmla="*/ 49 h 50"/>
                <a:gd name="T28" fmla="*/ 34 w 49"/>
                <a:gd name="T29" fmla="*/ 47 h 50"/>
                <a:gd name="T30" fmla="*/ 34 w 49"/>
                <a:gd name="T31" fmla="*/ 16 h 50"/>
                <a:gd name="T32" fmla="*/ 30 w 49"/>
                <a:gd name="T33" fmla="*/ 15 h 50"/>
                <a:gd name="T34" fmla="*/ 30 w 49"/>
                <a:gd name="T35" fmla="*/ 26 h 50"/>
                <a:gd name="T36" fmla="*/ 3 w 49"/>
                <a:gd name="T37" fmla="*/ 29 h 50"/>
                <a:gd name="T38" fmla="*/ 0 w 49"/>
                <a:gd name="T39" fmla="*/ 4 h 50"/>
                <a:gd name="T40" fmla="*/ 28 w 49"/>
                <a:gd name="T41" fmla="*/ 0 h 50"/>
                <a:gd name="T42" fmla="*/ 28 w 49"/>
                <a:gd name="T43" fmla="*/ 8 h 50"/>
                <a:gd name="T44" fmla="*/ 27 w 49"/>
                <a:gd name="T45" fmla="*/ 2 h 50"/>
                <a:gd name="T46" fmla="*/ 2 w 49"/>
                <a:gd name="T47" fmla="*/ 3 h 50"/>
                <a:gd name="T48" fmla="*/ 3 w 49"/>
                <a:gd name="T49" fmla="*/ 27 h 50"/>
                <a:gd name="T50" fmla="*/ 28 w 49"/>
                <a:gd name="T51" fmla="*/ 26 h 50"/>
                <a:gd name="T52" fmla="*/ 28 w 49"/>
                <a:gd name="T53" fmla="*/ 14 h 50"/>
                <a:gd name="T54" fmla="*/ 23 w 49"/>
                <a:gd name="T55" fmla="*/ 5 h 50"/>
                <a:gd name="T56" fmla="*/ 27 w 49"/>
                <a:gd name="T57" fmla="*/ 5 h 50"/>
                <a:gd name="T58" fmla="*/ 39 w 49"/>
                <a:gd name="T59" fmla="*/ 13 h 50"/>
                <a:gd name="T60" fmla="*/ 38 w 49"/>
                <a:gd name="T61" fmla="*/ 20 h 50"/>
                <a:gd name="T62" fmla="*/ 39 w 49"/>
                <a:gd name="T63" fmla="*/ 22 h 50"/>
                <a:gd name="T64" fmla="*/ 40 w 49"/>
                <a:gd name="T65" fmla="*/ 20 h 50"/>
                <a:gd name="T66" fmla="*/ 39 w 49"/>
                <a:gd name="T67" fmla="*/ 13 h 50"/>
                <a:gd name="T68" fmla="*/ 44 w 49"/>
                <a:gd name="T69"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50">
                  <a:moveTo>
                    <a:pt x="28" y="0"/>
                  </a:moveTo>
                  <a:cubicBezTo>
                    <a:pt x="29" y="1"/>
                    <a:pt x="30" y="1"/>
                    <a:pt x="30" y="2"/>
                  </a:cubicBezTo>
                  <a:cubicBezTo>
                    <a:pt x="30" y="3"/>
                    <a:pt x="30" y="3"/>
                    <a:pt x="30" y="3"/>
                  </a:cubicBezTo>
                  <a:cubicBezTo>
                    <a:pt x="30" y="5"/>
                    <a:pt x="30" y="8"/>
                    <a:pt x="30" y="10"/>
                  </a:cubicBezTo>
                  <a:cubicBezTo>
                    <a:pt x="30" y="10"/>
                    <a:pt x="31" y="10"/>
                    <a:pt x="31" y="11"/>
                  </a:cubicBezTo>
                  <a:cubicBezTo>
                    <a:pt x="32" y="11"/>
                    <a:pt x="32" y="12"/>
                    <a:pt x="33" y="12"/>
                  </a:cubicBezTo>
                  <a:cubicBezTo>
                    <a:pt x="34" y="12"/>
                    <a:pt x="34" y="12"/>
                    <a:pt x="35" y="12"/>
                  </a:cubicBezTo>
                  <a:cubicBezTo>
                    <a:pt x="36" y="12"/>
                    <a:pt x="36" y="11"/>
                    <a:pt x="37" y="11"/>
                  </a:cubicBezTo>
                  <a:cubicBezTo>
                    <a:pt x="37" y="11"/>
                    <a:pt x="38" y="11"/>
                    <a:pt x="38" y="11"/>
                  </a:cubicBezTo>
                  <a:cubicBezTo>
                    <a:pt x="38" y="11"/>
                    <a:pt x="38" y="12"/>
                    <a:pt x="39" y="12"/>
                  </a:cubicBezTo>
                  <a:cubicBezTo>
                    <a:pt x="39" y="12"/>
                    <a:pt x="39" y="11"/>
                    <a:pt x="40" y="11"/>
                  </a:cubicBezTo>
                  <a:cubicBezTo>
                    <a:pt x="40" y="11"/>
                    <a:pt x="40" y="11"/>
                    <a:pt x="40" y="11"/>
                  </a:cubicBezTo>
                  <a:cubicBezTo>
                    <a:pt x="44" y="13"/>
                    <a:pt x="47" y="15"/>
                    <a:pt x="48" y="19"/>
                  </a:cubicBezTo>
                  <a:cubicBezTo>
                    <a:pt x="49" y="21"/>
                    <a:pt x="49" y="23"/>
                    <a:pt x="48" y="25"/>
                  </a:cubicBezTo>
                  <a:cubicBezTo>
                    <a:pt x="48" y="26"/>
                    <a:pt x="47" y="27"/>
                    <a:pt x="47" y="28"/>
                  </a:cubicBezTo>
                  <a:cubicBezTo>
                    <a:pt x="46" y="29"/>
                    <a:pt x="45" y="30"/>
                    <a:pt x="44" y="29"/>
                  </a:cubicBezTo>
                  <a:cubicBezTo>
                    <a:pt x="44" y="29"/>
                    <a:pt x="44" y="29"/>
                    <a:pt x="44" y="29"/>
                  </a:cubicBezTo>
                  <a:cubicBezTo>
                    <a:pt x="44" y="35"/>
                    <a:pt x="44" y="41"/>
                    <a:pt x="44" y="47"/>
                  </a:cubicBezTo>
                  <a:cubicBezTo>
                    <a:pt x="44" y="47"/>
                    <a:pt x="44" y="47"/>
                    <a:pt x="43" y="48"/>
                  </a:cubicBezTo>
                  <a:cubicBezTo>
                    <a:pt x="43" y="49"/>
                    <a:pt x="42" y="50"/>
                    <a:pt x="41" y="50"/>
                  </a:cubicBezTo>
                  <a:cubicBezTo>
                    <a:pt x="40" y="50"/>
                    <a:pt x="39" y="49"/>
                    <a:pt x="39" y="48"/>
                  </a:cubicBezTo>
                  <a:cubicBezTo>
                    <a:pt x="39" y="47"/>
                    <a:pt x="39" y="47"/>
                    <a:pt x="39" y="47"/>
                  </a:cubicBezTo>
                  <a:cubicBezTo>
                    <a:pt x="39" y="42"/>
                    <a:pt x="39" y="37"/>
                    <a:pt x="39" y="32"/>
                  </a:cubicBezTo>
                  <a:cubicBezTo>
                    <a:pt x="39" y="31"/>
                    <a:pt x="39" y="31"/>
                    <a:pt x="39" y="31"/>
                  </a:cubicBezTo>
                  <a:cubicBezTo>
                    <a:pt x="39" y="31"/>
                    <a:pt x="39" y="31"/>
                    <a:pt x="39" y="31"/>
                  </a:cubicBezTo>
                  <a:cubicBezTo>
                    <a:pt x="39" y="31"/>
                    <a:pt x="39" y="31"/>
                    <a:pt x="39" y="32"/>
                  </a:cubicBezTo>
                  <a:cubicBezTo>
                    <a:pt x="39" y="37"/>
                    <a:pt x="39" y="42"/>
                    <a:pt x="39" y="47"/>
                  </a:cubicBezTo>
                  <a:cubicBezTo>
                    <a:pt x="39" y="48"/>
                    <a:pt x="38" y="49"/>
                    <a:pt x="38" y="49"/>
                  </a:cubicBezTo>
                  <a:cubicBezTo>
                    <a:pt x="36" y="50"/>
                    <a:pt x="34" y="49"/>
                    <a:pt x="34" y="48"/>
                  </a:cubicBezTo>
                  <a:cubicBezTo>
                    <a:pt x="34" y="47"/>
                    <a:pt x="34" y="47"/>
                    <a:pt x="34" y="47"/>
                  </a:cubicBezTo>
                  <a:cubicBezTo>
                    <a:pt x="34" y="41"/>
                    <a:pt x="34" y="35"/>
                    <a:pt x="34" y="29"/>
                  </a:cubicBezTo>
                  <a:cubicBezTo>
                    <a:pt x="34" y="25"/>
                    <a:pt x="34" y="20"/>
                    <a:pt x="34" y="16"/>
                  </a:cubicBezTo>
                  <a:cubicBezTo>
                    <a:pt x="34" y="16"/>
                    <a:pt x="34" y="16"/>
                    <a:pt x="34" y="16"/>
                  </a:cubicBezTo>
                  <a:cubicBezTo>
                    <a:pt x="32" y="16"/>
                    <a:pt x="31" y="16"/>
                    <a:pt x="30" y="15"/>
                  </a:cubicBezTo>
                  <a:cubicBezTo>
                    <a:pt x="30" y="15"/>
                    <a:pt x="30" y="16"/>
                    <a:pt x="30" y="16"/>
                  </a:cubicBezTo>
                  <a:cubicBezTo>
                    <a:pt x="30" y="19"/>
                    <a:pt x="30" y="22"/>
                    <a:pt x="30" y="26"/>
                  </a:cubicBezTo>
                  <a:cubicBezTo>
                    <a:pt x="30" y="28"/>
                    <a:pt x="29" y="29"/>
                    <a:pt x="27" y="29"/>
                  </a:cubicBezTo>
                  <a:cubicBezTo>
                    <a:pt x="19" y="29"/>
                    <a:pt x="11" y="29"/>
                    <a:pt x="3" y="29"/>
                  </a:cubicBezTo>
                  <a:cubicBezTo>
                    <a:pt x="1" y="29"/>
                    <a:pt x="0" y="27"/>
                    <a:pt x="0" y="26"/>
                  </a:cubicBezTo>
                  <a:cubicBezTo>
                    <a:pt x="0" y="18"/>
                    <a:pt x="0" y="11"/>
                    <a:pt x="0" y="4"/>
                  </a:cubicBezTo>
                  <a:cubicBezTo>
                    <a:pt x="0" y="2"/>
                    <a:pt x="0" y="1"/>
                    <a:pt x="2" y="0"/>
                  </a:cubicBezTo>
                  <a:cubicBezTo>
                    <a:pt x="11" y="0"/>
                    <a:pt x="19" y="0"/>
                    <a:pt x="28" y="0"/>
                  </a:cubicBezTo>
                  <a:close/>
                  <a:moveTo>
                    <a:pt x="28" y="8"/>
                  </a:moveTo>
                  <a:cubicBezTo>
                    <a:pt x="28" y="8"/>
                    <a:pt x="28" y="8"/>
                    <a:pt x="28" y="8"/>
                  </a:cubicBezTo>
                  <a:cubicBezTo>
                    <a:pt x="28" y="6"/>
                    <a:pt x="28" y="5"/>
                    <a:pt x="28" y="3"/>
                  </a:cubicBezTo>
                  <a:cubicBezTo>
                    <a:pt x="28" y="2"/>
                    <a:pt x="28" y="2"/>
                    <a:pt x="27" y="2"/>
                  </a:cubicBezTo>
                  <a:cubicBezTo>
                    <a:pt x="19" y="2"/>
                    <a:pt x="11" y="2"/>
                    <a:pt x="3" y="2"/>
                  </a:cubicBezTo>
                  <a:cubicBezTo>
                    <a:pt x="2" y="2"/>
                    <a:pt x="2" y="2"/>
                    <a:pt x="2" y="3"/>
                  </a:cubicBezTo>
                  <a:cubicBezTo>
                    <a:pt x="2" y="11"/>
                    <a:pt x="2" y="18"/>
                    <a:pt x="2" y="26"/>
                  </a:cubicBezTo>
                  <a:cubicBezTo>
                    <a:pt x="2" y="26"/>
                    <a:pt x="2" y="27"/>
                    <a:pt x="3" y="27"/>
                  </a:cubicBezTo>
                  <a:cubicBezTo>
                    <a:pt x="11" y="27"/>
                    <a:pt x="19" y="27"/>
                    <a:pt x="27" y="27"/>
                  </a:cubicBezTo>
                  <a:cubicBezTo>
                    <a:pt x="28" y="27"/>
                    <a:pt x="28" y="27"/>
                    <a:pt x="28" y="26"/>
                  </a:cubicBezTo>
                  <a:cubicBezTo>
                    <a:pt x="28" y="22"/>
                    <a:pt x="28" y="18"/>
                    <a:pt x="28" y="14"/>
                  </a:cubicBezTo>
                  <a:cubicBezTo>
                    <a:pt x="28" y="14"/>
                    <a:pt x="28" y="14"/>
                    <a:pt x="28" y="14"/>
                  </a:cubicBezTo>
                  <a:cubicBezTo>
                    <a:pt x="26" y="12"/>
                    <a:pt x="25" y="10"/>
                    <a:pt x="23" y="7"/>
                  </a:cubicBezTo>
                  <a:cubicBezTo>
                    <a:pt x="23" y="7"/>
                    <a:pt x="23" y="6"/>
                    <a:pt x="23" y="5"/>
                  </a:cubicBezTo>
                  <a:cubicBezTo>
                    <a:pt x="24" y="5"/>
                    <a:pt x="24" y="4"/>
                    <a:pt x="25" y="4"/>
                  </a:cubicBezTo>
                  <a:cubicBezTo>
                    <a:pt x="26" y="4"/>
                    <a:pt x="27" y="5"/>
                    <a:pt x="27" y="5"/>
                  </a:cubicBezTo>
                  <a:cubicBezTo>
                    <a:pt x="27" y="6"/>
                    <a:pt x="28" y="7"/>
                    <a:pt x="28" y="8"/>
                  </a:cubicBezTo>
                  <a:close/>
                  <a:moveTo>
                    <a:pt x="39" y="13"/>
                  </a:moveTo>
                  <a:cubicBezTo>
                    <a:pt x="39" y="13"/>
                    <a:pt x="39" y="13"/>
                    <a:pt x="39" y="13"/>
                  </a:cubicBezTo>
                  <a:cubicBezTo>
                    <a:pt x="38" y="15"/>
                    <a:pt x="38" y="18"/>
                    <a:pt x="38" y="20"/>
                  </a:cubicBezTo>
                  <a:cubicBezTo>
                    <a:pt x="38" y="20"/>
                    <a:pt x="38" y="20"/>
                    <a:pt x="38" y="21"/>
                  </a:cubicBezTo>
                  <a:cubicBezTo>
                    <a:pt x="38" y="21"/>
                    <a:pt x="38" y="22"/>
                    <a:pt x="39" y="22"/>
                  </a:cubicBezTo>
                  <a:cubicBezTo>
                    <a:pt x="39" y="22"/>
                    <a:pt x="39" y="21"/>
                    <a:pt x="40" y="21"/>
                  </a:cubicBezTo>
                  <a:cubicBezTo>
                    <a:pt x="40" y="21"/>
                    <a:pt x="40" y="20"/>
                    <a:pt x="40" y="20"/>
                  </a:cubicBezTo>
                  <a:cubicBezTo>
                    <a:pt x="40" y="19"/>
                    <a:pt x="40" y="17"/>
                    <a:pt x="39" y="16"/>
                  </a:cubicBezTo>
                  <a:cubicBezTo>
                    <a:pt x="39" y="15"/>
                    <a:pt x="39" y="14"/>
                    <a:pt x="39" y="13"/>
                  </a:cubicBezTo>
                  <a:close/>
                  <a:moveTo>
                    <a:pt x="44" y="19"/>
                  </a:moveTo>
                  <a:cubicBezTo>
                    <a:pt x="44" y="21"/>
                    <a:pt x="44" y="22"/>
                    <a:pt x="44" y="24"/>
                  </a:cubicBezTo>
                  <a:cubicBezTo>
                    <a:pt x="45" y="22"/>
                    <a:pt x="45" y="21"/>
                    <a:pt x="44" y="1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1" name="Freeform 1271">
              <a:extLst>
                <a:ext uri="{FF2B5EF4-FFF2-40B4-BE49-F238E27FC236}">
                  <a16:creationId xmlns="" xmlns:a16="http://schemas.microsoft.com/office/drawing/2014/main" id="{D8CF8C58-521F-4E52-A025-5ACF95023307}"/>
                </a:ext>
              </a:extLst>
            </p:cNvPr>
            <p:cNvSpPr>
              <a:spLocks/>
            </p:cNvSpPr>
            <p:nvPr/>
          </p:nvSpPr>
          <p:spPr bwMode="auto">
            <a:xfrm>
              <a:off x="11451829" y="455547"/>
              <a:ext cx="29270" cy="3759"/>
            </a:xfrm>
            <a:custGeom>
              <a:avLst/>
              <a:gdLst>
                <a:gd name="T0" fmla="*/ 0 w 46"/>
                <a:gd name="T1" fmla="*/ 6 h 6"/>
                <a:gd name="T2" fmla="*/ 0 w 46"/>
                <a:gd name="T3" fmla="*/ 0 h 6"/>
                <a:gd name="T4" fmla="*/ 46 w 46"/>
                <a:gd name="T5" fmla="*/ 0 h 6"/>
                <a:gd name="T6" fmla="*/ 46 w 46"/>
                <a:gd name="T7" fmla="*/ 1 h 6"/>
                <a:gd name="T8" fmla="*/ 46 w 46"/>
                <a:gd name="T9" fmla="*/ 5 h 6"/>
                <a:gd name="T10" fmla="*/ 46 w 46"/>
                <a:gd name="T11" fmla="*/ 6 h 6"/>
                <a:gd name="T12" fmla="*/ 0 w 46"/>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46" h="6">
                  <a:moveTo>
                    <a:pt x="0" y="6"/>
                  </a:moveTo>
                  <a:cubicBezTo>
                    <a:pt x="0" y="4"/>
                    <a:pt x="0" y="2"/>
                    <a:pt x="0" y="0"/>
                  </a:cubicBezTo>
                  <a:cubicBezTo>
                    <a:pt x="15" y="0"/>
                    <a:pt x="31" y="0"/>
                    <a:pt x="46" y="0"/>
                  </a:cubicBezTo>
                  <a:cubicBezTo>
                    <a:pt x="46" y="0"/>
                    <a:pt x="46" y="1"/>
                    <a:pt x="46" y="1"/>
                  </a:cubicBezTo>
                  <a:cubicBezTo>
                    <a:pt x="46" y="2"/>
                    <a:pt x="46" y="4"/>
                    <a:pt x="46" y="5"/>
                  </a:cubicBezTo>
                  <a:cubicBezTo>
                    <a:pt x="46" y="5"/>
                    <a:pt x="46" y="6"/>
                    <a:pt x="46" y="6"/>
                  </a:cubicBezTo>
                  <a:cubicBezTo>
                    <a:pt x="31" y="6"/>
                    <a:pt x="15" y="6"/>
                    <a:pt x="0"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2" name="Freeform 1272">
              <a:extLst>
                <a:ext uri="{FF2B5EF4-FFF2-40B4-BE49-F238E27FC236}">
                  <a16:creationId xmlns="" xmlns:a16="http://schemas.microsoft.com/office/drawing/2014/main" id="{3DCBB3C7-392A-4B12-B553-2DEC55EA88D4}"/>
                </a:ext>
              </a:extLst>
            </p:cNvPr>
            <p:cNvSpPr>
              <a:spLocks/>
            </p:cNvSpPr>
            <p:nvPr/>
          </p:nvSpPr>
          <p:spPr bwMode="auto">
            <a:xfrm>
              <a:off x="11452366" y="449102"/>
              <a:ext cx="20408" cy="5908"/>
            </a:xfrm>
            <a:custGeom>
              <a:avLst/>
              <a:gdLst>
                <a:gd name="T0" fmla="*/ 24 w 32"/>
                <a:gd name="T1" fmla="*/ 1 h 9"/>
                <a:gd name="T2" fmla="*/ 24 w 32"/>
                <a:gd name="T3" fmla="*/ 0 h 9"/>
                <a:gd name="T4" fmla="*/ 25 w 32"/>
                <a:gd name="T5" fmla="*/ 0 h 9"/>
                <a:gd name="T6" fmla="*/ 31 w 32"/>
                <a:gd name="T7" fmla="*/ 5 h 9"/>
                <a:gd name="T8" fmla="*/ 32 w 32"/>
                <a:gd name="T9" fmla="*/ 9 h 9"/>
                <a:gd name="T10" fmla="*/ 29 w 32"/>
                <a:gd name="T11" fmla="*/ 9 h 9"/>
                <a:gd name="T12" fmla="*/ 28 w 32"/>
                <a:gd name="T13" fmla="*/ 6 h 9"/>
                <a:gd name="T14" fmla="*/ 28 w 32"/>
                <a:gd name="T15" fmla="*/ 6 h 9"/>
                <a:gd name="T16" fmla="*/ 28 w 32"/>
                <a:gd name="T17" fmla="*/ 9 h 9"/>
                <a:gd name="T18" fmla="*/ 24 w 32"/>
                <a:gd name="T19" fmla="*/ 9 h 9"/>
                <a:gd name="T20" fmla="*/ 24 w 32"/>
                <a:gd name="T21" fmla="*/ 9 h 9"/>
                <a:gd name="T22" fmla="*/ 25 w 32"/>
                <a:gd name="T23" fmla="*/ 5 h 9"/>
                <a:gd name="T24" fmla="*/ 24 w 32"/>
                <a:gd name="T25" fmla="*/ 2 h 9"/>
                <a:gd name="T26" fmla="*/ 24 w 32"/>
                <a:gd name="T27" fmla="*/ 3 h 9"/>
                <a:gd name="T28" fmla="*/ 23 w 32"/>
                <a:gd name="T29" fmla="*/ 7 h 9"/>
                <a:gd name="T30" fmla="*/ 23 w 32"/>
                <a:gd name="T31" fmla="*/ 8 h 9"/>
                <a:gd name="T32" fmla="*/ 24 w 32"/>
                <a:gd name="T33" fmla="*/ 9 h 9"/>
                <a:gd name="T34" fmla="*/ 20 w 32"/>
                <a:gd name="T35" fmla="*/ 9 h 9"/>
                <a:gd name="T36" fmla="*/ 20 w 32"/>
                <a:gd name="T37" fmla="*/ 6 h 9"/>
                <a:gd name="T38" fmla="*/ 19 w 32"/>
                <a:gd name="T39" fmla="*/ 9 h 9"/>
                <a:gd name="T40" fmla="*/ 13 w 32"/>
                <a:gd name="T41" fmla="*/ 9 h 9"/>
                <a:gd name="T42" fmla="*/ 13 w 32"/>
                <a:gd name="T43" fmla="*/ 6 h 9"/>
                <a:gd name="T44" fmla="*/ 12 w 32"/>
                <a:gd name="T45" fmla="*/ 6 h 9"/>
                <a:gd name="T46" fmla="*/ 12 w 32"/>
                <a:gd name="T47" fmla="*/ 9 h 9"/>
                <a:gd name="T48" fmla="*/ 8 w 32"/>
                <a:gd name="T49" fmla="*/ 9 h 9"/>
                <a:gd name="T50" fmla="*/ 9 w 32"/>
                <a:gd name="T51" fmla="*/ 8 h 9"/>
                <a:gd name="T52" fmla="*/ 9 w 32"/>
                <a:gd name="T53" fmla="*/ 6 h 9"/>
                <a:gd name="T54" fmla="*/ 8 w 32"/>
                <a:gd name="T55" fmla="*/ 2 h 9"/>
                <a:gd name="T56" fmla="*/ 8 w 32"/>
                <a:gd name="T57" fmla="*/ 1 h 9"/>
                <a:gd name="T58" fmla="*/ 8 w 32"/>
                <a:gd name="T59" fmla="*/ 4 h 9"/>
                <a:gd name="T60" fmla="*/ 7 w 32"/>
                <a:gd name="T61" fmla="*/ 7 h 9"/>
                <a:gd name="T62" fmla="*/ 8 w 32"/>
                <a:gd name="T63" fmla="*/ 8 h 9"/>
                <a:gd name="T64" fmla="*/ 8 w 32"/>
                <a:gd name="T65" fmla="*/ 9 h 9"/>
                <a:gd name="T66" fmla="*/ 4 w 32"/>
                <a:gd name="T67" fmla="*/ 9 h 9"/>
                <a:gd name="T68" fmla="*/ 4 w 32"/>
                <a:gd name="T69" fmla="*/ 6 h 9"/>
                <a:gd name="T70" fmla="*/ 4 w 32"/>
                <a:gd name="T71" fmla="*/ 9 h 9"/>
                <a:gd name="T72" fmla="*/ 0 w 32"/>
                <a:gd name="T73" fmla="*/ 9 h 9"/>
                <a:gd name="T74" fmla="*/ 2 w 32"/>
                <a:gd name="T75" fmla="*/ 4 h 9"/>
                <a:gd name="T76" fmla="*/ 7 w 32"/>
                <a:gd name="T77" fmla="*/ 0 h 9"/>
                <a:gd name="T78" fmla="*/ 8 w 32"/>
                <a:gd name="T79" fmla="*/ 0 h 9"/>
                <a:gd name="T80" fmla="*/ 8 w 32"/>
                <a:gd name="T81" fmla="*/ 1 h 9"/>
                <a:gd name="T82" fmla="*/ 9 w 32"/>
                <a:gd name="T83" fmla="*/ 0 h 9"/>
                <a:gd name="T84" fmla="*/ 10 w 32"/>
                <a:gd name="T85" fmla="*/ 0 h 9"/>
                <a:gd name="T86" fmla="*/ 13 w 32"/>
                <a:gd name="T87" fmla="*/ 3 h 9"/>
                <a:gd name="T88" fmla="*/ 16 w 32"/>
                <a:gd name="T89" fmla="*/ 7 h 9"/>
                <a:gd name="T90" fmla="*/ 16 w 32"/>
                <a:gd name="T91" fmla="*/ 7 h 9"/>
                <a:gd name="T92" fmla="*/ 16 w 32"/>
                <a:gd name="T93" fmla="*/ 6 h 9"/>
                <a:gd name="T94" fmla="*/ 20 w 32"/>
                <a:gd name="T95" fmla="*/ 2 h 9"/>
                <a:gd name="T96" fmla="*/ 22 w 32"/>
                <a:gd name="T97" fmla="*/ 0 h 9"/>
                <a:gd name="T98" fmla="*/ 23 w 32"/>
                <a:gd name="T99" fmla="*/ 0 h 9"/>
                <a:gd name="T100" fmla="*/ 24 w 32"/>
                <a:gd name="T101"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 h="9">
                  <a:moveTo>
                    <a:pt x="24" y="1"/>
                  </a:moveTo>
                  <a:cubicBezTo>
                    <a:pt x="24" y="1"/>
                    <a:pt x="24" y="1"/>
                    <a:pt x="24" y="0"/>
                  </a:cubicBezTo>
                  <a:cubicBezTo>
                    <a:pt x="25" y="0"/>
                    <a:pt x="25" y="0"/>
                    <a:pt x="25" y="0"/>
                  </a:cubicBezTo>
                  <a:cubicBezTo>
                    <a:pt x="28" y="1"/>
                    <a:pt x="30" y="3"/>
                    <a:pt x="31" y="5"/>
                  </a:cubicBezTo>
                  <a:cubicBezTo>
                    <a:pt x="32" y="7"/>
                    <a:pt x="32" y="8"/>
                    <a:pt x="32" y="9"/>
                  </a:cubicBezTo>
                  <a:cubicBezTo>
                    <a:pt x="31" y="9"/>
                    <a:pt x="30" y="9"/>
                    <a:pt x="29" y="9"/>
                  </a:cubicBezTo>
                  <a:cubicBezTo>
                    <a:pt x="29" y="8"/>
                    <a:pt x="28" y="7"/>
                    <a:pt x="28" y="6"/>
                  </a:cubicBezTo>
                  <a:cubicBezTo>
                    <a:pt x="28" y="6"/>
                    <a:pt x="28" y="6"/>
                    <a:pt x="28" y="6"/>
                  </a:cubicBezTo>
                  <a:cubicBezTo>
                    <a:pt x="28" y="7"/>
                    <a:pt x="28" y="8"/>
                    <a:pt x="28" y="9"/>
                  </a:cubicBezTo>
                  <a:cubicBezTo>
                    <a:pt x="27" y="9"/>
                    <a:pt x="25" y="9"/>
                    <a:pt x="24" y="9"/>
                  </a:cubicBezTo>
                  <a:cubicBezTo>
                    <a:pt x="24" y="9"/>
                    <a:pt x="24" y="9"/>
                    <a:pt x="24" y="9"/>
                  </a:cubicBezTo>
                  <a:cubicBezTo>
                    <a:pt x="25" y="8"/>
                    <a:pt x="25" y="6"/>
                    <a:pt x="25" y="5"/>
                  </a:cubicBezTo>
                  <a:cubicBezTo>
                    <a:pt x="24" y="4"/>
                    <a:pt x="24" y="3"/>
                    <a:pt x="24" y="2"/>
                  </a:cubicBezTo>
                  <a:cubicBezTo>
                    <a:pt x="24" y="2"/>
                    <a:pt x="24" y="3"/>
                    <a:pt x="24" y="3"/>
                  </a:cubicBezTo>
                  <a:cubicBezTo>
                    <a:pt x="23" y="4"/>
                    <a:pt x="23" y="6"/>
                    <a:pt x="23" y="7"/>
                  </a:cubicBezTo>
                  <a:cubicBezTo>
                    <a:pt x="23" y="8"/>
                    <a:pt x="23" y="8"/>
                    <a:pt x="23" y="8"/>
                  </a:cubicBezTo>
                  <a:cubicBezTo>
                    <a:pt x="24" y="8"/>
                    <a:pt x="24" y="9"/>
                    <a:pt x="24" y="9"/>
                  </a:cubicBezTo>
                  <a:cubicBezTo>
                    <a:pt x="22" y="9"/>
                    <a:pt x="21" y="9"/>
                    <a:pt x="20" y="9"/>
                  </a:cubicBezTo>
                  <a:cubicBezTo>
                    <a:pt x="20" y="8"/>
                    <a:pt x="20" y="7"/>
                    <a:pt x="20" y="6"/>
                  </a:cubicBezTo>
                  <a:cubicBezTo>
                    <a:pt x="19" y="7"/>
                    <a:pt x="19" y="8"/>
                    <a:pt x="19" y="9"/>
                  </a:cubicBezTo>
                  <a:cubicBezTo>
                    <a:pt x="17" y="9"/>
                    <a:pt x="15" y="9"/>
                    <a:pt x="13" y="9"/>
                  </a:cubicBezTo>
                  <a:cubicBezTo>
                    <a:pt x="13" y="8"/>
                    <a:pt x="13" y="7"/>
                    <a:pt x="13" y="6"/>
                  </a:cubicBezTo>
                  <a:cubicBezTo>
                    <a:pt x="12" y="6"/>
                    <a:pt x="12" y="6"/>
                    <a:pt x="12" y="6"/>
                  </a:cubicBezTo>
                  <a:cubicBezTo>
                    <a:pt x="12" y="7"/>
                    <a:pt x="12" y="8"/>
                    <a:pt x="12" y="9"/>
                  </a:cubicBezTo>
                  <a:cubicBezTo>
                    <a:pt x="11" y="9"/>
                    <a:pt x="10" y="9"/>
                    <a:pt x="8" y="9"/>
                  </a:cubicBezTo>
                  <a:cubicBezTo>
                    <a:pt x="8" y="9"/>
                    <a:pt x="8" y="8"/>
                    <a:pt x="9" y="8"/>
                  </a:cubicBezTo>
                  <a:cubicBezTo>
                    <a:pt x="9" y="8"/>
                    <a:pt x="9" y="7"/>
                    <a:pt x="9" y="6"/>
                  </a:cubicBezTo>
                  <a:cubicBezTo>
                    <a:pt x="9" y="5"/>
                    <a:pt x="9" y="3"/>
                    <a:pt x="8" y="2"/>
                  </a:cubicBezTo>
                  <a:cubicBezTo>
                    <a:pt x="8" y="2"/>
                    <a:pt x="8" y="2"/>
                    <a:pt x="8" y="1"/>
                  </a:cubicBezTo>
                  <a:cubicBezTo>
                    <a:pt x="8" y="2"/>
                    <a:pt x="8" y="3"/>
                    <a:pt x="8" y="4"/>
                  </a:cubicBezTo>
                  <a:cubicBezTo>
                    <a:pt x="8" y="5"/>
                    <a:pt x="7" y="6"/>
                    <a:pt x="7" y="7"/>
                  </a:cubicBezTo>
                  <a:cubicBezTo>
                    <a:pt x="7" y="7"/>
                    <a:pt x="7" y="8"/>
                    <a:pt x="8" y="8"/>
                  </a:cubicBezTo>
                  <a:cubicBezTo>
                    <a:pt x="8" y="8"/>
                    <a:pt x="8" y="9"/>
                    <a:pt x="8" y="9"/>
                  </a:cubicBezTo>
                  <a:cubicBezTo>
                    <a:pt x="7" y="9"/>
                    <a:pt x="5" y="9"/>
                    <a:pt x="4" y="9"/>
                  </a:cubicBezTo>
                  <a:cubicBezTo>
                    <a:pt x="4" y="8"/>
                    <a:pt x="4" y="7"/>
                    <a:pt x="4" y="6"/>
                  </a:cubicBezTo>
                  <a:cubicBezTo>
                    <a:pt x="4" y="7"/>
                    <a:pt x="3" y="8"/>
                    <a:pt x="4" y="9"/>
                  </a:cubicBezTo>
                  <a:cubicBezTo>
                    <a:pt x="2" y="9"/>
                    <a:pt x="1" y="9"/>
                    <a:pt x="0" y="9"/>
                  </a:cubicBezTo>
                  <a:cubicBezTo>
                    <a:pt x="0" y="7"/>
                    <a:pt x="1" y="5"/>
                    <a:pt x="2" y="4"/>
                  </a:cubicBezTo>
                  <a:cubicBezTo>
                    <a:pt x="3" y="2"/>
                    <a:pt x="5" y="1"/>
                    <a:pt x="7" y="0"/>
                  </a:cubicBezTo>
                  <a:cubicBezTo>
                    <a:pt x="7" y="0"/>
                    <a:pt x="7" y="0"/>
                    <a:pt x="8" y="0"/>
                  </a:cubicBezTo>
                  <a:cubicBezTo>
                    <a:pt x="8" y="1"/>
                    <a:pt x="8" y="1"/>
                    <a:pt x="8" y="1"/>
                  </a:cubicBezTo>
                  <a:cubicBezTo>
                    <a:pt x="8" y="1"/>
                    <a:pt x="9" y="0"/>
                    <a:pt x="9" y="0"/>
                  </a:cubicBezTo>
                  <a:cubicBezTo>
                    <a:pt x="9" y="0"/>
                    <a:pt x="9" y="0"/>
                    <a:pt x="10" y="0"/>
                  </a:cubicBezTo>
                  <a:cubicBezTo>
                    <a:pt x="11" y="1"/>
                    <a:pt x="12" y="1"/>
                    <a:pt x="13" y="3"/>
                  </a:cubicBezTo>
                  <a:cubicBezTo>
                    <a:pt x="15" y="4"/>
                    <a:pt x="16" y="5"/>
                    <a:pt x="16" y="7"/>
                  </a:cubicBezTo>
                  <a:cubicBezTo>
                    <a:pt x="16" y="7"/>
                    <a:pt x="16" y="7"/>
                    <a:pt x="16" y="7"/>
                  </a:cubicBezTo>
                  <a:cubicBezTo>
                    <a:pt x="16" y="7"/>
                    <a:pt x="16" y="7"/>
                    <a:pt x="16" y="6"/>
                  </a:cubicBezTo>
                  <a:cubicBezTo>
                    <a:pt x="17" y="4"/>
                    <a:pt x="18" y="3"/>
                    <a:pt x="20" y="2"/>
                  </a:cubicBezTo>
                  <a:cubicBezTo>
                    <a:pt x="21" y="1"/>
                    <a:pt x="22" y="1"/>
                    <a:pt x="22" y="0"/>
                  </a:cubicBezTo>
                  <a:cubicBezTo>
                    <a:pt x="23" y="0"/>
                    <a:pt x="23" y="0"/>
                    <a:pt x="23" y="0"/>
                  </a:cubicBezTo>
                  <a:cubicBezTo>
                    <a:pt x="23" y="0"/>
                    <a:pt x="24" y="1"/>
                    <a:pt x="24"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3" name="Freeform 1273">
              <a:extLst>
                <a:ext uri="{FF2B5EF4-FFF2-40B4-BE49-F238E27FC236}">
                  <a16:creationId xmlns="" xmlns:a16="http://schemas.microsoft.com/office/drawing/2014/main" id="{54B949BC-67F9-445F-A2D1-43B63509053E}"/>
                </a:ext>
              </a:extLst>
            </p:cNvPr>
            <p:cNvSpPr>
              <a:spLocks/>
            </p:cNvSpPr>
            <p:nvPr/>
          </p:nvSpPr>
          <p:spPr bwMode="auto">
            <a:xfrm>
              <a:off x="11474654" y="423861"/>
              <a:ext cx="6445" cy="6982"/>
            </a:xfrm>
            <a:custGeom>
              <a:avLst/>
              <a:gdLst>
                <a:gd name="T0" fmla="*/ 5 w 10"/>
                <a:gd name="T1" fmla="*/ 11 h 11"/>
                <a:gd name="T2" fmla="*/ 0 w 10"/>
                <a:gd name="T3" fmla="*/ 5 h 11"/>
                <a:gd name="T4" fmla="*/ 5 w 10"/>
                <a:gd name="T5" fmla="*/ 0 h 11"/>
                <a:gd name="T6" fmla="*/ 10 w 10"/>
                <a:gd name="T7" fmla="*/ 5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2" y="11"/>
                    <a:pt x="0" y="8"/>
                    <a:pt x="0" y="5"/>
                  </a:cubicBezTo>
                  <a:cubicBezTo>
                    <a:pt x="0" y="3"/>
                    <a:pt x="2" y="0"/>
                    <a:pt x="5" y="0"/>
                  </a:cubicBezTo>
                  <a:cubicBezTo>
                    <a:pt x="8" y="0"/>
                    <a:pt x="10" y="3"/>
                    <a:pt x="10" y="5"/>
                  </a:cubicBezTo>
                  <a:cubicBezTo>
                    <a:pt x="10" y="8"/>
                    <a:pt x="8" y="10"/>
                    <a:pt x="5"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4" name="Oval 1274">
              <a:extLst>
                <a:ext uri="{FF2B5EF4-FFF2-40B4-BE49-F238E27FC236}">
                  <a16:creationId xmlns="" xmlns:a16="http://schemas.microsoft.com/office/drawing/2014/main" id="{D23038DB-634C-4EE1-9E1A-1915990C9450}"/>
                </a:ext>
              </a:extLst>
            </p:cNvPr>
            <p:cNvSpPr>
              <a:spLocks noChangeArrowheads="1"/>
            </p:cNvSpPr>
            <p:nvPr/>
          </p:nvSpPr>
          <p:spPr bwMode="auto">
            <a:xfrm>
              <a:off x="11454782" y="444000"/>
              <a:ext cx="5102" cy="510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5" name="Oval 1275">
              <a:extLst>
                <a:ext uri="{FF2B5EF4-FFF2-40B4-BE49-F238E27FC236}">
                  <a16:creationId xmlns="" xmlns:a16="http://schemas.microsoft.com/office/drawing/2014/main" id="{4C177E47-8957-4161-A333-6E5132906244}"/>
                </a:ext>
              </a:extLst>
            </p:cNvPr>
            <p:cNvSpPr>
              <a:spLocks noChangeArrowheads="1"/>
            </p:cNvSpPr>
            <p:nvPr/>
          </p:nvSpPr>
          <p:spPr bwMode="auto">
            <a:xfrm>
              <a:off x="11464987" y="444000"/>
              <a:ext cx="5102" cy="510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6" name="Freeform 1276">
              <a:extLst>
                <a:ext uri="{FF2B5EF4-FFF2-40B4-BE49-F238E27FC236}">
                  <a16:creationId xmlns="" xmlns:a16="http://schemas.microsoft.com/office/drawing/2014/main" id="{10E447B8-9CE2-468D-8F58-FFE34CB0FD3D}"/>
                </a:ext>
              </a:extLst>
            </p:cNvPr>
            <p:cNvSpPr>
              <a:spLocks noEditPoints="1"/>
            </p:cNvSpPr>
            <p:nvPr/>
          </p:nvSpPr>
          <p:spPr bwMode="auto">
            <a:xfrm>
              <a:off x="11457468" y="428157"/>
              <a:ext cx="10204" cy="9667"/>
            </a:xfrm>
            <a:custGeom>
              <a:avLst/>
              <a:gdLst>
                <a:gd name="T0" fmla="*/ 11 w 16"/>
                <a:gd name="T1" fmla="*/ 15 h 15"/>
                <a:gd name="T2" fmla="*/ 9 w 16"/>
                <a:gd name="T3" fmla="*/ 14 h 15"/>
                <a:gd name="T4" fmla="*/ 9 w 16"/>
                <a:gd name="T5" fmla="*/ 14 h 15"/>
                <a:gd name="T6" fmla="*/ 8 w 16"/>
                <a:gd name="T7" fmla="*/ 14 h 15"/>
                <a:gd name="T8" fmla="*/ 7 w 16"/>
                <a:gd name="T9" fmla="*/ 14 h 15"/>
                <a:gd name="T10" fmla="*/ 6 w 16"/>
                <a:gd name="T11" fmla="*/ 15 h 15"/>
                <a:gd name="T12" fmla="*/ 5 w 16"/>
                <a:gd name="T13" fmla="*/ 15 h 15"/>
                <a:gd name="T14" fmla="*/ 4 w 16"/>
                <a:gd name="T15" fmla="*/ 13 h 15"/>
                <a:gd name="T16" fmla="*/ 4 w 16"/>
                <a:gd name="T17" fmla="*/ 12 h 15"/>
                <a:gd name="T18" fmla="*/ 4 w 16"/>
                <a:gd name="T19" fmla="*/ 12 h 15"/>
                <a:gd name="T20" fmla="*/ 2 w 16"/>
                <a:gd name="T21" fmla="*/ 12 h 15"/>
                <a:gd name="T22" fmla="*/ 2 w 16"/>
                <a:gd name="T23" fmla="*/ 12 h 15"/>
                <a:gd name="T24" fmla="*/ 1 w 16"/>
                <a:gd name="T25" fmla="*/ 10 h 15"/>
                <a:gd name="T26" fmla="*/ 1 w 16"/>
                <a:gd name="T27" fmla="*/ 9 h 15"/>
                <a:gd name="T28" fmla="*/ 2 w 16"/>
                <a:gd name="T29" fmla="*/ 9 h 15"/>
                <a:gd name="T30" fmla="*/ 2 w 16"/>
                <a:gd name="T31" fmla="*/ 8 h 15"/>
                <a:gd name="T32" fmla="*/ 2 w 16"/>
                <a:gd name="T33" fmla="*/ 8 h 15"/>
                <a:gd name="T34" fmla="*/ 1 w 16"/>
                <a:gd name="T35" fmla="*/ 6 h 15"/>
                <a:gd name="T36" fmla="*/ 1 w 16"/>
                <a:gd name="T37" fmla="*/ 4 h 15"/>
                <a:gd name="T38" fmla="*/ 2 w 16"/>
                <a:gd name="T39" fmla="*/ 4 h 15"/>
                <a:gd name="T40" fmla="*/ 4 w 16"/>
                <a:gd name="T41" fmla="*/ 3 h 15"/>
                <a:gd name="T42" fmla="*/ 4 w 16"/>
                <a:gd name="T43" fmla="*/ 2 h 15"/>
                <a:gd name="T44" fmla="*/ 4 w 16"/>
                <a:gd name="T45" fmla="*/ 1 h 15"/>
                <a:gd name="T46" fmla="*/ 5 w 16"/>
                <a:gd name="T47" fmla="*/ 0 h 15"/>
                <a:gd name="T48" fmla="*/ 7 w 16"/>
                <a:gd name="T49" fmla="*/ 1 h 15"/>
                <a:gd name="T50" fmla="*/ 7 w 16"/>
                <a:gd name="T51" fmla="*/ 1 h 15"/>
                <a:gd name="T52" fmla="*/ 8 w 16"/>
                <a:gd name="T53" fmla="*/ 1 h 15"/>
                <a:gd name="T54" fmla="*/ 9 w 16"/>
                <a:gd name="T55" fmla="*/ 0 h 15"/>
                <a:gd name="T56" fmla="*/ 9 w 16"/>
                <a:gd name="T57" fmla="*/ 0 h 15"/>
                <a:gd name="T58" fmla="*/ 11 w 16"/>
                <a:gd name="T59" fmla="*/ 0 h 15"/>
                <a:gd name="T60" fmla="*/ 12 w 16"/>
                <a:gd name="T61" fmla="*/ 2 h 15"/>
                <a:gd name="T62" fmla="*/ 12 w 16"/>
                <a:gd name="T63" fmla="*/ 3 h 15"/>
                <a:gd name="T64" fmla="*/ 12 w 16"/>
                <a:gd name="T65" fmla="*/ 3 h 15"/>
                <a:gd name="T66" fmla="*/ 13 w 16"/>
                <a:gd name="T67" fmla="*/ 3 h 15"/>
                <a:gd name="T68" fmla="*/ 15 w 16"/>
                <a:gd name="T69" fmla="*/ 4 h 15"/>
                <a:gd name="T70" fmla="*/ 15 w 16"/>
                <a:gd name="T71" fmla="*/ 4 h 15"/>
                <a:gd name="T72" fmla="*/ 14 w 16"/>
                <a:gd name="T73" fmla="*/ 6 h 15"/>
                <a:gd name="T74" fmla="*/ 14 w 16"/>
                <a:gd name="T75" fmla="*/ 6 h 15"/>
                <a:gd name="T76" fmla="*/ 14 w 16"/>
                <a:gd name="T77" fmla="*/ 7 h 15"/>
                <a:gd name="T78" fmla="*/ 14 w 16"/>
                <a:gd name="T79" fmla="*/ 8 h 15"/>
                <a:gd name="T80" fmla="*/ 15 w 16"/>
                <a:gd name="T81" fmla="*/ 8 h 15"/>
                <a:gd name="T82" fmla="*/ 15 w 16"/>
                <a:gd name="T83" fmla="*/ 10 h 15"/>
                <a:gd name="T84" fmla="*/ 14 w 16"/>
                <a:gd name="T85" fmla="*/ 11 h 15"/>
                <a:gd name="T86" fmla="*/ 12 w 16"/>
                <a:gd name="T87" fmla="*/ 12 h 15"/>
                <a:gd name="T88" fmla="*/ 12 w 16"/>
                <a:gd name="T89" fmla="*/ 13 h 15"/>
                <a:gd name="T90" fmla="*/ 12 w 16"/>
                <a:gd name="T91" fmla="*/ 14 h 15"/>
                <a:gd name="T92" fmla="*/ 11 w 16"/>
                <a:gd name="T93" fmla="*/ 15 h 15"/>
                <a:gd name="T94" fmla="*/ 11 w 16"/>
                <a:gd name="T95" fmla="*/ 15 h 15"/>
                <a:gd name="T96" fmla="*/ 8 w 16"/>
                <a:gd name="T97" fmla="*/ 4 h 15"/>
                <a:gd name="T98" fmla="*/ 4 w 16"/>
                <a:gd name="T99" fmla="*/ 8 h 15"/>
                <a:gd name="T100" fmla="*/ 8 w 16"/>
                <a:gd name="T101" fmla="*/ 11 h 15"/>
                <a:gd name="T102" fmla="*/ 12 w 16"/>
                <a:gd name="T103" fmla="*/ 7 h 15"/>
                <a:gd name="T104" fmla="*/ 8 w 16"/>
                <a:gd name="T105"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 h="15">
                  <a:moveTo>
                    <a:pt x="11" y="15"/>
                  </a:moveTo>
                  <a:cubicBezTo>
                    <a:pt x="10" y="15"/>
                    <a:pt x="10" y="14"/>
                    <a:pt x="9" y="14"/>
                  </a:cubicBezTo>
                  <a:cubicBezTo>
                    <a:pt x="9" y="14"/>
                    <a:pt x="9" y="13"/>
                    <a:pt x="9" y="14"/>
                  </a:cubicBezTo>
                  <a:cubicBezTo>
                    <a:pt x="9" y="14"/>
                    <a:pt x="8" y="14"/>
                    <a:pt x="8" y="14"/>
                  </a:cubicBezTo>
                  <a:cubicBezTo>
                    <a:pt x="8" y="13"/>
                    <a:pt x="7" y="14"/>
                    <a:pt x="7" y="14"/>
                  </a:cubicBezTo>
                  <a:cubicBezTo>
                    <a:pt x="7" y="15"/>
                    <a:pt x="6" y="15"/>
                    <a:pt x="6" y="15"/>
                  </a:cubicBezTo>
                  <a:cubicBezTo>
                    <a:pt x="6" y="15"/>
                    <a:pt x="5" y="15"/>
                    <a:pt x="5" y="15"/>
                  </a:cubicBezTo>
                  <a:cubicBezTo>
                    <a:pt x="4" y="14"/>
                    <a:pt x="4" y="14"/>
                    <a:pt x="4" y="13"/>
                  </a:cubicBezTo>
                  <a:cubicBezTo>
                    <a:pt x="5" y="13"/>
                    <a:pt x="5" y="12"/>
                    <a:pt x="4" y="12"/>
                  </a:cubicBezTo>
                  <a:cubicBezTo>
                    <a:pt x="4" y="12"/>
                    <a:pt x="4" y="12"/>
                    <a:pt x="4" y="12"/>
                  </a:cubicBezTo>
                  <a:cubicBezTo>
                    <a:pt x="4" y="12"/>
                    <a:pt x="3" y="11"/>
                    <a:pt x="2" y="12"/>
                  </a:cubicBezTo>
                  <a:cubicBezTo>
                    <a:pt x="2" y="12"/>
                    <a:pt x="2" y="12"/>
                    <a:pt x="2" y="12"/>
                  </a:cubicBezTo>
                  <a:cubicBezTo>
                    <a:pt x="2" y="12"/>
                    <a:pt x="1" y="12"/>
                    <a:pt x="1" y="10"/>
                  </a:cubicBezTo>
                  <a:cubicBezTo>
                    <a:pt x="1" y="10"/>
                    <a:pt x="1" y="9"/>
                    <a:pt x="1" y="9"/>
                  </a:cubicBezTo>
                  <a:cubicBezTo>
                    <a:pt x="1" y="9"/>
                    <a:pt x="1" y="9"/>
                    <a:pt x="2" y="9"/>
                  </a:cubicBezTo>
                  <a:cubicBezTo>
                    <a:pt x="2" y="9"/>
                    <a:pt x="2" y="8"/>
                    <a:pt x="2" y="8"/>
                  </a:cubicBezTo>
                  <a:cubicBezTo>
                    <a:pt x="2" y="8"/>
                    <a:pt x="2" y="8"/>
                    <a:pt x="2" y="8"/>
                  </a:cubicBezTo>
                  <a:cubicBezTo>
                    <a:pt x="2" y="7"/>
                    <a:pt x="2" y="7"/>
                    <a:pt x="1" y="6"/>
                  </a:cubicBezTo>
                  <a:cubicBezTo>
                    <a:pt x="0" y="6"/>
                    <a:pt x="0" y="6"/>
                    <a:pt x="1" y="4"/>
                  </a:cubicBezTo>
                  <a:cubicBezTo>
                    <a:pt x="1" y="4"/>
                    <a:pt x="2" y="3"/>
                    <a:pt x="2" y="4"/>
                  </a:cubicBezTo>
                  <a:cubicBezTo>
                    <a:pt x="3" y="4"/>
                    <a:pt x="3" y="4"/>
                    <a:pt x="4" y="3"/>
                  </a:cubicBezTo>
                  <a:cubicBezTo>
                    <a:pt x="4" y="3"/>
                    <a:pt x="4" y="3"/>
                    <a:pt x="4" y="2"/>
                  </a:cubicBezTo>
                  <a:cubicBezTo>
                    <a:pt x="4" y="1"/>
                    <a:pt x="4" y="1"/>
                    <a:pt x="4" y="1"/>
                  </a:cubicBezTo>
                  <a:cubicBezTo>
                    <a:pt x="5" y="0"/>
                    <a:pt x="5" y="0"/>
                    <a:pt x="5" y="0"/>
                  </a:cubicBezTo>
                  <a:cubicBezTo>
                    <a:pt x="6" y="0"/>
                    <a:pt x="6" y="0"/>
                    <a:pt x="7" y="1"/>
                  </a:cubicBezTo>
                  <a:cubicBezTo>
                    <a:pt x="7" y="1"/>
                    <a:pt x="7" y="1"/>
                    <a:pt x="7" y="1"/>
                  </a:cubicBezTo>
                  <a:cubicBezTo>
                    <a:pt x="7" y="1"/>
                    <a:pt x="8" y="1"/>
                    <a:pt x="8" y="1"/>
                  </a:cubicBezTo>
                  <a:cubicBezTo>
                    <a:pt x="8" y="1"/>
                    <a:pt x="9" y="1"/>
                    <a:pt x="9" y="0"/>
                  </a:cubicBezTo>
                  <a:cubicBezTo>
                    <a:pt x="9" y="0"/>
                    <a:pt x="9" y="0"/>
                    <a:pt x="9" y="0"/>
                  </a:cubicBezTo>
                  <a:cubicBezTo>
                    <a:pt x="10" y="0"/>
                    <a:pt x="10" y="0"/>
                    <a:pt x="11" y="0"/>
                  </a:cubicBezTo>
                  <a:cubicBezTo>
                    <a:pt x="12" y="1"/>
                    <a:pt x="12" y="1"/>
                    <a:pt x="12" y="2"/>
                  </a:cubicBezTo>
                  <a:cubicBezTo>
                    <a:pt x="11" y="2"/>
                    <a:pt x="12" y="3"/>
                    <a:pt x="12" y="3"/>
                  </a:cubicBezTo>
                  <a:cubicBezTo>
                    <a:pt x="12" y="3"/>
                    <a:pt x="12" y="3"/>
                    <a:pt x="12" y="3"/>
                  </a:cubicBezTo>
                  <a:cubicBezTo>
                    <a:pt x="13" y="3"/>
                    <a:pt x="13" y="4"/>
                    <a:pt x="13" y="3"/>
                  </a:cubicBezTo>
                  <a:cubicBezTo>
                    <a:pt x="14" y="3"/>
                    <a:pt x="15" y="3"/>
                    <a:pt x="15" y="4"/>
                  </a:cubicBezTo>
                  <a:cubicBezTo>
                    <a:pt x="15" y="4"/>
                    <a:pt x="15" y="4"/>
                    <a:pt x="15" y="4"/>
                  </a:cubicBezTo>
                  <a:cubicBezTo>
                    <a:pt x="16" y="5"/>
                    <a:pt x="16" y="6"/>
                    <a:pt x="14" y="6"/>
                  </a:cubicBezTo>
                  <a:cubicBezTo>
                    <a:pt x="14" y="6"/>
                    <a:pt x="14" y="6"/>
                    <a:pt x="14" y="6"/>
                  </a:cubicBezTo>
                  <a:cubicBezTo>
                    <a:pt x="14" y="6"/>
                    <a:pt x="14" y="7"/>
                    <a:pt x="14" y="7"/>
                  </a:cubicBezTo>
                  <a:cubicBezTo>
                    <a:pt x="14" y="7"/>
                    <a:pt x="14" y="8"/>
                    <a:pt x="14" y="8"/>
                  </a:cubicBezTo>
                  <a:cubicBezTo>
                    <a:pt x="15" y="8"/>
                    <a:pt x="15" y="8"/>
                    <a:pt x="15" y="8"/>
                  </a:cubicBezTo>
                  <a:cubicBezTo>
                    <a:pt x="16" y="9"/>
                    <a:pt x="16" y="9"/>
                    <a:pt x="15" y="10"/>
                  </a:cubicBezTo>
                  <a:cubicBezTo>
                    <a:pt x="15" y="11"/>
                    <a:pt x="15" y="11"/>
                    <a:pt x="14" y="11"/>
                  </a:cubicBezTo>
                  <a:cubicBezTo>
                    <a:pt x="13" y="11"/>
                    <a:pt x="13" y="11"/>
                    <a:pt x="12" y="12"/>
                  </a:cubicBezTo>
                  <a:cubicBezTo>
                    <a:pt x="12" y="12"/>
                    <a:pt x="12" y="12"/>
                    <a:pt x="12" y="13"/>
                  </a:cubicBezTo>
                  <a:cubicBezTo>
                    <a:pt x="13" y="14"/>
                    <a:pt x="12" y="14"/>
                    <a:pt x="12" y="14"/>
                  </a:cubicBezTo>
                  <a:cubicBezTo>
                    <a:pt x="11" y="15"/>
                    <a:pt x="11" y="15"/>
                    <a:pt x="11" y="15"/>
                  </a:cubicBezTo>
                  <a:cubicBezTo>
                    <a:pt x="11" y="15"/>
                    <a:pt x="11" y="15"/>
                    <a:pt x="11" y="15"/>
                  </a:cubicBezTo>
                  <a:close/>
                  <a:moveTo>
                    <a:pt x="8" y="4"/>
                  </a:moveTo>
                  <a:cubicBezTo>
                    <a:pt x="6" y="4"/>
                    <a:pt x="4" y="5"/>
                    <a:pt x="4" y="8"/>
                  </a:cubicBezTo>
                  <a:cubicBezTo>
                    <a:pt x="4" y="10"/>
                    <a:pt x="6" y="11"/>
                    <a:pt x="8" y="11"/>
                  </a:cubicBezTo>
                  <a:cubicBezTo>
                    <a:pt x="10" y="11"/>
                    <a:pt x="12" y="9"/>
                    <a:pt x="12" y="7"/>
                  </a:cubicBezTo>
                  <a:cubicBezTo>
                    <a:pt x="12" y="5"/>
                    <a:pt x="10" y="4"/>
                    <a:pt x="8"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7" name="Freeform 1277">
              <a:extLst>
                <a:ext uri="{FF2B5EF4-FFF2-40B4-BE49-F238E27FC236}">
                  <a16:creationId xmlns="" xmlns:a16="http://schemas.microsoft.com/office/drawing/2014/main" id="{D7F14177-54CD-47C0-9C93-5E3AECB723A8}"/>
                </a:ext>
              </a:extLst>
            </p:cNvPr>
            <p:cNvSpPr>
              <a:spLocks noEditPoints="1"/>
            </p:cNvSpPr>
            <p:nvPr/>
          </p:nvSpPr>
          <p:spPr bwMode="auto">
            <a:xfrm>
              <a:off x="11460690" y="512744"/>
              <a:ext cx="31150" cy="31687"/>
            </a:xfrm>
            <a:custGeom>
              <a:avLst/>
              <a:gdLst>
                <a:gd name="T0" fmla="*/ 30 w 49"/>
                <a:gd name="T1" fmla="*/ 2 h 50"/>
                <a:gd name="T2" fmla="*/ 30 w 49"/>
                <a:gd name="T3" fmla="*/ 9 h 50"/>
                <a:gd name="T4" fmla="*/ 33 w 49"/>
                <a:gd name="T5" fmla="*/ 11 h 50"/>
                <a:gd name="T6" fmla="*/ 37 w 49"/>
                <a:gd name="T7" fmla="*/ 10 h 50"/>
                <a:gd name="T8" fmla="*/ 39 w 49"/>
                <a:gd name="T9" fmla="*/ 12 h 50"/>
                <a:gd name="T10" fmla="*/ 40 w 49"/>
                <a:gd name="T11" fmla="*/ 10 h 50"/>
                <a:gd name="T12" fmla="*/ 48 w 49"/>
                <a:gd name="T13" fmla="*/ 24 h 50"/>
                <a:gd name="T14" fmla="*/ 44 w 49"/>
                <a:gd name="T15" fmla="*/ 28 h 50"/>
                <a:gd name="T16" fmla="*/ 44 w 49"/>
                <a:gd name="T17" fmla="*/ 46 h 50"/>
                <a:gd name="T18" fmla="*/ 41 w 49"/>
                <a:gd name="T19" fmla="*/ 49 h 50"/>
                <a:gd name="T20" fmla="*/ 39 w 49"/>
                <a:gd name="T21" fmla="*/ 46 h 50"/>
                <a:gd name="T22" fmla="*/ 39 w 49"/>
                <a:gd name="T23" fmla="*/ 30 h 50"/>
                <a:gd name="T24" fmla="*/ 39 w 49"/>
                <a:gd name="T25" fmla="*/ 31 h 50"/>
                <a:gd name="T26" fmla="*/ 38 w 49"/>
                <a:gd name="T27" fmla="*/ 49 h 50"/>
                <a:gd name="T28" fmla="*/ 34 w 49"/>
                <a:gd name="T29" fmla="*/ 46 h 50"/>
                <a:gd name="T30" fmla="*/ 34 w 49"/>
                <a:gd name="T31" fmla="*/ 16 h 50"/>
                <a:gd name="T32" fmla="*/ 30 w 49"/>
                <a:gd name="T33" fmla="*/ 15 h 50"/>
                <a:gd name="T34" fmla="*/ 30 w 49"/>
                <a:gd name="T35" fmla="*/ 25 h 50"/>
                <a:gd name="T36" fmla="*/ 3 w 49"/>
                <a:gd name="T37" fmla="*/ 28 h 50"/>
                <a:gd name="T38" fmla="*/ 0 w 49"/>
                <a:gd name="T39" fmla="*/ 3 h 50"/>
                <a:gd name="T40" fmla="*/ 28 w 49"/>
                <a:gd name="T41" fmla="*/ 0 h 50"/>
                <a:gd name="T42" fmla="*/ 28 w 49"/>
                <a:gd name="T43" fmla="*/ 7 h 50"/>
                <a:gd name="T44" fmla="*/ 27 w 49"/>
                <a:gd name="T45" fmla="*/ 2 h 50"/>
                <a:gd name="T46" fmla="*/ 2 w 49"/>
                <a:gd name="T47" fmla="*/ 3 h 50"/>
                <a:gd name="T48" fmla="*/ 3 w 49"/>
                <a:gd name="T49" fmla="*/ 26 h 50"/>
                <a:gd name="T50" fmla="*/ 28 w 49"/>
                <a:gd name="T51" fmla="*/ 25 h 50"/>
                <a:gd name="T52" fmla="*/ 28 w 49"/>
                <a:gd name="T53" fmla="*/ 13 h 50"/>
                <a:gd name="T54" fmla="*/ 23 w 49"/>
                <a:gd name="T55" fmla="*/ 5 h 50"/>
                <a:gd name="T56" fmla="*/ 27 w 49"/>
                <a:gd name="T57" fmla="*/ 5 h 50"/>
                <a:gd name="T58" fmla="*/ 39 w 49"/>
                <a:gd name="T59" fmla="*/ 12 h 50"/>
                <a:gd name="T60" fmla="*/ 38 w 49"/>
                <a:gd name="T61" fmla="*/ 20 h 50"/>
                <a:gd name="T62" fmla="*/ 39 w 49"/>
                <a:gd name="T63" fmla="*/ 22 h 50"/>
                <a:gd name="T64" fmla="*/ 40 w 49"/>
                <a:gd name="T65" fmla="*/ 19 h 50"/>
                <a:gd name="T66" fmla="*/ 39 w 49"/>
                <a:gd name="T67" fmla="*/ 12 h 50"/>
                <a:gd name="T68" fmla="*/ 44 w 49"/>
                <a:gd name="T69"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50">
                  <a:moveTo>
                    <a:pt x="28" y="0"/>
                  </a:moveTo>
                  <a:cubicBezTo>
                    <a:pt x="29" y="0"/>
                    <a:pt x="30" y="1"/>
                    <a:pt x="30" y="2"/>
                  </a:cubicBezTo>
                  <a:cubicBezTo>
                    <a:pt x="30" y="2"/>
                    <a:pt x="30" y="2"/>
                    <a:pt x="30" y="3"/>
                  </a:cubicBezTo>
                  <a:cubicBezTo>
                    <a:pt x="30" y="5"/>
                    <a:pt x="30" y="7"/>
                    <a:pt x="30" y="9"/>
                  </a:cubicBezTo>
                  <a:cubicBezTo>
                    <a:pt x="30" y="10"/>
                    <a:pt x="31" y="10"/>
                    <a:pt x="31" y="10"/>
                  </a:cubicBezTo>
                  <a:cubicBezTo>
                    <a:pt x="32" y="11"/>
                    <a:pt x="32" y="11"/>
                    <a:pt x="33" y="11"/>
                  </a:cubicBezTo>
                  <a:cubicBezTo>
                    <a:pt x="34" y="12"/>
                    <a:pt x="34" y="11"/>
                    <a:pt x="35" y="11"/>
                  </a:cubicBezTo>
                  <a:cubicBezTo>
                    <a:pt x="36" y="11"/>
                    <a:pt x="36" y="11"/>
                    <a:pt x="37" y="10"/>
                  </a:cubicBezTo>
                  <a:cubicBezTo>
                    <a:pt x="37" y="10"/>
                    <a:pt x="38" y="10"/>
                    <a:pt x="38" y="11"/>
                  </a:cubicBezTo>
                  <a:cubicBezTo>
                    <a:pt x="38" y="11"/>
                    <a:pt x="38" y="11"/>
                    <a:pt x="39" y="12"/>
                  </a:cubicBezTo>
                  <a:cubicBezTo>
                    <a:pt x="39" y="11"/>
                    <a:pt x="39" y="11"/>
                    <a:pt x="40" y="11"/>
                  </a:cubicBezTo>
                  <a:cubicBezTo>
                    <a:pt x="40" y="10"/>
                    <a:pt x="40" y="10"/>
                    <a:pt x="40" y="10"/>
                  </a:cubicBezTo>
                  <a:cubicBezTo>
                    <a:pt x="44" y="12"/>
                    <a:pt x="47" y="14"/>
                    <a:pt x="48" y="18"/>
                  </a:cubicBezTo>
                  <a:cubicBezTo>
                    <a:pt x="49" y="20"/>
                    <a:pt x="49" y="22"/>
                    <a:pt x="48" y="24"/>
                  </a:cubicBezTo>
                  <a:cubicBezTo>
                    <a:pt x="48" y="25"/>
                    <a:pt x="47" y="26"/>
                    <a:pt x="47" y="27"/>
                  </a:cubicBezTo>
                  <a:cubicBezTo>
                    <a:pt x="46" y="29"/>
                    <a:pt x="45" y="29"/>
                    <a:pt x="44" y="28"/>
                  </a:cubicBezTo>
                  <a:cubicBezTo>
                    <a:pt x="44" y="28"/>
                    <a:pt x="44" y="29"/>
                    <a:pt x="44" y="29"/>
                  </a:cubicBezTo>
                  <a:cubicBezTo>
                    <a:pt x="44" y="35"/>
                    <a:pt x="44" y="40"/>
                    <a:pt x="44" y="46"/>
                  </a:cubicBezTo>
                  <a:cubicBezTo>
                    <a:pt x="44" y="47"/>
                    <a:pt x="44" y="47"/>
                    <a:pt x="43" y="47"/>
                  </a:cubicBezTo>
                  <a:cubicBezTo>
                    <a:pt x="43" y="48"/>
                    <a:pt x="42" y="49"/>
                    <a:pt x="41" y="49"/>
                  </a:cubicBezTo>
                  <a:cubicBezTo>
                    <a:pt x="40" y="49"/>
                    <a:pt x="39" y="48"/>
                    <a:pt x="39" y="47"/>
                  </a:cubicBezTo>
                  <a:cubicBezTo>
                    <a:pt x="39" y="47"/>
                    <a:pt x="39" y="47"/>
                    <a:pt x="39" y="46"/>
                  </a:cubicBezTo>
                  <a:cubicBezTo>
                    <a:pt x="39" y="41"/>
                    <a:pt x="39" y="36"/>
                    <a:pt x="39" y="31"/>
                  </a:cubicBezTo>
                  <a:cubicBezTo>
                    <a:pt x="39" y="31"/>
                    <a:pt x="39" y="31"/>
                    <a:pt x="39" y="30"/>
                  </a:cubicBezTo>
                  <a:cubicBezTo>
                    <a:pt x="39" y="30"/>
                    <a:pt x="39" y="30"/>
                    <a:pt x="39" y="30"/>
                  </a:cubicBezTo>
                  <a:cubicBezTo>
                    <a:pt x="39" y="31"/>
                    <a:pt x="39" y="31"/>
                    <a:pt x="39" y="31"/>
                  </a:cubicBezTo>
                  <a:cubicBezTo>
                    <a:pt x="39" y="36"/>
                    <a:pt x="39" y="41"/>
                    <a:pt x="39" y="46"/>
                  </a:cubicBezTo>
                  <a:cubicBezTo>
                    <a:pt x="39" y="47"/>
                    <a:pt x="38" y="48"/>
                    <a:pt x="38" y="49"/>
                  </a:cubicBezTo>
                  <a:cubicBezTo>
                    <a:pt x="36" y="50"/>
                    <a:pt x="34" y="49"/>
                    <a:pt x="34" y="47"/>
                  </a:cubicBezTo>
                  <a:cubicBezTo>
                    <a:pt x="34" y="47"/>
                    <a:pt x="34" y="47"/>
                    <a:pt x="34" y="46"/>
                  </a:cubicBezTo>
                  <a:cubicBezTo>
                    <a:pt x="34" y="40"/>
                    <a:pt x="34" y="34"/>
                    <a:pt x="34" y="28"/>
                  </a:cubicBezTo>
                  <a:cubicBezTo>
                    <a:pt x="34" y="24"/>
                    <a:pt x="34" y="20"/>
                    <a:pt x="34" y="16"/>
                  </a:cubicBezTo>
                  <a:cubicBezTo>
                    <a:pt x="34" y="16"/>
                    <a:pt x="34" y="16"/>
                    <a:pt x="34" y="16"/>
                  </a:cubicBezTo>
                  <a:cubicBezTo>
                    <a:pt x="32" y="15"/>
                    <a:pt x="31" y="15"/>
                    <a:pt x="30" y="15"/>
                  </a:cubicBezTo>
                  <a:cubicBezTo>
                    <a:pt x="30" y="15"/>
                    <a:pt x="30" y="15"/>
                    <a:pt x="30" y="15"/>
                  </a:cubicBezTo>
                  <a:cubicBezTo>
                    <a:pt x="30" y="19"/>
                    <a:pt x="30" y="22"/>
                    <a:pt x="30" y="25"/>
                  </a:cubicBezTo>
                  <a:cubicBezTo>
                    <a:pt x="30" y="27"/>
                    <a:pt x="29" y="28"/>
                    <a:pt x="27" y="28"/>
                  </a:cubicBezTo>
                  <a:cubicBezTo>
                    <a:pt x="19" y="28"/>
                    <a:pt x="11" y="28"/>
                    <a:pt x="3" y="28"/>
                  </a:cubicBezTo>
                  <a:cubicBezTo>
                    <a:pt x="1" y="28"/>
                    <a:pt x="0" y="27"/>
                    <a:pt x="0" y="25"/>
                  </a:cubicBezTo>
                  <a:cubicBezTo>
                    <a:pt x="0" y="18"/>
                    <a:pt x="0" y="11"/>
                    <a:pt x="0" y="3"/>
                  </a:cubicBezTo>
                  <a:cubicBezTo>
                    <a:pt x="0" y="1"/>
                    <a:pt x="0" y="0"/>
                    <a:pt x="2" y="0"/>
                  </a:cubicBezTo>
                  <a:cubicBezTo>
                    <a:pt x="11" y="0"/>
                    <a:pt x="19" y="0"/>
                    <a:pt x="28" y="0"/>
                  </a:cubicBezTo>
                  <a:close/>
                  <a:moveTo>
                    <a:pt x="28" y="7"/>
                  </a:moveTo>
                  <a:cubicBezTo>
                    <a:pt x="28" y="7"/>
                    <a:pt x="28" y="7"/>
                    <a:pt x="28" y="7"/>
                  </a:cubicBezTo>
                  <a:cubicBezTo>
                    <a:pt x="28" y="6"/>
                    <a:pt x="28" y="4"/>
                    <a:pt x="28" y="3"/>
                  </a:cubicBezTo>
                  <a:cubicBezTo>
                    <a:pt x="28" y="2"/>
                    <a:pt x="28" y="2"/>
                    <a:pt x="27" y="2"/>
                  </a:cubicBezTo>
                  <a:cubicBezTo>
                    <a:pt x="19" y="2"/>
                    <a:pt x="11" y="2"/>
                    <a:pt x="3" y="2"/>
                  </a:cubicBezTo>
                  <a:cubicBezTo>
                    <a:pt x="2" y="2"/>
                    <a:pt x="2" y="2"/>
                    <a:pt x="2" y="3"/>
                  </a:cubicBezTo>
                  <a:cubicBezTo>
                    <a:pt x="2" y="10"/>
                    <a:pt x="2" y="18"/>
                    <a:pt x="2" y="25"/>
                  </a:cubicBezTo>
                  <a:cubicBezTo>
                    <a:pt x="2" y="26"/>
                    <a:pt x="2" y="26"/>
                    <a:pt x="3" y="26"/>
                  </a:cubicBezTo>
                  <a:cubicBezTo>
                    <a:pt x="11" y="26"/>
                    <a:pt x="19" y="26"/>
                    <a:pt x="27" y="26"/>
                  </a:cubicBezTo>
                  <a:cubicBezTo>
                    <a:pt x="28" y="26"/>
                    <a:pt x="28" y="26"/>
                    <a:pt x="28" y="25"/>
                  </a:cubicBezTo>
                  <a:cubicBezTo>
                    <a:pt x="28" y="21"/>
                    <a:pt x="28" y="18"/>
                    <a:pt x="28" y="14"/>
                  </a:cubicBezTo>
                  <a:cubicBezTo>
                    <a:pt x="28" y="13"/>
                    <a:pt x="28" y="13"/>
                    <a:pt x="28" y="13"/>
                  </a:cubicBezTo>
                  <a:cubicBezTo>
                    <a:pt x="26" y="11"/>
                    <a:pt x="25" y="9"/>
                    <a:pt x="23" y="7"/>
                  </a:cubicBezTo>
                  <a:cubicBezTo>
                    <a:pt x="23" y="6"/>
                    <a:pt x="23" y="5"/>
                    <a:pt x="23" y="5"/>
                  </a:cubicBezTo>
                  <a:cubicBezTo>
                    <a:pt x="24" y="4"/>
                    <a:pt x="24" y="4"/>
                    <a:pt x="25" y="4"/>
                  </a:cubicBezTo>
                  <a:cubicBezTo>
                    <a:pt x="26" y="4"/>
                    <a:pt x="27" y="4"/>
                    <a:pt x="27" y="5"/>
                  </a:cubicBezTo>
                  <a:cubicBezTo>
                    <a:pt x="27" y="6"/>
                    <a:pt x="28" y="6"/>
                    <a:pt x="28" y="7"/>
                  </a:cubicBezTo>
                  <a:close/>
                  <a:moveTo>
                    <a:pt x="39" y="12"/>
                  </a:moveTo>
                  <a:cubicBezTo>
                    <a:pt x="39" y="12"/>
                    <a:pt x="39" y="12"/>
                    <a:pt x="39" y="12"/>
                  </a:cubicBezTo>
                  <a:cubicBezTo>
                    <a:pt x="38" y="15"/>
                    <a:pt x="38" y="17"/>
                    <a:pt x="38" y="20"/>
                  </a:cubicBezTo>
                  <a:cubicBezTo>
                    <a:pt x="38" y="20"/>
                    <a:pt x="38" y="20"/>
                    <a:pt x="38" y="20"/>
                  </a:cubicBezTo>
                  <a:cubicBezTo>
                    <a:pt x="38" y="21"/>
                    <a:pt x="38" y="21"/>
                    <a:pt x="39" y="22"/>
                  </a:cubicBezTo>
                  <a:cubicBezTo>
                    <a:pt x="39" y="21"/>
                    <a:pt x="39" y="21"/>
                    <a:pt x="40" y="20"/>
                  </a:cubicBezTo>
                  <a:cubicBezTo>
                    <a:pt x="40" y="20"/>
                    <a:pt x="40" y="20"/>
                    <a:pt x="40" y="19"/>
                  </a:cubicBezTo>
                  <a:cubicBezTo>
                    <a:pt x="40" y="18"/>
                    <a:pt x="40" y="17"/>
                    <a:pt x="39" y="15"/>
                  </a:cubicBezTo>
                  <a:cubicBezTo>
                    <a:pt x="39" y="14"/>
                    <a:pt x="39" y="13"/>
                    <a:pt x="39" y="12"/>
                  </a:cubicBezTo>
                  <a:close/>
                  <a:moveTo>
                    <a:pt x="44" y="19"/>
                  </a:moveTo>
                  <a:cubicBezTo>
                    <a:pt x="44" y="20"/>
                    <a:pt x="44" y="22"/>
                    <a:pt x="44" y="24"/>
                  </a:cubicBezTo>
                  <a:cubicBezTo>
                    <a:pt x="45" y="22"/>
                    <a:pt x="45" y="20"/>
                    <a:pt x="44" y="1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8" name="Freeform 1278">
              <a:extLst>
                <a:ext uri="{FF2B5EF4-FFF2-40B4-BE49-F238E27FC236}">
                  <a16:creationId xmlns="" xmlns:a16="http://schemas.microsoft.com/office/drawing/2014/main" id="{8F649C9A-9D81-416C-914E-A849357CE83C}"/>
                </a:ext>
              </a:extLst>
            </p:cNvPr>
            <p:cNvSpPr>
              <a:spLocks/>
            </p:cNvSpPr>
            <p:nvPr/>
          </p:nvSpPr>
          <p:spPr bwMode="auto">
            <a:xfrm>
              <a:off x="11459348" y="544431"/>
              <a:ext cx="29270" cy="3222"/>
            </a:xfrm>
            <a:custGeom>
              <a:avLst/>
              <a:gdLst>
                <a:gd name="T0" fmla="*/ 0 w 46"/>
                <a:gd name="T1" fmla="*/ 5 h 5"/>
                <a:gd name="T2" fmla="*/ 0 w 46"/>
                <a:gd name="T3" fmla="*/ 0 h 5"/>
                <a:gd name="T4" fmla="*/ 46 w 46"/>
                <a:gd name="T5" fmla="*/ 0 h 5"/>
                <a:gd name="T6" fmla="*/ 46 w 46"/>
                <a:gd name="T7" fmla="*/ 0 h 5"/>
                <a:gd name="T8" fmla="*/ 46 w 46"/>
                <a:gd name="T9" fmla="*/ 5 h 5"/>
                <a:gd name="T10" fmla="*/ 46 w 46"/>
                <a:gd name="T11" fmla="*/ 5 h 5"/>
                <a:gd name="T12" fmla="*/ 0 w 46"/>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46" h="5">
                  <a:moveTo>
                    <a:pt x="0" y="5"/>
                  </a:moveTo>
                  <a:cubicBezTo>
                    <a:pt x="0" y="3"/>
                    <a:pt x="0" y="2"/>
                    <a:pt x="0" y="0"/>
                  </a:cubicBezTo>
                  <a:cubicBezTo>
                    <a:pt x="15" y="0"/>
                    <a:pt x="31" y="0"/>
                    <a:pt x="46" y="0"/>
                  </a:cubicBezTo>
                  <a:cubicBezTo>
                    <a:pt x="46" y="0"/>
                    <a:pt x="46" y="0"/>
                    <a:pt x="46" y="0"/>
                  </a:cubicBezTo>
                  <a:cubicBezTo>
                    <a:pt x="46" y="2"/>
                    <a:pt x="46" y="3"/>
                    <a:pt x="46" y="5"/>
                  </a:cubicBezTo>
                  <a:cubicBezTo>
                    <a:pt x="46" y="5"/>
                    <a:pt x="46" y="5"/>
                    <a:pt x="46" y="5"/>
                  </a:cubicBezTo>
                  <a:cubicBezTo>
                    <a:pt x="31" y="5"/>
                    <a:pt x="15" y="5"/>
                    <a:pt x="0"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399" name="Freeform 1279">
              <a:extLst>
                <a:ext uri="{FF2B5EF4-FFF2-40B4-BE49-F238E27FC236}">
                  <a16:creationId xmlns="" xmlns:a16="http://schemas.microsoft.com/office/drawing/2014/main" id="{BD6ADA67-2391-4A5B-A3D1-802CDA2BEB76}"/>
                </a:ext>
              </a:extLst>
            </p:cNvPr>
            <p:cNvSpPr>
              <a:spLocks/>
            </p:cNvSpPr>
            <p:nvPr/>
          </p:nvSpPr>
          <p:spPr bwMode="auto">
            <a:xfrm>
              <a:off x="11459885" y="537449"/>
              <a:ext cx="20408" cy="5908"/>
            </a:xfrm>
            <a:custGeom>
              <a:avLst/>
              <a:gdLst>
                <a:gd name="T0" fmla="*/ 24 w 32"/>
                <a:gd name="T1" fmla="*/ 1 h 9"/>
                <a:gd name="T2" fmla="*/ 24 w 32"/>
                <a:gd name="T3" fmla="*/ 1 h 9"/>
                <a:gd name="T4" fmla="*/ 25 w 32"/>
                <a:gd name="T5" fmla="*/ 1 h 9"/>
                <a:gd name="T6" fmla="*/ 31 w 32"/>
                <a:gd name="T7" fmla="*/ 6 h 9"/>
                <a:gd name="T8" fmla="*/ 32 w 32"/>
                <a:gd name="T9" fmla="*/ 9 h 9"/>
                <a:gd name="T10" fmla="*/ 29 w 32"/>
                <a:gd name="T11" fmla="*/ 9 h 9"/>
                <a:gd name="T12" fmla="*/ 28 w 32"/>
                <a:gd name="T13" fmla="*/ 7 h 9"/>
                <a:gd name="T14" fmla="*/ 28 w 32"/>
                <a:gd name="T15" fmla="*/ 7 h 9"/>
                <a:gd name="T16" fmla="*/ 28 w 32"/>
                <a:gd name="T17" fmla="*/ 9 h 9"/>
                <a:gd name="T18" fmla="*/ 24 w 32"/>
                <a:gd name="T19" fmla="*/ 9 h 9"/>
                <a:gd name="T20" fmla="*/ 24 w 32"/>
                <a:gd name="T21" fmla="*/ 9 h 9"/>
                <a:gd name="T22" fmla="*/ 25 w 32"/>
                <a:gd name="T23" fmla="*/ 6 h 9"/>
                <a:gd name="T24" fmla="*/ 24 w 32"/>
                <a:gd name="T25" fmla="*/ 2 h 9"/>
                <a:gd name="T26" fmla="*/ 24 w 32"/>
                <a:gd name="T27" fmla="*/ 4 h 9"/>
                <a:gd name="T28" fmla="*/ 23 w 32"/>
                <a:gd name="T29" fmla="*/ 7 h 9"/>
                <a:gd name="T30" fmla="*/ 23 w 32"/>
                <a:gd name="T31" fmla="*/ 9 h 9"/>
                <a:gd name="T32" fmla="*/ 24 w 32"/>
                <a:gd name="T33" fmla="*/ 9 h 9"/>
                <a:gd name="T34" fmla="*/ 20 w 32"/>
                <a:gd name="T35" fmla="*/ 9 h 9"/>
                <a:gd name="T36" fmla="*/ 20 w 32"/>
                <a:gd name="T37" fmla="*/ 7 h 9"/>
                <a:gd name="T38" fmla="*/ 19 w 32"/>
                <a:gd name="T39" fmla="*/ 9 h 9"/>
                <a:gd name="T40" fmla="*/ 13 w 32"/>
                <a:gd name="T41" fmla="*/ 9 h 9"/>
                <a:gd name="T42" fmla="*/ 13 w 32"/>
                <a:gd name="T43" fmla="*/ 7 h 9"/>
                <a:gd name="T44" fmla="*/ 12 w 32"/>
                <a:gd name="T45" fmla="*/ 7 h 9"/>
                <a:gd name="T46" fmla="*/ 12 w 32"/>
                <a:gd name="T47" fmla="*/ 9 h 9"/>
                <a:gd name="T48" fmla="*/ 8 w 32"/>
                <a:gd name="T49" fmla="*/ 9 h 9"/>
                <a:gd name="T50" fmla="*/ 9 w 32"/>
                <a:gd name="T51" fmla="*/ 9 h 9"/>
                <a:gd name="T52" fmla="*/ 9 w 32"/>
                <a:gd name="T53" fmla="*/ 7 h 9"/>
                <a:gd name="T54" fmla="*/ 8 w 32"/>
                <a:gd name="T55" fmla="*/ 2 h 9"/>
                <a:gd name="T56" fmla="*/ 8 w 32"/>
                <a:gd name="T57" fmla="*/ 2 h 9"/>
                <a:gd name="T58" fmla="*/ 8 w 32"/>
                <a:gd name="T59" fmla="*/ 4 h 9"/>
                <a:gd name="T60" fmla="*/ 7 w 32"/>
                <a:gd name="T61" fmla="*/ 8 h 9"/>
                <a:gd name="T62" fmla="*/ 8 w 32"/>
                <a:gd name="T63" fmla="*/ 9 h 9"/>
                <a:gd name="T64" fmla="*/ 8 w 32"/>
                <a:gd name="T65" fmla="*/ 9 h 9"/>
                <a:gd name="T66" fmla="*/ 4 w 32"/>
                <a:gd name="T67" fmla="*/ 9 h 9"/>
                <a:gd name="T68" fmla="*/ 4 w 32"/>
                <a:gd name="T69" fmla="*/ 7 h 9"/>
                <a:gd name="T70" fmla="*/ 4 w 32"/>
                <a:gd name="T71" fmla="*/ 9 h 9"/>
                <a:gd name="T72" fmla="*/ 0 w 32"/>
                <a:gd name="T73" fmla="*/ 9 h 9"/>
                <a:gd name="T74" fmla="*/ 2 w 32"/>
                <a:gd name="T75" fmla="*/ 5 h 9"/>
                <a:gd name="T76" fmla="*/ 7 w 32"/>
                <a:gd name="T77" fmla="*/ 1 h 9"/>
                <a:gd name="T78" fmla="*/ 8 w 32"/>
                <a:gd name="T79" fmla="*/ 1 h 9"/>
                <a:gd name="T80" fmla="*/ 8 w 32"/>
                <a:gd name="T81" fmla="*/ 1 h 9"/>
                <a:gd name="T82" fmla="*/ 9 w 32"/>
                <a:gd name="T83" fmla="*/ 1 h 9"/>
                <a:gd name="T84" fmla="*/ 10 w 32"/>
                <a:gd name="T85" fmla="*/ 1 h 9"/>
                <a:gd name="T86" fmla="*/ 13 w 32"/>
                <a:gd name="T87" fmla="*/ 3 h 9"/>
                <a:gd name="T88" fmla="*/ 16 w 32"/>
                <a:gd name="T89" fmla="*/ 8 h 9"/>
                <a:gd name="T90" fmla="*/ 16 w 32"/>
                <a:gd name="T91" fmla="*/ 8 h 9"/>
                <a:gd name="T92" fmla="*/ 16 w 32"/>
                <a:gd name="T93" fmla="*/ 7 h 9"/>
                <a:gd name="T94" fmla="*/ 20 w 32"/>
                <a:gd name="T95" fmla="*/ 2 h 9"/>
                <a:gd name="T96" fmla="*/ 22 w 32"/>
                <a:gd name="T97" fmla="*/ 1 h 9"/>
                <a:gd name="T98" fmla="*/ 23 w 32"/>
                <a:gd name="T99" fmla="*/ 1 h 9"/>
                <a:gd name="T100" fmla="*/ 24 w 32"/>
                <a:gd name="T101"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 h="9">
                  <a:moveTo>
                    <a:pt x="24" y="1"/>
                  </a:moveTo>
                  <a:cubicBezTo>
                    <a:pt x="24" y="1"/>
                    <a:pt x="24" y="1"/>
                    <a:pt x="24" y="1"/>
                  </a:cubicBezTo>
                  <a:cubicBezTo>
                    <a:pt x="25" y="0"/>
                    <a:pt x="25" y="0"/>
                    <a:pt x="25" y="1"/>
                  </a:cubicBezTo>
                  <a:cubicBezTo>
                    <a:pt x="28" y="2"/>
                    <a:pt x="30" y="3"/>
                    <a:pt x="31" y="6"/>
                  </a:cubicBezTo>
                  <a:cubicBezTo>
                    <a:pt x="32" y="7"/>
                    <a:pt x="32" y="8"/>
                    <a:pt x="32" y="9"/>
                  </a:cubicBezTo>
                  <a:cubicBezTo>
                    <a:pt x="31" y="9"/>
                    <a:pt x="30" y="9"/>
                    <a:pt x="29" y="9"/>
                  </a:cubicBezTo>
                  <a:cubicBezTo>
                    <a:pt x="29" y="9"/>
                    <a:pt x="28" y="8"/>
                    <a:pt x="28" y="7"/>
                  </a:cubicBezTo>
                  <a:cubicBezTo>
                    <a:pt x="28" y="7"/>
                    <a:pt x="28" y="7"/>
                    <a:pt x="28" y="7"/>
                  </a:cubicBezTo>
                  <a:cubicBezTo>
                    <a:pt x="28" y="8"/>
                    <a:pt x="28" y="9"/>
                    <a:pt x="28" y="9"/>
                  </a:cubicBezTo>
                  <a:cubicBezTo>
                    <a:pt x="27" y="9"/>
                    <a:pt x="25" y="9"/>
                    <a:pt x="24" y="9"/>
                  </a:cubicBezTo>
                  <a:cubicBezTo>
                    <a:pt x="24" y="9"/>
                    <a:pt x="24" y="9"/>
                    <a:pt x="24" y="9"/>
                  </a:cubicBezTo>
                  <a:cubicBezTo>
                    <a:pt x="25" y="8"/>
                    <a:pt x="25" y="7"/>
                    <a:pt x="25" y="6"/>
                  </a:cubicBezTo>
                  <a:cubicBezTo>
                    <a:pt x="24" y="4"/>
                    <a:pt x="24" y="3"/>
                    <a:pt x="24" y="2"/>
                  </a:cubicBezTo>
                  <a:cubicBezTo>
                    <a:pt x="24" y="3"/>
                    <a:pt x="24" y="3"/>
                    <a:pt x="24" y="4"/>
                  </a:cubicBezTo>
                  <a:cubicBezTo>
                    <a:pt x="23" y="5"/>
                    <a:pt x="23" y="6"/>
                    <a:pt x="23" y="7"/>
                  </a:cubicBezTo>
                  <a:cubicBezTo>
                    <a:pt x="23" y="8"/>
                    <a:pt x="23" y="8"/>
                    <a:pt x="23" y="9"/>
                  </a:cubicBezTo>
                  <a:cubicBezTo>
                    <a:pt x="24" y="9"/>
                    <a:pt x="24" y="9"/>
                    <a:pt x="24" y="9"/>
                  </a:cubicBezTo>
                  <a:cubicBezTo>
                    <a:pt x="22" y="9"/>
                    <a:pt x="21" y="9"/>
                    <a:pt x="20" y="9"/>
                  </a:cubicBezTo>
                  <a:cubicBezTo>
                    <a:pt x="20" y="9"/>
                    <a:pt x="20" y="8"/>
                    <a:pt x="20" y="7"/>
                  </a:cubicBezTo>
                  <a:cubicBezTo>
                    <a:pt x="19" y="8"/>
                    <a:pt x="19" y="8"/>
                    <a:pt x="19" y="9"/>
                  </a:cubicBezTo>
                  <a:cubicBezTo>
                    <a:pt x="17" y="9"/>
                    <a:pt x="15" y="9"/>
                    <a:pt x="13" y="9"/>
                  </a:cubicBezTo>
                  <a:cubicBezTo>
                    <a:pt x="13" y="9"/>
                    <a:pt x="13" y="8"/>
                    <a:pt x="13" y="7"/>
                  </a:cubicBezTo>
                  <a:cubicBezTo>
                    <a:pt x="12" y="7"/>
                    <a:pt x="12" y="7"/>
                    <a:pt x="12" y="7"/>
                  </a:cubicBezTo>
                  <a:cubicBezTo>
                    <a:pt x="12" y="8"/>
                    <a:pt x="12" y="9"/>
                    <a:pt x="12" y="9"/>
                  </a:cubicBezTo>
                  <a:cubicBezTo>
                    <a:pt x="11" y="9"/>
                    <a:pt x="10" y="9"/>
                    <a:pt x="8" y="9"/>
                  </a:cubicBezTo>
                  <a:cubicBezTo>
                    <a:pt x="8" y="9"/>
                    <a:pt x="8" y="9"/>
                    <a:pt x="9" y="9"/>
                  </a:cubicBezTo>
                  <a:cubicBezTo>
                    <a:pt x="9" y="8"/>
                    <a:pt x="9" y="7"/>
                    <a:pt x="9" y="7"/>
                  </a:cubicBezTo>
                  <a:cubicBezTo>
                    <a:pt x="9" y="5"/>
                    <a:pt x="9" y="4"/>
                    <a:pt x="8" y="2"/>
                  </a:cubicBezTo>
                  <a:cubicBezTo>
                    <a:pt x="8" y="2"/>
                    <a:pt x="8" y="2"/>
                    <a:pt x="8" y="2"/>
                  </a:cubicBezTo>
                  <a:cubicBezTo>
                    <a:pt x="8" y="3"/>
                    <a:pt x="8" y="4"/>
                    <a:pt x="8" y="4"/>
                  </a:cubicBezTo>
                  <a:cubicBezTo>
                    <a:pt x="8" y="5"/>
                    <a:pt x="7" y="6"/>
                    <a:pt x="7" y="8"/>
                  </a:cubicBezTo>
                  <a:cubicBezTo>
                    <a:pt x="7" y="8"/>
                    <a:pt x="7" y="8"/>
                    <a:pt x="8" y="9"/>
                  </a:cubicBezTo>
                  <a:cubicBezTo>
                    <a:pt x="8" y="9"/>
                    <a:pt x="8" y="9"/>
                    <a:pt x="8" y="9"/>
                  </a:cubicBezTo>
                  <a:cubicBezTo>
                    <a:pt x="7" y="9"/>
                    <a:pt x="5" y="9"/>
                    <a:pt x="4" y="9"/>
                  </a:cubicBezTo>
                  <a:cubicBezTo>
                    <a:pt x="4" y="9"/>
                    <a:pt x="4" y="8"/>
                    <a:pt x="4" y="7"/>
                  </a:cubicBezTo>
                  <a:cubicBezTo>
                    <a:pt x="4" y="8"/>
                    <a:pt x="3" y="8"/>
                    <a:pt x="4" y="9"/>
                  </a:cubicBezTo>
                  <a:cubicBezTo>
                    <a:pt x="2" y="9"/>
                    <a:pt x="1" y="9"/>
                    <a:pt x="0" y="9"/>
                  </a:cubicBezTo>
                  <a:cubicBezTo>
                    <a:pt x="0" y="8"/>
                    <a:pt x="1" y="6"/>
                    <a:pt x="2" y="5"/>
                  </a:cubicBezTo>
                  <a:cubicBezTo>
                    <a:pt x="3" y="3"/>
                    <a:pt x="5" y="1"/>
                    <a:pt x="7" y="1"/>
                  </a:cubicBezTo>
                  <a:cubicBezTo>
                    <a:pt x="7" y="0"/>
                    <a:pt x="7" y="0"/>
                    <a:pt x="8" y="1"/>
                  </a:cubicBezTo>
                  <a:cubicBezTo>
                    <a:pt x="8" y="1"/>
                    <a:pt x="8" y="1"/>
                    <a:pt x="8" y="1"/>
                  </a:cubicBezTo>
                  <a:cubicBezTo>
                    <a:pt x="8" y="1"/>
                    <a:pt x="9" y="1"/>
                    <a:pt x="9" y="1"/>
                  </a:cubicBezTo>
                  <a:cubicBezTo>
                    <a:pt x="9" y="0"/>
                    <a:pt x="9" y="0"/>
                    <a:pt x="10" y="1"/>
                  </a:cubicBezTo>
                  <a:cubicBezTo>
                    <a:pt x="11" y="1"/>
                    <a:pt x="12" y="2"/>
                    <a:pt x="13" y="3"/>
                  </a:cubicBezTo>
                  <a:cubicBezTo>
                    <a:pt x="15" y="4"/>
                    <a:pt x="16" y="6"/>
                    <a:pt x="16" y="8"/>
                  </a:cubicBezTo>
                  <a:cubicBezTo>
                    <a:pt x="16" y="8"/>
                    <a:pt x="16" y="8"/>
                    <a:pt x="16" y="8"/>
                  </a:cubicBezTo>
                  <a:cubicBezTo>
                    <a:pt x="16" y="7"/>
                    <a:pt x="16" y="7"/>
                    <a:pt x="16" y="7"/>
                  </a:cubicBezTo>
                  <a:cubicBezTo>
                    <a:pt x="17" y="5"/>
                    <a:pt x="18" y="3"/>
                    <a:pt x="20" y="2"/>
                  </a:cubicBezTo>
                  <a:cubicBezTo>
                    <a:pt x="21" y="2"/>
                    <a:pt x="22" y="1"/>
                    <a:pt x="22" y="1"/>
                  </a:cubicBezTo>
                  <a:cubicBezTo>
                    <a:pt x="23" y="0"/>
                    <a:pt x="23" y="0"/>
                    <a:pt x="23" y="1"/>
                  </a:cubicBezTo>
                  <a:cubicBezTo>
                    <a:pt x="23" y="1"/>
                    <a:pt x="24" y="1"/>
                    <a:pt x="24"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0" name="Oval 1280">
              <a:extLst>
                <a:ext uri="{FF2B5EF4-FFF2-40B4-BE49-F238E27FC236}">
                  <a16:creationId xmlns="" xmlns:a16="http://schemas.microsoft.com/office/drawing/2014/main" id="{17174454-BFA8-424C-97A3-A0FB3C5BF04E}"/>
                </a:ext>
              </a:extLst>
            </p:cNvPr>
            <p:cNvSpPr>
              <a:spLocks noChangeArrowheads="1"/>
            </p:cNvSpPr>
            <p:nvPr/>
          </p:nvSpPr>
          <p:spPr bwMode="auto">
            <a:xfrm>
              <a:off x="11482173" y="512744"/>
              <a:ext cx="6445" cy="6445"/>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1" name="Oval 1281">
              <a:extLst>
                <a:ext uri="{FF2B5EF4-FFF2-40B4-BE49-F238E27FC236}">
                  <a16:creationId xmlns="" xmlns:a16="http://schemas.microsoft.com/office/drawing/2014/main" id="{AF3FFD99-A57C-4351-B60F-39A02310CF8D}"/>
                </a:ext>
              </a:extLst>
            </p:cNvPr>
            <p:cNvSpPr>
              <a:spLocks noChangeArrowheads="1"/>
            </p:cNvSpPr>
            <p:nvPr/>
          </p:nvSpPr>
          <p:spPr bwMode="auto">
            <a:xfrm>
              <a:off x="11462570" y="532347"/>
              <a:ext cx="5102" cy="510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2" name="Oval 1282">
              <a:extLst>
                <a:ext uri="{FF2B5EF4-FFF2-40B4-BE49-F238E27FC236}">
                  <a16:creationId xmlns="" xmlns:a16="http://schemas.microsoft.com/office/drawing/2014/main" id="{02E3E356-8317-4847-9988-18A85D689675}"/>
                </a:ext>
              </a:extLst>
            </p:cNvPr>
            <p:cNvSpPr>
              <a:spLocks noChangeArrowheads="1"/>
            </p:cNvSpPr>
            <p:nvPr/>
          </p:nvSpPr>
          <p:spPr bwMode="auto">
            <a:xfrm>
              <a:off x="11472774" y="532347"/>
              <a:ext cx="5102" cy="510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3" name="Freeform 1283">
              <a:extLst>
                <a:ext uri="{FF2B5EF4-FFF2-40B4-BE49-F238E27FC236}">
                  <a16:creationId xmlns="" xmlns:a16="http://schemas.microsoft.com/office/drawing/2014/main" id="{D8BDA3B8-3F9B-4B4F-A5AA-CE7236631788}"/>
                </a:ext>
              </a:extLst>
            </p:cNvPr>
            <p:cNvSpPr>
              <a:spLocks noEditPoints="1"/>
            </p:cNvSpPr>
            <p:nvPr/>
          </p:nvSpPr>
          <p:spPr bwMode="auto">
            <a:xfrm>
              <a:off x="11464987" y="516504"/>
              <a:ext cx="10204" cy="10204"/>
            </a:xfrm>
            <a:custGeom>
              <a:avLst/>
              <a:gdLst>
                <a:gd name="T0" fmla="*/ 11 w 16"/>
                <a:gd name="T1" fmla="*/ 15 h 16"/>
                <a:gd name="T2" fmla="*/ 9 w 16"/>
                <a:gd name="T3" fmla="*/ 14 h 16"/>
                <a:gd name="T4" fmla="*/ 9 w 16"/>
                <a:gd name="T5" fmla="*/ 14 h 16"/>
                <a:gd name="T6" fmla="*/ 8 w 16"/>
                <a:gd name="T7" fmla="*/ 14 h 16"/>
                <a:gd name="T8" fmla="*/ 7 w 16"/>
                <a:gd name="T9" fmla="*/ 15 h 16"/>
                <a:gd name="T10" fmla="*/ 6 w 16"/>
                <a:gd name="T11" fmla="*/ 15 h 16"/>
                <a:gd name="T12" fmla="*/ 5 w 16"/>
                <a:gd name="T13" fmla="*/ 15 h 16"/>
                <a:gd name="T14" fmla="*/ 4 w 16"/>
                <a:gd name="T15" fmla="*/ 13 h 16"/>
                <a:gd name="T16" fmla="*/ 4 w 16"/>
                <a:gd name="T17" fmla="*/ 13 h 16"/>
                <a:gd name="T18" fmla="*/ 4 w 16"/>
                <a:gd name="T19" fmla="*/ 13 h 16"/>
                <a:gd name="T20" fmla="*/ 2 w 16"/>
                <a:gd name="T21" fmla="*/ 12 h 16"/>
                <a:gd name="T22" fmla="*/ 2 w 16"/>
                <a:gd name="T23" fmla="*/ 12 h 16"/>
                <a:gd name="T24" fmla="*/ 1 w 16"/>
                <a:gd name="T25" fmla="*/ 11 h 16"/>
                <a:gd name="T26" fmla="*/ 1 w 16"/>
                <a:gd name="T27" fmla="*/ 9 h 16"/>
                <a:gd name="T28" fmla="*/ 2 w 16"/>
                <a:gd name="T29" fmla="*/ 9 h 16"/>
                <a:gd name="T30" fmla="*/ 2 w 16"/>
                <a:gd name="T31" fmla="*/ 9 h 16"/>
                <a:gd name="T32" fmla="*/ 2 w 16"/>
                <a:gd name="T33" fmla="*/ 8 h 16"/>
                <a:gd name="T34" fmla="*/ 1 w 16"/>
                <a:gd name="T35" fmla="*/ 7 h 16"/>
                <a:gd name="T36" fmla="*/ 1 w 16"/>
                <a:gd name="T37" fmla="*/ 5 h 16"/>
                <a:gd name="T38" fmla="*/ 2 w 16"/>
                <a:gd name="T39" fmla="*/ 4 h 16"/>
                <a:gd name="T40" fmla="*/ 4 w 16"/>
                <a:gd name="T41" fmla="*/ 4 h 16"/>
                <a:gd name="T42" fmla="*/ 4 w 16"/>
                <a:gd name="T43" fmla="*/ 2 h 16"/>
                <a:gd name="T44" fmla="*/ 4 w 16"/>
                <a:gd name="T45" fmla="*/ 1 h 16"/>
                <a:gd name="T46" fmla="*/ 5 w 16"/>
                <a:gd name="T47" fmla="*/ 1 h 16"/>
                <a:gd name="T48" fmla="*/ 7 w 16"/>
                <a:gd name="T49" fmla="*/ 1 h 16"/>
                <a:gd name="T50" fmla="*/ 7 w 16"/>
                <a:gd name="T51" fmla="*/ 2 h 16"/>
                <a:gd name="T52" fmla="*/ 8 w 16"/>
                <a:gd name="T53" fmla="*/ 2 h 16"/>
                <a:gd name="T54" fmla="*/ 9 w 16"/>
                <a:gd name="T55" fmla="*/ 1 h 16"/>
                <a:gd name="T56" fmla="*/ 9 w 16"/>
                <a:gd name="T57" fmla="*/ 1 h 16"/>
                <a:gd name="T58" fmla="*/ 11 w 16"/>
                <a:gd name="T59" fmla="*/ 1 h 16"/>
                <a:gd name="T60" fmla="*/ 12 w 16"/>
                <a:gd name="T61" fmla="*/ 2 h 16"/>
                <a:gd name="T62" fmla="*/ 12 w 16"/>
                <a:gd name="T63" fmla="*/ 3 h 16"/>
                <a:gd name="T64" fmla="*/ 12 w 16"/>
                <a:gd name="T65" fmla="*/ 4 h 16"/>
                <a:gd name="T66" fmla="*/ 13 w 16"/>
                <a:gd name="T67" fmla="*/ 4 h 16"/>
                <a:gd name="T68" fmla="*/ 15 w 16"/>
                <a:gd name="T69" fmla="*/ 4 h 16"/>
                <a:gd name="T70" fmla="*/ 15 w 16"/>
                <a:gd name="T71" fmla="*/ 5 h 16"/>
                <a:gd name="T72" fmla="*/ 14 w 16"/>
                <a:gd name="T73" fmla="*/ 7 h 16"/>
                <a:gd name="T74" fmla="*/ 14 w 16"/>
                <a:gd name="T75" fmla="*/ 7 h 16"/>
                <a:gd name="T76" fmla="*/ 14 w 16"/>
                <a:gd name="T77" fmla="*/ 7 h 16"/>
                <a:gd name="T78" fmla="*/ 14 w 16"/>
                <a:gd name="T79" fmla="*/ 9 h 16"/>
                <a:gd name="T80" fmla="*/ 15 w 16"/>
                <a:gd name="T81" fmla="*/ 9 h 16"/>
                <a:gd name="T82" fmla="*/ 15 w 16"/>
                <a:gd name="T83" fmla="*/ 11 h 16"/>
                <a:gd name="T84" fmla="*/ 14 w 16"/>
                <a:gd name="T85" fmla="*/ 12 h 16"/>
                <a:gd name="T86" fmla="*/ 12 w 16"/>
                <a:gd name="T87" fmla="*/ 12 h 16"/>
                <a:gd name="T88" fmla="*/ 12 w 16"/>
                <a:gd name="T89" fmla="*/ 13 h 16"/>
                <a:gd name="T90" fmla="*/ 12 w 16"/>
                <a:gd name="T91" fmla="*/ 15 h 16"/>
                <a:gd name="T92" fmla="*/ 11 w 16"/>
                <a:gd name="T93" fmla="*/ 15 h 16"/>
                <a:gd name="T94" fmla="*/ 11 w 16"/>
                <a:gd name="T95" fmla="*/ 15 h 16"/>
                <a:gd name="T96" fmla="*/ 8 w 16"/>
                <a:gd name="T97" fmla="*/ 4 h 16"/>
                <a:gd name="T98" fmla="*/ 4 w 16"/>
                <a:gd name="T99" fmla="*/ 8 h 16"/>
                <a:gd name="T100" fmla="*/ 8 w 16"/>
                <a:gd name="T101" fmla="*/ 12 h 16"/>
                <a:gd name="T102" fmla="*/ 12 w 16"/>
                <a:gd name="T103" fmla="*/ 8 h 16"/>
                <a:gd name="T104" fmla="*/ 8 w 16"/>
                <a:gd name="T105"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 h="16">
                  <a:moveTo>
                    <a:pt x="11" y="15"/>
                  </a:moveTo>
                  <a:cubicBezTo>
                    <a:pt x="10" y="15"/>
                    <a:pt x="10" y="15"/>
                    <a:pt x="9" y="14"/>
                  </a:cubicBezTo>
                  <a:cubicBezTo>
                    <a:pt x="9" y="14"/>
                    <a:pt x="9" y="14"/>
                    <a:pt x="9" y="14"/>
                  </a:cubicBezTo>
                  <a:cubicBezTo>
                    <a:pt x="9" y="14"/>
                    <a:pt x="8" y="14"/>
                    <a:pt x="8" y="14"/>
                  </a:cubicBezTo>
                  <a:cubicBezTo>
                    <a:pt x="8" y="14"/>
                    <a:pt x="7" y="14"/>
                    <a:pt x="7" y="15"/>
                  </a:cubicBezTo>
                  <a:cubicBezTo>
                    <a:pt x="7" y="15"/>
                    <a:pt x="6" y="16"/>
                    <a:pt x="6" y="15"/>
                  </a:cubicBezTo>
                  <a:cubicBezTo>
                    <a:pt x="6" y="15"/>
                    <a:pt x="5" y="15"/>
                    <a:pt x="5" y="15"/>
                  </a:cubicBezTo>
                  <a:cubicBezTo>
                    <a:pt x="4" y="15"/>
                    <a:pt x="4" y="15"/>
                    <a:pt x="4" y="13"/>
                  </a:cubicBezTo>
                  <a:cubicBezTo>
                    <a:pt x="5" y="13"/>
                    <a:pt x="5" y="13"/>
                    <a:pt x="4" y="13"/>
                  </a:cubicBezTo>
                  <a:cubicBezTo>
                    <a:pt x="4" y="13"/>
                    <a:pt x="4" y="13"/>
                    <a:pt x="4" y="13"/>
                  </a:cubicBezTo>
                  <a:cubicBezTo>
                    <a:pt x="4" y="12"/>
                    <a:pt x="3" y="12"/>
                    <a:pt x="2" y="12"/>
                  </a:cubicBezTo>
                  <a:cubicBezTo>
                    <a:pt x="2" y="12"/>
                    <a:pt x="2" y="12"/>
                    <a:pt x="2" y="12"/>
                  </a:cubicBezTo>
                  <a:cubicBezTo>
                    <a:pt x="2" y="12"/>
                    <a:pt x="1" y="12"/>
                    <a:pt x="1" y="11"/>
                  </a:cubicBezTo>
                  <a:cubicBezTo>
                    <a:pt x="1" y="10"/>
                    <a:pt x="1" y="10"/>
                    <a:pt x="1" y="9"/>
                  </a:cubicBezTo>
                  <a:cubicBezTo>
                    <a:pt x="1" y="9"/>
                    <a:pt x="1" y="9"/>
                    <a:pt x="2" y="9"/>
                  </a:cubicBezTo>
                  <a:cubicBezTo>
                    <a:pt x="2" y="9"/>
                    <a:pt x="2" y="9"/>
                    <a:pt x="2" y="9"/>
                  </a:cubicBezTo>
                  <a:cubicBezTo>
                    <a:pt x="2" y="9"/>
                    <a:pt x="2" y="8"/>
                    <a:pt x="2" y="8"/>
                  </a:cubicBezTo>
                  <a:cubicBezTo>
                    <a:pt x="2" y="8"/>
                    <a:pt x="2" y="7"/>
                    <a:pt x="1" y="7"/>
                  </a:cubicBezTo>
                  <a:cubicBezTo>
                    <a:pt x="0" y="7"/>
                    <a:pt x="0" y="6"/>
                    <a:pt x="1" y="5"/>
                  </a:cubicBezTo>
                  <a:cubicBezTo>
                    <a:pt x="1" y="4"/>
                    <a:pt x="2" y="4"/>
                    <a:pt x="2" y="4"/>
                  </a:cubicBezTo>
                  <a:cubicBezTo>
                    <a:pt x="3" y="4"/>
                    <a:pt x="3" y="4"/>
                    <a:pt x="4" y="4"/>
                  </a:cubicBezTo>
                  <a:cubicBezTo>
                    <a:pt x="4" y="3"/>
                    <a:pt x="4" y="3"/>
                    <a:pt x="4" y="2"/>
                  </a:cubicBezTo>
                  <a:cubicBezTo>
                    <a:pt x="4" y="2"/>
                    <a:pt x="4" y="1"/>
                    <a:pt x="4" y="1"/>
                  </a:cubicBezTo>
                  <a:cubicBezTo>
                    <a:pt x="5" y="1"/>
                    <a:pt x="5" y="1"/>
                    <a:pt x="5" y="1"/>
                  </a:cubicBezTo>
                  <a:cubicBezTo>
                    <a:pt x="6" y="0"/>
                    <a:pt x="6" y="0"/>
                    <a:pt x="7" y="1"/>
                  </a:cubicBezTo>
                  <a:cubicBezTo>
                    <a:pt x="7" y="2"/>
                    <a:pt x="7" y="2"/>
                    <a:pt x="7" y="2"/>
                  </a:cubicBezTo>
                  <a:cubicBezTo>
                    <a:pt x="7" y="2"/>
                    <a:pt x="8" y="2"/>
                    <a:pt x="8" y="2"/>
                  </a:cubicBezTo>
                  <a:cubicBezTo>
                    <a:pt x="8" y="2"/>
                    <a:pt x="9" y="2"/>
                    <a:pt x="9" y="1"/>
                  </a:cubicBezTo>
                  <a:cubicBezTo>
                    <a:pt x="9" y="1"/>
                    <a:pt x="9" y="1"/>
                    <a:pt x="9" y="1"/>
                  </a:cubicBezTo>
                  <a:cubicBezTo>
                    <a:pt x="10" y="0"/>
                    <a:pt x="10" y="0"/>
                    <a:pt x="11" y="1"/>
                  </a:cubicBezTo>
                  <a:cubicBezTo>
                    <a:pt x="12" y="1"/>
                    <a:pt x="12" y="2"/>
                    <a:pt x="12" y="2"/>
                  </a:cubicBezTo>
                  <a:cubicBezTo>
                    <a:pt x="12" y="3"/>
                    <a:pt x="12" y="3"/>
                    <a:pt x="12" y="3"/>
                  </a:cubicBezTo>
                  <a:cubicBezTo>
                    <a:pt x="12" y="3"/>
                    <a:pt x="12" y="3"/>
                    <a:pt x="12" y="4"/>
                  </a:cubicBezTo>
                  <a:cubicBezTo>
                    <a:pt x="13" y="4"/>
                    <a:pt x="13" y="4"/>
                    <a:pt x="13" y="4"/>
                  </a:cubicBezTo>
                  <a:cubicBezTo>
                    <a:pt x="14" y="3"/>
                    <a:pt x="15" y="4"/>
                    <a:pt x="15" y="4"/>
                  </a:cubicBezTo>
                  <a:cubicBezTo>
                    <a:pt x="15" y="4"/>
                    <a:pt x="15" y="5"/>
                    <a:pt x="15" y="5"/>
                  </a:cubicBezTo>
                  <a:cubicBezTo>
                    <a:pt x="16" y="6"/>
                    <a:pt x="16" y="6"/>
                    <a:pt x="14" y="7"/>
                  </a:cubicBezTo>
                  <a:cubicBezTo>
                    <a:pt x="14" y="7"/>
                    <a:pt x="14" y="7"/>
                    <a:pt x="14" y="7"/>
                  </a:cubicBezTo>
                  <a:cubicBezTo>
                    <a:pt x="14" y="7"/>
                    <a:pt x="14" y="7"/>
                    <a:pt x="14" y="7"/>
                  </a:cubicBezTo>
                  <a:cubicBezTo>
                    <a:pt x="14" y="8"/>
                    <a:pt x="14" y="8"/>
                    <a:pt x="14" y="9"/>
                  </a:cubicBezTo>
                  <a:cubicBezTo>
                    <a:pt x="15" y="9"/>
                    <a:pt x="15" y="9"/>
                    <a:pt x="15" y="9"/>
                  </a:cubicBezTo>
                  <a:cubicBezTo>
                    <a:pt x="16" y="9"/>
                    <a:pt x="16" y="10"/>
                    <a:pt x="15" y="11"/>
                  </a:cubicBezTo>
                  <a:cubicBezTo>
                    <a:pt x="15" y="12"/>
                    <a:pt x="15" y="12"/>
                    <a:pt x="14" y="12"/>
                  </a:cubicBezTo>
                  <a:cubicBezTo>
                    <a:pt x="13" y="11"/>
                    <a:pt x="13" y="12"/>
                    <a:pt x="12" y="12"/>
                  </a:cubicBezTo>
                  <a:cubicBezTo>
                    <a:pt x="12" y="13"/>
                    <a:pt x="12" y="13"/>
                    <a:pt x="12" y="13"/>
                  </a:cubicBezTo>
                  <a:cubicBezTo>
                    <a:pt x="13" y="14"/>
                    <a:pt x="12" y="15"/>
                    <a:pt x="12" y="15"/>
                  </a:cubicBezTo>
                  <a:cubicBezTo>
                    <a:pt x="11" y="15"/>
                    <a:pt x="11" y="15"/>
                    <a:pt x="11" y="15"/>
                  </a:cubicBezTo>
                  <a:cubicBezTo>
                    <a:pt x="11" y="15"/>
                    <a:pt x="11" y="15"/>
                    <a:pt x="11" y="15"/>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4" name="Freeform 1284">
              <a:extLst>
                <a:ext uri="{FF2B5EF4-FFF2-40B4-BE49-F238E27FC236}">
                  <a16:creationId xmlns="" xmlns:a16="http://schemas.microsoft.com/office/drawing/2014/main" id="{34307E8E-E1A5-4462-B25A-B0BADC932799}"/>
                </a:ext>
              </a:extLst>
            </p:cNvPr>
            <p:cNvSpPr>
              <a:spLocks noEditPoints="1"/>
            </p:cNvSpPr>
            <p:nvPr/>
          </p:nvSpPr>
          <p:spPr bwMode="auto">
            <a:xfrm>
              <a:off x="11112137" y="822897"/>
              <a:ext cx="44576" cy="45113"/>
            </a:xfrm>
            <a:custGeom>
              <a:avLst/>
              <a:gdLst>
                <a:gd name="T0" fmla="*/ 44 w 70"/>
                <a:gd name="T1" fmla="*/ 3 h 71"/>
                <a:gd name="T2" fmla="*/ 44 w 70"/>
                <a:gd name="T3" fmla="*/ 13 h 71"/>
                <a:gd name="T4" fmla="*/ 48 w 70"/>
                <a:gd name="T5" fmla="*/ 16 h 71"/>
                <a:gd name="T6" fmla="*/ 54 w 70"/>
                <a:gd name="T7" fmla="*/ 15 h 71"/>
                <a:gd name="T8" fmla="*/ 56 w 70"/>
                <a:gd name="T9" fmla="*/ 16 h 71"/>
                <a:gd name="T10" fmla="*/ 58 w 70"/>
                <a:gd name="T11" fmla="*/ 15 h 71"/>
                <a:gd name="T12" fmla="*/ 69 w 70"/>
                <a:gd name="T13" fmla="*/ 35 h 71"/>
                <a:gd name="T14" fmla="*/ 63 w 70"/>
                <a:gd name="T15" fmla="*/ 40 h 71"/>
                <a:gd name="T16" fmla="*/ 63 w 70"/>
                <a:gd name="T17" fmla="*/ 66 h 71"/>
                <a:gd name="T18" fmla="*/ 59 w 70"/>
                <a:gd name="T19" fmla="*/ 70 h 71"/>
                <a:gd name="T20" fmla="*/ 56 w 70"/>
                <a:gd name="T21" fmla="*/ 66 h 71"/>
                <a:gd name="T22" fmla="*/ 56 w 70"/>
                <a:gd name="T23" fmla="*/ 43 h 71"/>
                <a:gd name="T24" fmla="*/ 55 w 70"/>
                <a:gd name="T25" fmla="*/ 44 h 71"/>
                <a:gd name="T26" fmla="*/ 54 w 70"/>
                <a:gd name="T27" fmla="*/ 69 h 71"/>
                <a:gd name="T28" fmla="*/ 49 w 70"/>
                <a:gd name="T29" fmla="*/ 66 h 71"/>
                <a:gd name="T30" fmla="*/ 48 w 70"/>
                <a:gd name="T31" fmla="*/ 23 h 71"/>
                <a:gd name="T32" fmla="*/ 44 w 70"/>
                <a:gd name="T33" fmla="*/ 21 h 71"/>
                <a:gd name="T34" fmla="*/ 44 w 70"/>
                <a:gd name="T35" fmla="*/ 36 h 71"/>
                <a:gd name="T36" fmla="*/ 5 w 70"/>
                <a:gd name="T37" fmla="*/ 40 h 71"/>
                <a:gd name="T38" fmla="*/ 0 w 70"/>
                <a:gd name="T39" fmla="*/ 5 h 71"/>
                <a:gd name="T40" fmla="*/ 41 w 70"/>
                <a:gd name="T41" fmla="*/ 0 h 71"/>
                <a:gd name="T42" fmla="*/ 41 w 70"/>
                <a:gd name="T43" fmla="*/ 10 h 71"/>
                <a:gd name="T44" fmla="*/ 40 w 70"/>
                <a:gd name="T45" fmla="*/ 2 h 71"/>
                <a:gd name="T46" fmla="*/ 3 w 70"/>
                <a:gd name="T47" fmla="*/ 4 h 71"/>
                <a:gd name="T48" fmla="*/ 5 w 70"/>
                <a:gd name="T49" fmla="*/ 37 h 71"/>
                <a:gd name="T50" fmla="*/ 41 w 70"/>
                <a:gd name="T51" fmla="*/ 36 h 71"/>
                <a:gd name="T52" fmla="*/ 41 w 70"/>
                <a:gd name="T53" fmla="*/ 19 h 71"/>
                <a:gd name="T54" fmla="*/ 34 w 70"/>
                <a:gd name="T55" fmla="*/ 7 h 71"/>
                <a:gd name="T56" fmla="*/ 39 w 70"/>
                <a:gd name="T57" fmla="*/ 7 h 71"/>
                <a:gd name="T58" fmla="*/ 56 w 70"/>
                <a:gd name="T59" fmla="*/ 17 h 71"/>
                <a:gd name="T60" fmla="*/ 54 w 70"/>
                <a:gd name="T61" fmla="*/ 28 h 71"/>
                <a:gd name="T62" fmla="*/ 56 w 70"/>
                <a:gd name="T63" fmla="*/ 31 h 71"/>
                <a:gd name="T64" fmla="*/ 57 w 70"/>
                <a:gd name="T65" fmla="*/ 28 h 71"/>
                <a:gd name="T66" fmla="*/ 56 w 70"/>
                <a:gd name="T67" fmla="*/ 17 h 71"/>
                <a:gd name="T68" fmla="*/ 63 w 70"/>
                <a:gd name="T69" fmla="*/ 3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 h="71">
                  <a:moveTo>
                    <a:pt x="41" y="0"/>
                  </a:moveTo>
                  <a:cubicBezTo>
                    <a:pt x="42" y="0"/>
                    <a:pt x="43" y="1"/>
                    <a:pt x="44" y="3"/>
                  </a:cubicBezTo>
                  <a:cubicBezTo>
                    <a:pt x="44" y="3"/>
                    <a:pt x="44" y="4"/>
                    <a:pt x="44" y="4"/>
                  </a:cubicBezTo>
                  <a:cubicBezTo>
                    <a:pt x="44" y="7"/>
                    <a:pt x="44" y="10"/>
                    <a:pt x="44" y="13"/>
                  </a:cubicBezTo>
                  <a:cubicBezTo>
                    <a:pt x="44" y="14"/>
                    <a:pt x="44" y="14"/>
                    <a:pt x="44" y="14"/>
                  </a:cubicBezTo>
                  <a:cubicBezTo>
                    <a:pt x="46" y="15"/>
                    <a:pt x="47" y="16"/>
                    <a:pt x="48" y="16"/>
                  </a:cubicBezTo>
                  <a:cubicBezTo>
                    <a:pt x="49" y="16"/>
                    <a:pt x="50" y="16"/>
                    <a:pt x="50" y="16"/>
                  </a:cubicBezTo>
                  <a:cubicBezTo>
                    <a:pt x="52" y="16"/>
                    <a:pt x="53" y="15"/>
                    <a:pt x="54" y="15"/>
                  </a:cubicBezTo>
                  <a:cubicBezTo>
                    <a:pt x="54" y="15"/>
                    <a:pt x="54" y="15"/>
                    <a:pt x="55" y="15"/>
                  </a:cubicBezTo>
                  <a:cubicBezTo>
                    <a:pt x="55" y="16"/>
                    <a:pt x="55" y="16"/>
                    <a:pt x="56" y="16"/>
                  </a:cubicBezTo>
                  <a:cubicBezTo>
                    <a:pt x="56" y="16"/>
                    <a:pt x="57" y="16"/>
                    <a:pt x="57" y="15"/>
                  </a:cubicBezTo>
                  <a:cubicBezTo>
                    <a:pt x="57" y="15"/>
                    <a:pt x="58" y="15"/>
                    <a:pt x="58" y="15"/>
                  </a:cubicBezTo>
                  <a:cubicBezTo>
                    <a:pt x="63" y="17"/>
                    <a:pt x="67" y="20"/>
                    <a:pt x="69" y="26"/>
                  </a:cubicBezTo>
                  <a:cubicBezTo>
                    <a:pt x="70" y="29"/>
                    <a:pt x="70" y="32"/>
                    <a:pt x="69" y="35"/>
                  </a:cubicBezTo>
                  <a:cubicBezTo>
                    <a:pt x="69" y="36"/>
                    <a:pt x="68" y="37"/>
                    <a:pt x="67" y="39"/>
                  </a:cubicBezTo>
                  <a:cubicBezTo>
                    <a:pt x="66" y="41"/>
                    <a:pt x="65" y="41"/>
                    <a:pt x="63" y="40"/>
                  </a:cubicBezTo>
                  <a:cubicBezTo>
                    <a:pt x="63" y="41"/>
                    <a:pt x="63" y="41"/>
                    <a:pt x="63" y="41"/>
                  </a:cubicBezTo>
                  <a:cubicBezTo>
                    <a:pt x="63" y="49"/>
                    <a:pt x="63" y="58"/>
                    <a:pt x="63" y="66"/>
                  </a:cubicBezTo>
                  <a:cubicBezTo>
                    <a:pt x="63" y="66"/>
                    <a:pt x="63" y="67"/>
                    <a:pt x="62" y="67"/>
                  </a:cubicBezTo>
                  <a:cubicBezTo>
                    <a:pt x="62" y="69"/>
                    <a:pt x="61" y="70"/>
                    <a:pt x="59" y="70"/>
                  </a:cubicBezTo>
                  <a:cubicBezTo>
                    <a:pt x="58" y="70"/>
                    <a:pt x="56" y="69"/>
                    <a:pt x="56" y="67"/>
                  </a:cubicBezTo>
                  <a:cubicBezTo>
                    <a:pt x="56" y="67"/>
                    <a:pt x="56" y="66"/>
                    <a:pt x="56" y="66"/>
                  </a:cubicBezTo>
                  <a:cubicBezTo>
                    <a:pt x="56" y="59"/>
                    <a:pt x="56" y="51"/>
                    <a:pt x="56" y="44"/>
                  </a:cubicBezTo>
                  <a:cubicBezTo>
                    <a:pt x="56" y="44"/>
                    <a:pt x="56" y="44"/>
                    <a:pt x="56" y="43"/>
                  </a:cubicBezTo>
                  <a:cubicBezTo>
                    <a:pt x="56" y="43"/>
                    <a:pt x="56" y="43"/>
                    <a:pt x="56" y="43"/>
                  </a:cubicBezTo>
                  <a:cubicBezTo>
                    <a:pt x="56" y="44"/>
                    <a:pt x="55" y="44"/>
                    <a:pt x="55" y="44"/>
                  </a:cubicBezTo>
                  <a:cubicBezTo>
                    <a:pt x="55" y="52"/>
                    <a:pt x="55" y="59"/>
                    <a:pt x="55" y="66"/>
                  </a:cubicBezTo>
                  <a:cubicBezTo>
                    <a:pt x="55" y="67"/>
                    <a:pt x="55" y="68"/>
                    <a:pt x="54" y="69"/>
                  </a:cubicBezTo>
                  <a:cubicBezTo>
                    <a:pt x="52" y="71"/>
                    <a:pt x="49" y="69"/>
                    <a:pt x="49" y="67"/>
                  </a:cubicBezTo>
                  <a:cubicBezTo>
                    <a:pt x="49" y="67"/>
                    <a:pt x="49" y="66"/>
                    <a:pt x="49" y="66"/>
                  </a:cubicBezTo>
                  <a:cubicBezTo>
                    <a:pt x="49" y="57"/>
                    <a:pt x="49" y="49"/>
                    <a:pt x="49" y="40"/>
                  </a:cubicBezTo>
                  <a:cubicBezTo>
                    <a:pt x="48" y="34"/>
                    <a:pt x="49" y="28"/>
                    <a:pt x="48" y="23"/>
                  </a:cubicBezTo>
                  <a:cubicBezTo>
                    <a:pt x="48" y="22"/>
                    <a:pt x="48" y="22"/>
                    <a:pt x="48" y="22"/>
                  </a:cubicBezTo>
                  <a:cubicBezTo>
                    <a:pt x="47" y="22"/>
                    <a:pt x="45" y="21"/>
                    <a:pt x="44" y="21"/>
                  </a:cubicBezTo>
                  <a:cubicBezTo>
                    <a:pt x="44" y="21"/>
                    <a:pt x="44" y="22"/>
                    <a:pt x="44" y="22"/>
                  </a:cubicBezTo>
                  <a:cubicBezTo>
                    <a:pt x="44" y="26"/>
                    <a:pt x="44" y="31"/>
                    <a:pt x="44" y="36"/>
                  </a:cubicBezTo>
                  <a:cubicBezTo>
                    <a:pt x="44" y="38"/>
                    <a:pt x="42" y="40"/>
                    <a:pt x="39" y="40"/>
                  </a:cubicBezTo>
                  <a:cubicBezTo>
                    <a:pt x="28" y="40"/>
                    <a:pt x="16" y="40"/>
                    <a:pt x="5" y="40"/>
                  </a:cubicBezTo>
                  <a:cubicBezTo>
                    <a:pt x="2" y="40"/>
                    <a:pt x="0" y="38"/>
                    <a:pt x="0" y="36"/>
                  </a:cubicBezTo>
                  <a:cubicBezTo>
                    <a:pt x="0" y="25"/>
                    <a:pt x="0" y="15"/>
                    <a:pt x="0" y="5"/>
                  </a:cubicBezTo>
                  <a:cubicBezTo>
                    <a:pt x="0" y="2"/>
                    <a:pt x="1" y="0"/>
                    <a:pt x="3" y="0"/>
                  </a:cubicBezTo>
                  <a:cubicBezTo>
                    <a:pt x="16" y="0"/>
                    <a:pt x="28" y="0"/>
                    <a:pt x="41" y="0"/>
                  </a:cubicBezTo>
                  <a:close/>
                  <a:moveTo>
                    <a:pt x="41" y="10"/>
                  </a:moveTo>
                  <a:cubicBezTo>
                    <a:pt x="41" y="10"/>
                    <a:pt x="41" y="10"/>
                    <a:pt x="41" y="10"/>
                  </a:cubicBezTo>
                  <a:cubicBezTo>
                    <a:pt x="41" y="8"/>
                    <a:pt x="41" y="6"/>
                    <a:pt x="41" y="4"/>
                  </a:cubicBezTo>
                  <a:cubicBezTo>
                    <a:pt x="41" y="3"/>
                    <a:pt x="41" y="2"/>
                    <a:pt x="40" y="2"/>
                  </a:cubicBezTo>
                  <a:cubicBezTo>
                    <a:pt x="28" y="2"/>
                    <a:pt x="16" y="2"/>
                    <a:pt x="5" y="2"/>
                  </a:cubicBezTo>
                  <a:cubicBezTo>
                    <a:pt x="3" y="2"/>
                    <a:pt x="3" y="3"/>
                    <a:pt x="3" y="4"/>
                  </a:cubicBezTo>
                  <a:cubicBezTo>
                    <a:pt x="3" y="15"/>
                    <a:pt x="3" y="25"/>
                    <a:pt x="3" y="36"/>
                  </a:cubicBezTo>
                  <a:cubicBezTo>
                    <a:pt x="3" y="37"/>
                    <a:pt x="3" y="37"/>
                    <a:pt x="5" y="37"/>
                  </a:cubicBezTo>
                  <a:cubicBezTo>
                    <a:pt x="16" y="37"/>
                    <a:pt x="28" y="37"/>
                    <a:pt x="39" y="37"/>
                  </a:cubicBezTo>
                  <a:cubicBezTo>
                    <a:pt x="41" y="37"/>
                    <a:pt x="41" y="37"/>
                    <a:pt x="41" y="36"/>
                  </a:cubicBezTo>
                  <a:cubicBezTo>
                    <a:pt x="41" y="30"/>
                    <a:pt x="41" y="25"/>
                    <a:pt x="41" y="20"/>
                  </a:cubicBezTo>
                  <a:cubicBezTo>
                    <a:pt x="41" y="19"/>
                    <a:pt x="41" y="19"/>
                    <a:pt x="41" y="19"/>
                  </a:cubicBezTo>
                  <a:cubicBezTo>
                    <a:pt x="38" y="16"/>
                    <a:pt x="36" y="13"/>
                    <a:pt x="34" y="10"/>
                  </a:cubicBezTo>
                  <a:cubicBezTo>
                    <a:pt x="34" y="9"/>
                    <a:pt x="34" y="8"/>
                    <a:pt x="34" y="7"/>
                  </a:cubicBezTo>
                  <a:cubicBezTo>
                    <a:pt x="35" y="6"/>
                    <a:pt x="35" y="6"/>
                    <a:pt x="36" y="6"/>
                  </a:cubicBezTo>
                  <a:cubicBezTo>
                    <a:pt x="38" y="5"/>
                    <a:pt x="38" y="6"/>
                    <a:pt x="39" y="7"/>
                  </a:cubicBezTo>
                  <a:cubicBezTo>
                    <a:pt x="40" y="8"/>
                    <a:pt x="40" y="9"/>
                    <a:pt x="41" y="10"/>
                  </a:cubicBezTo>
                  <a:close/>
                  <a:moveTo>
                    <a:pt x="56" y="17"/>
                  </a:moveTo>
                  <a:cubicBezTo>
                    <a:pt x="56" y="17"/>
                    <a:pt x="56" y="17"/>
                    <a:pt x="56" y="17"/>
                  </a:cubicBezTo>
                  <a:cubicBezTo>
                    <a:pt x="55" y="21"/>
                    <a:pt x="55" y="25"/>
                    <a:pt x="54" y="28"/>
                  </a:cubicBezTo>
                  <a:cubicBezTo>
                    <a:pt x="54" y="28"/>
                    <a:pt x="54" y="28"/>
                    <a:pt x="54" y="29"/>
                  </a:cubicBezTo>
                  <a:cubicBezTo>
                    <a:pt x="55" y="29"/>
                    <a:pt x="55" y="30"/>
                    <a:pt x="56" y="31"/>
                  </a:cubicBezTo>
                  <a:cubicBezTo>
                    <a:pt x="56" y="30"/>
                    <a:pt x="57" y="30"/>
                    <a:pt x="57" y="29"/>
                  </a:cubicBezTo>
                  <a:cubicBezTo>
                    <a:pt x="58" y="29"/>
                    <a:pt x="58" y="28"/>
                    <a:pt x="57" y="28"/>
                  </a:cubicBezTo>
                  <a:cubicBezTo>
                    <a:pt x="57" y="26"/>
                    <a:pt x="57" y="24"/>
                    <a:pt x="57" y="22"/>
                  </a:cubicBezTo>
                  <a:cubicBezTo>
                    <a:pt x="56" y="20"/>
                    <a:pt x="56" y="19"/>
                    <a:pt x="56" y="17"/>
                  </a:cubicBezTo>
                  <a:close/>
                  <a:moveTo>
                    <a:pt x="63" y="26"/>
                  </a:moveTo>
                  <a:cubicBezTo>
                    <a:pt x="63" y="29"/>
                    <a:pt x="63" y="31"/>
                    <a:pt x="63" y="34"/>
                  </a:cubicBezTo>
                  <a:cubicBezTo>
                    <a:pt x="64" y="31"/>
                    <a:pt x="64" y="29"/>
                    <a:pt x="63" y="2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5" name="Freeform 1285">
              <a:extLst>
                <a:ext uri="{FF2B5EF4-FFF2-40B4-BE49-F238E27FC236}">
                  <a16:creationId xmlns="" xmlns:a16="http://schemas.microsoft.com/office/drawing/2014/main" id="{4096B780-DD8E-4AF1-8576-29849B392286}"/>
                </a:ext>
              </a:extLst>
            </p:cNvPr>
            <p:cNvSpPr>
              <a:spLocks/>
            </p:cNvSpPr>
            <p:nvPr/>
          </p:nvSpPr>
          <p:spPr bwMode="auto">
            <a:xfrm>
              <a:off x="11111063" y="868011"/>
              <a:ext cx="41085" cy="5102"/>
            </a:xfrm>
            <a:custGeom>
              <a:avLst/>
              <a:gdLst>
                <a:gd name="T0" fmla="*/ 0 w 65"/>
                <a:gd name="T1" fmla="*/ 8 h 8"/>
                <a:gd name="T2" fmla="*/ 0 w 65"/>
                <a:gd name="T3" fmla="*/ 0 h 8"/>
                <a:gd name="T4" fmla="*/ 65 w 65"/>
                <a:gd name="T5" fmla="*/ 0 h 8"/>
                <a:gd name="T6" fmla="*/ 65 w 65"/>
                <a:gd name="T7" fmla="*/ 0 h 8"/>
                <a:gd name="T8" fmla="*/ 65 w 65"/>
                <a:gd name="T9" fmla="*/ 7 h 8"/>
                <a:gd name="T10" fmla="*/ 65 w 65"/>
                <a:gd name="T11" fmla="*/ 8 h 8"/>
                <a:gd name="T12" fmla="*/ 0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0" y="8"/>
                  </a:moveTo>
                  <a:cubicBezTo>
                    <a:pt x="0" y="5"/>
                    <a:pt x="0" y="2"/>
                    <a:pt x="0" y="0"/>
                  </a:cubicBezTo>
                  <a:cubicBezTo>
                    <a:pt x="21" y="0"/>
                    <a:pt x="43" y="0"/>
                    <a:pt x="65" y="0"/>
                  </a:cubicBezTo>
                  <a:cubicBezTo>
                    <a:pt x="65" y="0"/>
                    <a:pt x="65" y="0"/>
                    <a:pt x="65" y="0"/>
                  </a:cubicBezTo>
                  <a:cubicBezTo>
                    <a:pt x="65" y="3"/>
                    <a:pt x="65" y="5"/>
                    <a:pt x="65" y="7"/>
                  </a:cubicBezTo>
                  <a:cubicBezTo>
                    <a:pt x="65" y="7"/>
                    <a:pt x="65" y="8"/>
                    <a:pt x="65" y="8"/>
                  </a:cubicBezTo>
                  <a:cubicBezTo>
                    <a:pt x="43" y="8"/>
                    <a:pt x="21" y="8"/>
                    <a:pt x="0"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6" name="Freeform 1286">
              <a:extLst>
                <a:ext uri="{FF2B5EF4-FFF2-40B4-BE49-F238E27FC236}">
                  <a16:creationId xmlns="" xmlns:a16="http://schemas.microsoft.com/office/drawing/2014/main" id="{847E4E54-A849-4BE1-A045-188D14867EB1}"/>
                </a:ext>
              </a:extLst>
            </p:cNvPr>
            <p:cNvSpPr>
              <a:spLocks/>
            </p:cNvSpPr>
            <p:nvPr/>
          </p:nvSpPr>
          <p:spPr bwMode="auto">
            <a:xfrm>
              <a:off x="11112137" y="858612"/>
              <a:ext cx="28733" cy="8056"/>
            </a:xfrm>
            <a:custGeom>
              <a:avLst/>
              <a:gdLst>
                <a:gd name="T0" fmla="*/ 33 w 45"/>
                <a:gd name="T1" fmla="*/ 2 h 13"/>
                <a:gd name="T2" fmla="*/ 34 w 45"/>
                <a:gd name="T3" fmla="*/ 1 h 13"/>
                <a:gd name="T4" fmla="*/ 35 w 45"/>
                <a:gd name="T5" fmla="*/ 0 h 13"/>
                <a:gd name="T6" fmla="*/ 44 w 45"/>
                <a:gd name="T7" fmla="*/ 8 h 13"/>
                <a:gd name="T8" fmla="*/ 44 w 45"/>
                <a:gd name="T9" fmla="*/ 13 h 13"/>
                <a:gd name="T10" fmla="*/ 40 w 45"/>
                <a:gd name="T11" fmla="*/ 13 h 13"/>
                <a:gd name="T12" fmla="*/ 39 w 45"/>
                <a:gd name="T13" fmla="*/ 9 h 13"/>
                <a:gd name="T14" fmla="*/ 39 w 45"/>
                <a:gd name="T15" fmla="*/ 9 h 13"/>
                <a:gd name="T16" fmla="*/ 39 w 45"/>
                <a:gd name="T17" fmla="*/ 13 h 13"/>
                <a:gd name="T18" fmla="*/ 33 w 45"/>
                <a:gd name="T19" fmla="*/ 13 h 13"/>
                <a:gd name="T20" fmla="*/ 33 w 45"/>
                <a:gd name="T21" fmla="*/ 13 h 13"/>
                <a:gd name="T22" fmla="*/ 34 w 45"/>
                <a:gd name="T23" fmla="*/ 8 h 13"/>
                <a:gd name="T24" fmla="*/ 33 w 45"/>
                <a:gd name="T25" fmla="*/ 2 h 13"/>
                <a:gd name="T26" fmla="*/ 33 w 45"/>
                <a:gd name="T27" fmla="*/ 5 h 13"/>
                <a:gd name="T28" fmla="*/ 32 w 45"/>
                <a:gd name="T29" fmla="*/ 10 h 13"/>
                <a:gd name="T30" fmla="*/ 33 w 45"/>
                <a:gd name="T31" fmla="*/ 12 h 13"/>
                <a:gd name="T32" fmla="*/ 33 w 45"/>
                <a:gd name="T33" fmla="*/ 13 h 13"/>
                <a:gd name="T34" fmla="*/ 27 w 45"/>
                <a:gd name="T35" fmla="*/ 13 h 13"/>
                <a:gd name="T36" fmla="*/ 27 w 45"/>
                <a:gd name="T37" fmla="*/ 9 h 13"/>
                <a:gd name="T38" fmla="*/ 27 w 45"/>
                <a:gd name="T39" fmla="*/ 13 h 13"/>
                <a:gd name="T40" fmla="*/ 18 w 45"/>
                <a:gd name="T41" fmla="*/ 13 h 13"/>
                <a:gd name="T42" fmla="*/ 17 w 45"/>
                <a:gd name="T43" fmla="*/ 9 h 13"/>
                <a:gd name="T44" fmla="*/ 17 w 45"/>
                <a:gd name="T45" fmla="*/ 9 h 13"/>
                <a:gd name="T46" fmla="*/ 17 w 45"/>
                <a:gd name="T47" fmla="*/ 13 h 13"/>
                <a:gd name="T48" fmla="*/ 11 w 45"/>
                <a:gd name="T49" fmla="*/ 13 h 13"/>
                <a:gd name="T50" fmla="*/ 12 w 45"/>
                <a:gd name="T51" fmla="*/ 12 h 13"/>
                <a:gd name="T52" fmla="*/ 12 w 45"/>
                <a:gd name="T53" fmla="*/ 9 h 13"/>
                <a:gd name="T54" fmla="*/ 11 w 45"/>
                <a:gd name="T55" fmla="*/ 3 h 13"/>
                <a:gd name="T56" fmla="*/ 11 w 45"/>
                <a:gd name="T57" fmla="*/ 2 h 13"/>
                <a:gd name="T58" fmla="*/ 10 w 45"/>
                <a:gd name="T59" fmla="*/ 6 h 13"/>
                <a:gd name="T60" fmla="*/ 10 w 45"/>
                <a:gd name="T61" fmla="*/ 10 h 13"/>
                <a:gd name="T62" fmla="*/ 10 w 45"/>
                <a:gd name="T63" fmla="*/ 12 h 13"/>
                <a:gd name="T64" fmla="*/ 11 w 45"/>
                <a:gd name="T65" fmla="*/ 13 h 13"/>
                <a:gd name="T66" fmla="*/ 5 w 45"/>
                <a:gd name="T67" fmla="*/ 13 h 13"/>
                <a:gd name="T68" fmla="*/ 5 w 45"/>
                <a:gd name="T69" fmla="*/ 9 h 13"/>
                <a:gd name="T70" fmla="*/ 4 w 45"/>
                <a:gd name="T71" fmla="*/ 13 h 13"/>
                <a:gd name="T72" fmla="*/ 0 w 45"/>
                <a:gd name="T73" fmla="*/ 13 h 13"/>
                <a:gd name="T74" fmla="*/ 2 w 45"/>
                <a:gd name="T75" fmla="*/ 6 h 13"/>
                <a:gd name="T76" fmla="*/ 9 w 45"/>
                <a:gd name="T77" fmla="*/ 0 h 13"/>
                <a:gd name="T78" fmla="*/ 10 w 45"/>
                <a:gd name="T79" fmla="*/ 1 h 13"/>
                <a:gd name="T80" fmla="*/ 11 w 45"/>
                <a:gd name="T81" fmla="*/ 2 h 13"/>
                <a:gd name="T82" fmla="*/ 12 w 45"/>
                <a:gd name="T83" fmla="*/ 1 h 13"/>
                <a:gd name="T84" fmla="*/ 13 w 45"/>
                <a:gd name="T85" fmla="*/ 0 h 13"/>
                <a:gd name="T86" fmla="*/ 18 w 45"/>
                <a:gd name="T87" fmla="*/ 4 h 13"/>
                <a:gd name="T88" fmla="*/ 22 w 45"/>
                <a:gd name="T89" fmla="*/ 10 h 13"/>
                <a:gd name="T90" fmla="*/ 22 w 45"/>
                <a:gd name="T91" fmla="*/ 10 h 13"/>
                <a:gd name="T92" fmla="*/ 22 w 45"/>
                <a:gd name="T93" fmla="*/ 9 h 13"/>
                <a:gd name="T94" fmla="*/ 27 w 45"/>
                <a:gd name="T95" fmla="*/ 2 h 13"/>
                <a:gd name="T96" fmla="*/ 31 w 45"/>
                <a:gd name="T97" fmla="*/ 0 h 13"/>
                <a:gd name="T98" fmla="*/ 32 w 45"/>
                <a:gd name="T99" fmla="*/ 1 h 13"/>
                <a:gd name="T100" fmla="*/ 33 w 45"/>
                <a:gd name="T10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5" h="13">
                  <a:moveTo>
                    <a:pt x="33" y="2"/>
                  </a:moveTo>
                  <a:cubicBezTo>
                    <a:pt x="34" y="1"/>
                    <a:pt x="34" y="1"/>
                    <a:pt x="34" y="1"/>
                  </a:cubicBezTo>
                  <a:cubicBezTo>
                    <a:pt x="34" y="0"/>
                    <a:pt x="35" y="0"/>
                    <a:pt x="35" y="0"/>
                  </a:cubicBezTo>
                  <a:cubicBezTo>
                    <a:pt x="39" y="2"/>
                    <a:pt x="42" y="4"/>
                    <a:pt x="44" y="8"/>
                  </a:cubicBezTo>
                  <a:cubicBezTo>
                    <a:pt x="44" y="10"/>
                    <a:pt x="45" y="11"/>
                    <a:pt x="44" y="13"/>
                  </a:cubicBezTo>
                  <a:cubicBezTo>
                    <a:pt x="43" y="13"/>
                    <a:pt x="41" y="13"/>
                    <a:pt x="40" y="13"/>
                  </a:cubicBezTo>
                  <a:cubicBezTo>
                    <a:pt x="40" y="12"/>
                    <a:pt x="40" y="10"/>
                    <a:pt x="39" y="9"/>
                  </a:cubicBezTo>
                  <a:cubicBezTo>
                    <a:pt x="39" y="9"/>
                    <a:pt x="39" y="9"/>
                    <a:pt x="39" y="9"/>
                  </a:cubicBezTo>
                  <a:cubicBezTo>
                    <a:pt x="39" y="10"/>
                    <a:pt x="39" y="12"/>
                    <a:pt x="39" y="13"/>
                  </a:cubicBezTo>
                  <a:cubicBezTo>
                    <a:pt x="37" y="13"/>
                    <a:pt x="35" y="13"/>
                    <a:pt x="33" y="13"/>
                  </a:cubicBezTo>
                  <a:cubicBezTo>
                    <a:pt x="33" y="13"/>
                    <a:pt x="33" y="13"/>
                    <a:pt x="33" y="13"/>
                  </a:cubicBezTo>
                  <a:cubicBezTo>
                    <a:pt x="35" y="11"/>
                    <a:pt x="34" y="9"/>
                    <a:pt x="34" y="8"/>
                  </a:cubicBezTo>
                  <a:cubicBezTo>
                    <a:pt x="34" y="6"/>
                    <a:pt x="34" y="4"/>
                    <a:pt x="33" y="2"/>
                  </a:cubicBezTo>
                  <a:cubicBezTo>
                    <a:pt x="33" y="3"/>
                    <a:pt x="33" y="4"/>
                    <a:pt x="33" y="5"/>
                  </a:cubicBezTo>
                  <a:cubicBezTo>
                    <a:pt x="33" y="7"/>
                    <a:pt x="32" y="8"/>
                    <a:pt x="32" y="10"/>
                  </a:cubicBezTo>
                  <a:cubicBezTo>
                    <a:pt x="32" y="11"/>
                    <a:pt x="32" y="11"/>
                    <a:pt x="33" y="12"/>
                  </a:cubicBezTo>
                  <a:cubicBezTo>
                    <a:pt x="33" y="12"/>
                    <a:pt x="33" y="12"/>
                    <a:pt x="33" y="13"/>
                  </a:cubicBezTo>
                  <a:cubicBezTo>
                    <a:pt x="31" y="13"/>
                    <a:pt x="29" y="13"/>
                    <a:pt x="27" y="13"/>
                  </a:cubicBezTo>
                  <a:cubicBezTo>
                    <a:pt x="27" y="12"/>
                    <a:pt x="27" y="11"/>
                    <a:pt x="27" y="9"/>
                  </a:cubicBezTo>
                  <a:cubicBezTo>
                    <a:pt x="27" y="10"/>
                    <a:pt x="27" y="12"/>
                    <a:pt x="27" y="13"/>
                  </a:cubicBezTo>
                  <a:cubicBezTo>
                    <a:pt x="24" y="13"/>
                    <a:pt x="21" y="13"/>
                    <a:pt x="18" y="13"/>
                  </a:cubicBezTo>
                  <a:cubicBezTo>
                    <a:pt x="18" y="12"/>
                    <a:pt x="17" y="10"/>
                    <a:pt x="17" y="9"/>
                  </a:cubicBezTo>
                  <a:cubicBezTo>
                    <a:pt x="17" y="9"/>
                    <a:pt x="17" y="9"/>
                    <a:pt x="17" y="9"/>
                  </a:cubicBezTo>
                  <a:cubicBezTo>
                    <a:pt x="17" y="10"/>
                    <a:pt x="17" y="12"/>
                    <a:pt x="17" y="13"/>
                  </a:cubicBezTo>
                  <a:cubicBezTo>
                    <a:pt x="15" y="13"/>
                    <a:pt x="13" y="13"/>
                    <a:pt x="11" y="13"/>
                  </a:cubicBezTo>
                  <a:cubicBezTo>
                    <a:pt x="11" y="13"/>
                    <a:pt x="11" y="12"/>
                    <a:pt x="12" y="12"/>
                  </a:cubicBezTo>
                  <a:cubicBezTo>
                    <a:pt x="13" y="11"/>
                    <a:pt x="12" y="10"/>
                    <a:pt x="12" y="9"/>
                  </a:cubicBezTo>
                  <a:cubicBezTo>
                    <a:pt x="12" y="7"/>
                    <a:pt x="11" y="5"/>
                    <a:pt x="11" y="3"/>
                  </a:cubicBezTo>
                  <a:cubicBezTo>
                    <a:pt x="11" y="3"/>
                    <a:pt x="11" y="3"/>
                    <a:pt x="11" y="2"/>
                  </a:cubicBezTo>
                  <a:cubicBezTo>
                    <a:pt x="11" y="3"/>
                    <a:pt x="10" y="5"/>
                    <a:pt x="10" y="6"/>
                  </a:cubicBezTo>
                  <a:cubicBezTo>
                    <a:pt x="10" y="7"/>
                    <a:pt x="10" y="9"/>
                    <a:pt x="10" y="10"/>
                  </a:cubicBezTo>
                  <a:cubicBezTo>
                    <a:pt x="10" y="11"/>
                    <a:pt x="10" y="11"/>
                    <a:pt x="10" y="12"/>
                  </a:cubicBezTo>
                  <a:cubicBezTo>
                    <a:pt x="10" y="12"/>
                    <a:pt x="11" y="12"/>
                    <a:pt x="11" y="13"/>
                  </a:cubicBezTo>
                  <a:cubicBezTo>
                    <a:pt x="9" y="13"/>
                    <a:pt x="7" y="13"/>
                    <a:pt x="5" y="13"/>
                  </a:cubicBezTo>
                  <a:cubicBezTo>
                    <a:pt x="5" y="12"/>
                    <a:pt x="5" y="10"/>
                    <a:pt x="5" y="9"/>
                  </a:cubicBezTo>
                  <a:cubicBezTo>
                    <a:pt x="4" y="10"/>
                    <a:pt x="4" y="12"/>
                    <a:pt x="4" y="13"/>
                  </a:cubicBezTo>
                  <a:cubicBezTo>
                    <a:pt x="3" y="13"/>
                    <a:pt x="1" y="13"/>
                    <a:pt x="0" y="13"/>
                  </a:cubicBezTo>
                  <a:cubicBezTo>
                    <a:pt x="0" y="10"/>
                    <a:pt x="0" y="8"/>
                    <a:pt x="2" y="6"/>
                  </a:cubicBezTo>
                  <a:cubicBezTo>
                    <a:pt x="3" y="3"/>
                    <a:pt x="6" y="2"/>
                    <a:pt x="9" y="0"/>
                  </a:cubicBezTo>
                  <a:cubicBezTo>
                    <a:pt x="9" y="0"/>
                    <a:pt x="10" y="0"/>
                    <a:pt x="10" y="1"/>
                  </a:cubicBezTo>
                  <a:cubicBezTo>
                    <a:pt x="10" y="1"/>
                    <a:pt x="11" y="1"/>
                    <a:pt x="11" y="2"/>
                  </a:cubicBezTo>
                  <a:cubicBezTo>
                    <a:pt x="11" y="1"/>
                    <a:pt x="12" y="1"/>
                    <a:pt x="12" y="1"/>
                  </a:cubicBezTo>
                  <a:cubicBezTo>
                    <a:pt x="12" y="0"/>
                    <a:pt x="13" y="0"/>
                    <a:pt x="13" y="0"/>
                  </a:cubicBezTo>
                  <a:cubicBezTo>
                    <a:pt x="15" y="1"/>
                    <a:pt x="17" y="2"/>
                    <a:pt x="18" y="4"/>
                  </a:cubicBezTo>
                  <a:cubicBezTo>
                    <a:pt x="20" y="6"/>
                    <a:pt x="22" y="8"/>
                    <a:pt x="22" y="10"/>
                  </a:cubicBezTo>
                  <a:cubicBezTo>
                    <a:pt x="22" y="10"/>
                    <a:pt x="22" y="10"/>
                    <a:pt x="22" y="10"/>
                  </a:cubicBezTo>
                  <a:cubicBezTo>
                    <a:pt x="22" y="10"/>
                    <a:pt x="22" y="10"/>
                    <a:pt x="22" y="9"/>
                  </a:cubicBezTo>
                  <a:cubicBezTo>
                    <a:pt x="23" y="6"/>
                    <a:pt x="25" y="4"/>
                    <a:pt x="27" y="2"/>
                  </a:cubicBezTo>
                  <a:cubicBezTo>
                    <a:pt x="29" y="2"/>
                    <a:pt x="30" y="1"/>
                    <a:pt x="31" y="0"/>
                  </a:cubicBezTo>
                  <a:cubicBezTo>
                    <a:pt x="32" y="0"/>
                    <a:pt x="32" y="0"/>
                    <a:pt x="32" y="1"/>
                  </a:cubicBezTo>
                  <a:cubicBezTo>
                    <a:pt x="33" y="1"/>
                    <a:pt x="33" y="1"/>
                    <a:pt x="33"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7" name="Freeform 1287">
              <a:extLst>
                <a:ext uri="{FF2B5EF4-FFF2-40B4-BE49-F238E27FC236}">
                  <a16:creationId xmlns="" xmlns:a16="http://schemas.microsoft.com/office/drawing/2014/main" id="{437EFAE4-4CEF-4F35-8FC7-E818AB5C45F4}"/>
                </a:ext>
              </a:extLst>
            </p:cNvPr>
            <p:cNvSpPr>
              <a:spLocks/>
            </p:cNvSpPr>
            <p:nvPr/>
          </p:nvSpPr>
          <p:spPr bwMode="auto">
            <a:xfrm>
              <a:off x="11142750" y="822897"/>
              <a:ext cx="9399" cy="8862"/>
            </a:xfrm>
            <a:custGeom>
              <a:avLst/>
              <a:gdLst>
                <a:gd name="T0" fmla="*/ 8 w 15"/>
                <a:gd name="T1" fmla="*/ 14 h 14"/>
                <a:gd name="T2" fmla="*/ 1 w 15"/>
                <a:gd name="T3" fmla="*/ 7 h 14"/>
                <a:gd name="T4" fmla="*/ 8 w 15"/>
                <a:gd name="T5" fmla="*/ 0 h 14"/>
                <a:gd name="T6" fmla="*/ 15 w 15"/>
                <a:gd name="T7" fmla="*/ 7 h 14"/>
                <a:gd name="T8" fmla="*/ 8 w 15"/>
                <a:gd name="T9" fmla="*/ 14 h 14"/>
              </a:gdLst>
              <a:ahLst/>
              <a:cxnLst>
                <a:cxn ang="0">
                  <a:pos x="T0" y="T1"/>
                </a:cxn>
                <a:cxn ang="0">
                  <a:pos x="T2" y="T3"/>
                </a:cxn>
                <a:cxn ang="0">
                  <a:pos x="T4" y="T5"/>
                </a:cxn>
                <a:cxn ang="0">
                  <a:pos x="T6" y="T7"/>
                </a:cxn>
                <a:cxn ang="0">
                  <a:pos x="T8" y="T9"/>
                </a:cxn>
              </a:cxnLst>
              <a:rect l="0" t="0" r="r" b="b"/>
              <a:pathLst>
                <a:path w="15" h="14">
                  <a:moveTo>
                    <a:pt x="8" y="14"/>
                  </a:moveTo>
                  <a:cubicBezTo>
                    <a:pt x="4" y="14"/>
                    <a:pt x="1" y="11"/>
                    <a:pt x="1" y="7"/>
                  </a:cubicBezTo>
                  <a:cubicBezTo>
                    <a:pt x="0" y="3"/>
                    <a:pt x="4" y="0"/>
                    <a:pt x="8" y="0"/>
                  </a:cubicBezTo>
                  <a:cubicBezTo>
                    <a:pt x="12" y="0"/>
                    <a:pt x="15" y="3"/>
                    <a:pt x="15" y="7"/>
                  </a:cubicBezTo>
                  <a:cubicBezTo>
                    <a:pt x="15" y="11"/>
                    <a:pt x="12" y="14"/>
                    <a:pt x="8"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8" name="Oval 1288">
              <a:extLst>
                <a:ext uri="{FF2B5EF4-FFF2-40B4-BE49-F238E27FC236}">
                  <a16:creationId xmlns="" xmlns:a16="http://schemas.microsoft.com/office/drawing/2014/main" id="{247393DE-3189-48F1-BB0E-EB3D90BFEEFC}"/>
                </a:ext>
              </a:extLst>
            </p:cNvPr>
            <p:cNvSpPr>
              <a:spLocks noChangeArrowheads="1"/>
            </p:cNvSpPr>
            <p:nvPr/>
          </p:nvSpPr>
          <p:spPr bwMode="auto">
            <a:xfrm>
              <a:off x="11115359" y="850825"/>
              <a:ext cx="7787" cy="7787"/>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09" name="Freeform 1289">
              <a:extLst>
                <a:ext uri="{FF2B5EF4-FFF2-40B4-BE49-F238E27FC236}">
                  <a16:creationId xmlns="" xmlns:a16="http://schemas.microsoft.com/office/drawing/2014/main" id="{D7434780-3CB2-4F4B-BAEF-63781835D987}"/>
                </a:ext>
              </a:extLst>
            </p:cNvPr>
            <p:cNvSpPr>
              <a:spLocks/>
            </p:cNvSpPr>
            <p:nvPr/>
          </p:nvSpPr>
          <p:spPr bwMode="auto">
            <a:xfrm>
              <a:off x="11129323" y="850825"/>
              <a:ext cx="7787" cy="7787"/>
            </a:xfrm>
            <a:custGeom>
              <a:avLst/>
              <a:gdLst>
                <a:gd name="T0" fmla="*/ 12 w 12"/>
                <a:gd name="T1" fmla="*/ 6 h 12"/>
                <a:gd name="T2" fmla="*/ 6 w 12"/>
                <a:gd name="T3" fmla="*/ 12 h 12"/>
                <a:gd name="T4" fmla="*/ 0 w 12"/>
                <a:gd name="T5" fmla="*/ 6 h 12"/>
                <a:gd name="T6" fmla="*/ 6 w 12"/>
                <a:gd name="T7" fmla="*/ 0 h 12"/>
                <a:gd name="T8" fmla="*/ 12 w 12"/>
                <a:gd name="T9" fmla="*/ 6 h 12"/>
              </a:gdLst>
              <a:ahLst/>
              <a:cxnLst>
                <a:cxn ang="0">
                  <a:pos x="T0" y="T1"/>
                </a:cxn>
                <a:cxn ang="0">
                  <a:pos x="T2" y="T3"/>
                </a:cxn>
                <a:cxn ang="0">
                  <a:pos x="T4" y="T5"/>
                </a:cxn>
                <a:cxn ang="0">
                  <a:pos x="T6" y="T7"/>
                </a:cxn>
                <a:cxn ang="0">
                  <a:pos x="T8" y="T9"/>
                </a:cxn>
              </a:cxnLst>
              <a:rect l="0" t="0" r="r" b="b"/>
              <a:pathLst>
                <a:path w="12" h="12">
                  <a:moveTo>
                    <a:pt x="12" y="6"/>
                  </a:moveTo>
                  <a:cubicBezTo>
                    <a:pt x="12" y="9"/>
                    <a:pt x="9" y="12"/>
                    <a:pt x="6" y="12"/>
                  </a:cubicBezTo>
                  <a:cubicBezTo>
                    <a:pt x="3" y="12"/>
                    <a:pt x="0" y="9"/>
                    <a:pt x="0" y="6"/>
                  </a:cubicBezTo>
                  <a:cubicBezTo>
                    <a:pt x="1" y="3"/>
                    <a:pt x="3" y="0"/>
                    <a:pt x="6" y="0"/>
                  </a:cubicBezTo>
                  <a:cubicBezTo>
                    <a:pt x="9" y="0"/>
                    <a:pt x="12" y="3"/>
                    <a:pt x="12"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0" name="Freeform 1290">
              <a:extLst>
                <a:ext uri="{FF2B5EF4-FFF2-40B4-BE49-F238E27FC236}">
                  <a16:creationId xmlns="" xmlns:a16="http://schemas.microsoft.com/office/drawing/2014/main" id="{991E8611-E3A2-4789-AD14-D9AFDD45EFC4}"/>
                </a:ext>
              </a:extLst>
            </p:cNvPr>
            <p:cNvSpPr>
              <a:spLocks noEditPoints="1"/>
            </p:cNvSpPr>
            <p:nvPr/>
          </p:nvSpPr>
          <p:spPr bwMode="auto">
            <a:xfrm>
              <a:off x="11119119" y="828537"/>
              <a:ext cx="13964" cy="13964"/>
            </a:xfrm>
            <a:custGeom>
              <a:avLst/>
              <a:gdLst>
                <a:gd name="T0" fmla="*/ 15 w 22"/>
                <a:gd name="T1" fmla="*/ 21 h 22"/>
                <a:gd name="T2" fmla="*/ 13 w 22"/>
                <a:gd name="T3" fmla="*/ 20 h 22"/>
                <a:gd name="T4" fmla="*/ 12 w 22"/>
                <a:gd name="T5" fmla="*/ 20 h 22"/>
                <a:gd name="T6" fmla="*/ 12 w 22"/>
                <a:gd name="T7" fmla="*/ 20 h 22"/>
                <a:gd name="T8" fmla="*/ 10 w 22"/>
                <a:gd name="T9" fmla="*/ 21 h 22"/>
                <a:gd name="T10" fmla="*/ 8 w 22"/>
                <a:gd name="T11" fmla="*/ 22 h 22"/>
                <a:gd name="T12" fmla="*/ 7 w 22"/>
                <a:gd name="T13" fmla="*/ 21 h 22"/>
                <a:gd name="T14" fmla="*/ 6 w 22"/>
                <a:gd name="T15" fmla="*/ 19 h 22"/>
                <a:gd name="T16" fmla="*/ 6 w 22"/>
                <a:gd name="T17" fmla="*/ 18 h 22"/>
                <a:gd name="T18" fmla="*/ 5 w 22"/>
                <a:gd name="T19" fmla="*/ 17 h 22"/>
                <a:gd name="T20" fmla="*/ 3 w 22"/>
                <a:gd name="T21" fmla="*/ 17 h 22"/>
                <a:gd name="T22" fmla="*/ 3 w 22"/>
                <a:gd name="T23" fmla="*/ 17 h 22"/>
                <a:gd name="T24" fmla="*/ 1 w 22"/>
                <a:gd name="T25" fmla="*/ 15 h 22"/>
                <a:gd name="T26" fmla="*/ 1 w 22"/>
                <a:gd name="T27" fmla="*/ 13 h 22"/>
                <a:gd name="T28" fmla="*/ 2 w 22"/>
                <a:gd name="T29" fmla="*/ 13 h 22"/>
                <a:gd name="T30" fmla="*/ 2 w 22"/>
                <a:gd name="T31" fmla="*/ 12 h 22"/>
                <a:gd name="T32" fmla="*/ 2 w 22"/>
                <a:gd name="T33" fmla="*/ 12 h 22"/>
                <a:gd name="T34" fmla="*/ 1 w 22"/>
                <a:gd name="T35" fmla="*/ 9 h 22"/>
                <a:gd name="T36" fmla="*/ 1 w 22"/>
                <a:gd name="T37" fmla="*/ 6 h 22"/>
                <a:gd name="T38" fmla="*/ 3 w 22"/>
                <a:gd name="T39" fmla="*/ 5 h 22"/>
                <a:gd name="T40" fmla="*/ 5 w 22"/>
                <a:gd name="T41" fmla="*/ 5 h 22"/>
                <a:gd name="T42" fmla="*/ 5 w 22"/>
                <a:gd name="T43" fmla="*/ 3 h 22"/>
                <a:gd name="T44" fmla="*/ 6 w 22"/>
                <a:gd name="T45" fmla="*/ 1 h 22"/>
                <a:gd name="T46" fmla="*/ 7 w 22"/>
                <a:gd name="T47" fmla="*/ 1 h 22"/>
                <a:gd name="T48" fmla="*/ 9 w 22"/>
                <a:gd name="T49" fmla="*/ 2 h 22"/>
                <a:gd name="T50" fmla="*/ 10 w 22"/>
                <a:gd name="T51" fmla="*/ 2 h 22"/>
                <a:gd name="T52" fmla="*/ 10 w 22"/>
                <a:gd name="T53" fmla="*/ 2 h 22"/>
                <a:gd name="T54" fmla="*/ 12 w 22"/>
                <a:gd name="T55" fmla="*/ 1 h 22"/>
                <a:gd name="T56" fmla="*/ 13 w 22"/>
                <a:gd name="T57" fmla="*/ 1 h 22"/>
                <a:gd name="T58" fmla="*/ 16 w 22"/>
                <a:gd name="T59" fmla="*/ 1 h 22"/>
                <a:gd name="T60" fmla="*/ 16 w 22"/>
                <a:gd name="T61" fmla="*/ 3 h 22"/>
                <a:gd name="T62" fmla="*/ 17 w 22"/>
                <a:gd name="T63" fmla="*/ 4 h 22"/>
                <a:gd name="T64" fmla="*/ 17 w 22"/>
                <a:gd name="T65" fmla="*/ 5 h 22"/>
                <a:gd name="T66" fmla="*/ 19 w 22"/>
                <a:gd name="T67" fmla="*/ 5 h 22"/>
                <a:gd name="T68" fmla="*/ 21 w 22"/>
                <a:gd name="T69" fmla="*/ 6 h 22"/>
                <a:gd name="T70" fmla="*/ 21 w 22"/>
                <a:gd name="T71" fmla="*/ 6 h 22"/>
                <a:gd name="T72" fmla="*/ 20 w 22"/>
                <a:gd name="T73" fmla="*/ 9 h 22"/>
                <a:gd name="T74" fmla="*/ 20 w 22"/>
                <a:gd name="T75" fmla="*/ 9 h 22"/>
                <a:gd name="T76" fmla="*/ 20 w 22"/>
                <a:gd name="T77" fmla="*/ 10 h 22"/>
                <a:gd name="T78" fmla="*/ 20 w 22"/>
                <a:gd name="T79" fmla="*/ 12 h 22"/>
                <a:gd name="T80" fmla="*/ 21 w 22"/>
                <a:gd name="T81" fmla="*/ 12 h 22"/>
                <a:gd name="T82" fmla="*/ 21 w 22"/>
                <a:gd name="T83" fmla="*/ 15 h 22"/>
                <a:gd name="T84" fmla="*/ 20 w 22"/>
                <a:gd name="T85" fmla="*/ 16 h 22"/>
                <a:gd name="T86" fmla="*/ 17 w 22"/>
                <a:gd name="T87" fmla="*/ 17 h 22"/>
                <a:gd name="T88" fmla="*/ 17 w 22"/>
                <a:gd name="T89" fmla="*/ 19 h 22"/>
                <a:gd name="T90" fmla="*/ 16 w 22"/>
                <a:gd name="T91" fmla="*/ 21 h 22"/>
                <a:gd name="T92" fmla="*/ 15 w 22"/>
                <a:gd name="T93" fmla="*/ 21 h 22"/>
                <a:gd name="T94" fmla="*/ 15 w 22"/>
                <a:gd name="T95" fmla="*/ 21 h 22"/>
                <a:gd name="T96" fmla="*/ 11 w 22"/>
                <a:gd name="T97" fmla="*/ 5 h 22"/>
                <a:gd name="T98" fmla="*/ 6 w 22"/>
                <a:gd name="T99" fmla="*/ 11 h 22"/>
                <a:gd name="T100" fmla="*/ 11 w 22"/>
                <a:gd name="T101" fmla="*/ 16 h 22"/>
                <a:gd name="T102" fmla="*/ 16 w 22"/>
                <a:gd name="T103" fmla="*/ 11 h 22"/>
                <a:gd name="T104" fmla="*/ 11 w 22"/>
                <a:gd name="T105"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 h="22">
                  <a:moveTo>
                    <a:pt x="15" y="21"/>
                  </a:moveTo>
                  <a:cubicBezTo>
                    <a:pt x="14" y="21"/>
                    <a:pt x="13" y="21"/>
                    <a:pt x="13" y="20"/>
                  </a:cubicBezTo>
                  <a:cubicBezTo>
                    <a:pt x="13" y="20"/>
                    <a:pt x="13" y="19"/>
                    <a:pt x="12" y="20"/>
                  </a:cubicBezTo>
                  <a:cubicBezTo>
                    <a:pt x="12" y="20"/>
                    <a:pt x="12" y="20"/>
                    <a:pt x="12" y="20"/>
                  </a:cubicBezTo>
                  <a:cubicBezTo>
                    <a:pt x="11" y="19"/>
                    <a:pt x="10" y="20"/>
                    <a:pt x="10" y="21"/>
                  </a:cubicBezTo>
                  <a:cubicBezTo>
                    <a:pt x="9" y="22"/>
                    <a:pt x="9" y="22"/>
                    <a:pt x="8" y="22"/>
                  </a:cubicBezTo>
                  <a:cubicBezTo>
                    <a:pt x="8" y="21"/>
                    <a:pt x="7" y="21"/>
                    <a:pt x="7" y="21"/>
                  </a:cubicBezTo>
                  <a:cubicBezTo>
                    <a:pt x="6" y="21"/>
                    <a:pt x="5" y="20"/>
                    <a:pt x="6" y="19"/>
                  </a:cubicBezTo>
                  <a:cubicBezTo>
                    <a:pt x="6" y="18"/>
                    <a:pt x="6" y="18"/>
                    <a:pt x="6" y="18"/>
                  </a:cubicBezTo>
                  <a:cubicBezTo>
                    <a:pt x="6" y="18"/>
                    <a:pt x="5" y="18"/>
                    <a:pt x="5" y="17"/>
                  </a:cubicBezTo>
                  <a:cubicBezTo>
                    <a:pt x="5" y="17"/>
                    <a:pt x="4" y="16"/>
                    <a:pt x="3" y="17"/>
                  </a:cubicBezTo>
                  <a:cubicBezTo>
                    <a:pt x="3" y="17"/>
                    <a:pt x="3" y="17"/>
                    <a:pt x="3" y="17"/>
                  </a:cubicBezTo>
                  <a:cubicBezTo>
                    <a:pt x="2" y="17"/>
                    <a:pt x="1" y="17"/>
                    <a:pt x="1" y="15"/>
                  </a:cubicBezTo>
                  <a:cubicBezTo>
                    <a:pt x="0" y="14"/>
                    <a:pt x="1" y="13"/>
                    <a:pt x="1" y="13"/>
                  </a:cubicBezTo>
                  <a:cubicBezTo>
                    <a:pt x="1" y="13"/>
                    <a:pt x="2" y="13"/>
                    <a:pt x="2" y="13"/>
                  </a:cubicBezTo>
                  <a:cubicBezTo>
                    <a:pt x="2" y="13"/>
                    <a:pt x="3" y="12"/>
                    <a:pt x="2" y="12"/>
                  </a:cubicBezTo>
                  <a:cubicBezTo>
                    <a:pt x="2" y="12"/>
                    <a:pt x="2" y="12"/>
                    <a:pt x="2" y="12"/>
                  </a:cubicBezTo>
                  <a:cubicBezTo>
                    <a:pt x="2" y="10"/>
                    <a:pt x="2" y="10"/>
                    <a:pt x="1" y="9"/>
                  </a:cubicBezTo>
                  <a:cubicBezTo>
                    <a:pt x="0" y="9"/>
                    <a:pt x="0" y="8"/>
                    <a:pt x="1" y="6"/>
                  </a:cubicBezTo>
                  <a:cubicBezTo>
                    <a:pt x="1" y="6"/>
                    <a:pt x="2" y="5"/>
                    <a:pt x="3" y="5"/>
                  </a:cubicBezTo>
                  <a:cubicBezTo>
                    <a:pt x="4" y="6"/>
                    <a:pt x="4" y="6"/>
                    <a:pt x="5" y="5"/>
                  </a:cubicBezTo>
                  <a:cubicBezTo>
                    <a:pt x="5" y="4"/>
                    <a:pt x="6" y="4"/>
                    <a:pt x="5" y="3"/>
                  </a:cubicBezTo>
                  <a:cubicBezTo>
                    <a:pt x="5" y="2"/>
                    <a:pt x="5" y="2"/>
                    <a:pt x="6" y="1"/>
                  </a:cubicBezTo>
                  <a:cubicBezTo>
                    <a:pt x="6" y="1"/>
                    <a:pt x="6" y="1"/>
                    <a:pt x="7" y="1"/>
                  </a:cubicBezTo>
                  <a:cubicBezTo>
                    <a:pt x="8" y="0"/>
                    <a:pt x="9" y="0"/>
                    <a:pt x="9" y="2"/>
                  </a:cubicBezTo>
                  <a:cubicBezTo>
                    <a:pt x="9" y="2"/>
                    <a:pt x="10" y="2"/>
                    <a:pt x="10" y="2"/>
                  </a:cubicBezTo>
                  <a:cubicBezTo>
                    <a:pt x="10" y="2"/>
                    <a:pt x="10" y="2"/>
                    <a:pt x="10" y="2"/>
                  </a:cubicBezTo>
                  <a:cubicBezTo>
                    <a:pt x="11" y="2"/>
                    <a:pt x="12" y="2"/>
                    <a:pt x="12" y="1"/>
                  </a:cubicBezTo>
                  <a:cubicBezTo>
                    <a:pt x="13" y="1"/>
                    <a:pt x="13" y="1"/>
                    <a:pt x="13" y="1"/>
                  </a:cubicBezTo>
                  <a:cubicBezTo>
                    <a:pt x="13" y="0"/>
                    <a:pt x="14" y="0"/>
                    <a:pt x="16" y="1"/>
                  </a:cubicBezTo>
                  <a:cubicBezTo>
                    <a:pt x="16" y="1"/>
                    <a:pt x="17" y="2"/>
                    <a:pt x="16" y="3"/>
                  </a:cubicBezTo>
                  <a:cubicBezTo>
                    <a:pt x="16" y="3"/>
                    <a:pt x="16" y="4"/>
                    <a:pt x="17" y="4"/>
                  </a:cubicBezTo>
                  <a:cubicBezTo>
                    <a:pt x="17" y="4"/>
                    <a:pt x="17" y="5"/>
                    <a:pt x="17" y="5"/>
                  </a:cubicBezTo>
                  <a:cubicBezTo>
                    <a:pt x="18" y="5"/>
                    <a:pt x="18" y="5"/>
                    <a:pt x="19" y="5"/>
                  </a:cubicBezTo>
                  <a:cubicBezTo>
                    <a:pt x="20" y="4"/>
                    <a:pt x="20" y="5"/>
                    <a:pt x="21" y="6"/>
                  </a:cubicBezTo>
                  <a:cubicBezTo>
                    <a:pt x="21" y="6"/>
                    <a:pt x="21" y="6"/>
                    <a:pt x="21" y="6"/>
                  </a:cubicBezTo>
                  <a:cubicBezTo>
                    <a:pt x="22" y="8"/>
                    <a:pt x="22" y="8"/>
                    <a:pt x="20" y="9"/>
                  </a:cubicBezTo>
                  <a:cubicBezTo>
                    <a:pt x="20" y="9"/>
                    <a:pt x="20" y="9"/>
                    <a:pt x="20" y="9"/>
                  </a:cubicBezTo>
                  <a:cubicBezTo>
                    <a:pt x="20" y="9"/>
                    <a:pt x="20" y="10"/>
                    <a:pt x="20" y="10"/>
                  </a:cubicBezTo>
                  <a:cubicBezTo>
                    <a:pt x="20" y="11"/>
                    <a:pt x="19" y="11"/>
                    <a:pt x="20" y="12"/>
                  </a:cubicBezTo>
                  <a:cubicBezTo>
                    <a:pt x="21" y="12"/>
                    <a:pt x="21" y="12"/>
                    <a:pt x="21" y="12"/>
                  </a:cubicBezTo>
                  <a:cubicBezTo>
                    <a:pt x="22" y="13"/>
                    <a:pt x="22" y="13"/>
                    <a:pt x="21" y="15"/>
                  </a:cubicBezTo>
                  <a:cubicBezTo>
                    <a:pt x="21" y="16"/>
                    <a:pt x="20" y="17"/>
                    <a:pt x="20" y="16"/>
                  </a:cubicBezTo>
                  <a:cubicBezTo>
                    <a:pt x="19" y="16"/>
                    <a:pt x="18" y="16"/>
                    <a:pt x="17" y="17"/>
                  </a:cubicBezTo>
                  <a:cubicBezTo>
                    <a:pt x="17" y="17"/>
                    <a:pt x="17" y="18"/>
                    <a:pt x="17" y="19"/>
                  </a:cubicBezTo>
                  <a:cubicBezTo>
                    <a:pt x="17" y="20"/>
                    <a:pt x="17" y="20"/>
                    <a:pt x="16" y="21"/>
                  </a:cubicBezTo>
                  <a:cubicBezTo>
                    <a:pt x="16" y="21"/>
                    <a:pt x="15" y="21"/>
                    <a:pt x="15" y="21"/>
                  </a:cubicBezTo>
                  <a:cubicBezTo>
                    <a:pt x="15" y="21"/>
                    <a:pt x="15" y="21"/>
                    <a:pt x="15" y="21"/>
                  </a:cubicBezTo>
                  <a:close/>
                  <a:moveTo>
                    <a:pt x="11" y="5"/>
                  </a:moveTo>
                  <a:cubicBezTo>
                    <a:pt x="8" y="6"/>
                    <a:pt x="6" y="8"/>
                    <a:pt x="6" y="11"/>
                  </a:cubicBezTo>
                  <a:cubicBezTo>
                    <a:pt x="6" y="14"/>
                    <a:pt x="8" y="16"/>
                    <a:pt x="11" y="16"/>
                  </a:cubicBezTo>
                  <a:cubicBezTo>
                    <a:pt x="14" y="16"/>
                    <a:pt x="17" y="14"/>
                    <a:pt x="16" y="11"/>
                  </a:cubicBezTo>
                  <a:cubicBezTo>
                    <a:pt x="16" y="8"/>
                    <a:pt x="14" y="5"/>
                    <a:pt x="11"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411" name="Group 410">
              <a:extLst>
                <a:ext uri="{FF2B5EF4-FFF2-40B4-BE49-F238E27FC236}">
                  <a16:creationId xmlns="" xmlns:a16="http://schemas.microsoft.com/office/drawing/2014/main" id="{912CD8DB-4DA3-42A0-AC81-D47BB63BAC85}"/>
                </a:ext>
              </a:extLst>
            </p:cNvPr>
            <p:cNvGrpSpPr/>
            <p:nvPr/>
          </p:nvGrpSpPr>
          <p:grpSpPr>
            <a:xfrm>
              <a:off x="11173899" y="613175"/>
              <a:ext cx="88884" cy="72503"/>
              <a:chOff x="4133003" y="3540021"/>
              <a:chExt cx="525463" cy="428625"/>
            </a:xfrm>
          </p:grpSpPr>
          <p:sp>
            <p:nvSpPr>
              <p:cNvPr id="556" name="Freeform 1295">
                <a:extLst>
                  <a:ext uri="{FF2B5EF4-FFF2-40B4-BE49-F238E27FC236}">
                    <a16:creationId xmlns="" xmlns:a16="http://schemas.microsoft.com/office/drawing/2014/main" id="{130A4BBD-A487-48E0-BD6D-0C43994F3768}"/>
                  </a:ext>
                </a:extLst>
              </p:cNvPr>
              <p:cNvSpPr>
                <a:spLocks noEditPoints="1"/>
              </p:cNvSpPr>
              <p:nvPr/>
            </p:nvSpPr>
            <p:spPr bwMode="auto">
              <a:xfrm>
                <a:off x="4275878" y="3540021"/>
                <a:ext cx="173038" cy="127000"/>
              </a:xfrm>
              <a:custGeom>
                <a:avLst/>
                <a:gdLst>
                  <a:gd name="T0" fmla="*/ 2 w 46"/>
                  <a:gd name="T1" fmla="*/ 33 h 34"/>
                  <a:gd name="T2" fmla="*/ 4 w 46"/>
                  <a:gd name="T3" fmla="*/ 29 h 34"/>
                  <a:gd name="T4" fmla="*/ 0 w 46"/>
                  <a:gd name="T5" fmla="*/ 23 h 34"/>
                  <a:gd name="T6" fmla="*/ 0 w 46"/>
                  <a:gd name="T7" fmla="*/ 5 h 34"/>
                  <a:gd name="T8" fmla="*/ 5 w 46"/>
                  <a:gd name="T9" fmla="*/ 0 h 34"/>
                  <a:gd name="T10" fmla="*/ 41 w 46"/>
                  <a:gd name="T11" fmla="*/ 0 h 34"/>
                  <a:gd name="T12" fmla="*/ 46 w 46"/>
                  <a:gd name="T13" fmla="*/ 5 h 34"/>
                  <a:gd name="T14" fmla="*/ 46 w 46"/>
                  <a:gd name="T15" fmla="*/ 22 h 34"/>
                  <a:gd name="T16" fmla="*/ 43 w 46"/>
                  <a:gd name="T17" fmla="*/ 22 h 34"/>
                  <a:gd name="T18" fmla="*/ 21 w 46"/>
                  <a:gd name="T19" fmla="*/ 22 h 34"/>
                  <a:gd name="T20" fmla="*/ 15 w 46"/>
                  <a:gd name="T21" fmla="*/ 27 h 34"/>
                  <a:gd name="T22" fmla="*/ 15 w 46"/>
                  <a:gd name="T23" fmla="*/ 28 h 34"/>
                  <a:gd name="T24" fmla="*/ 3 w 46"/>
                  <a:gd name="T25" fmla="*/ 34 h 34"/>
                  <a:gd name="T26" fmla="*/ 2 w 46"/>
                  <a:gd name="T27" fmla="*/ 33 h 34"/>
                  <a:gd name="T28" fmla="*/ 32 w 46"/>
                  <a:gd name="T29" fmla="*/ 10 h 34"/>
                  <a:gd name="T30" fmla="*/ 29 w 46"/>
                  <a:gd name="T31" fmla="*/ 13 h 34"/>
                  <a:gd name="T32" fmla="*/ 32 w 46"/>
                  <a:gd name="T33" fmla="*/ 16 h 34"/>
                  <a:gd name="T34" fmla="*/ 35 w 46"/>
                  <a:gd name="T35" fmla="*/ 13 h 34"/>
                  <a:gd name="T36" fmla="*/ 32 w 46"/>
                  <a:gd name="T37" fmla="*/ 10 h 34"/>
                  <a:gd name="T38" fmla="*/ 11 w 46"/>
                  <a:gd name="T39" fmla="*/ 12 h 34"/>
                  <a:gd name="T40" fmla="*/ 14 w 46"/>
                  <a:gd name="T41" fmla="*/ 16 h 34"/>
                  <a:gd name="T42" fmla="*/ 16 w 46"/>
                  <a:gd name="T43" fmla="*/ 13 h 34"/>
                  <a:gd name="T44" fmla="*/ 14 w 46"/>
                  <a:gd name="T45" fmla="*/ 10 h 34"/>
                  <a:gd name="T46" fmla="*/ 11 w 46"/>
                  <a:gd name="T47" fmla="*/ 12 h 34"/>
                  <a:gd name="T48" fmla="*/ 20 w 46"/>
                  <a:gd name="T49" fmla="*/ 13 h 34"/>
                  <a:gd name="T50" fmla="*/ 23 w 46"/>
                  <a:gd name="T51" fmla="*/ 16 h 34"/>
                  <a:gd name="T52" fmla="*/ 26 w 46"/>
                  <a:gd name="T53" fmla="*/ 13 h 34"/>
                  <a:gd name="T54" fmla="*/ 23 w 46"/>
                  <a:gd name="T55" fmla="*/ 10 h 34"/>
                  <a:gd name="T56" fmla="*/ 20 w 46"/>
                  <a:gd name="T57"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 h="34">
                    <a:moveTo>
                      <a:pt x="2" y="33"/>
                    </a:moveTo>
                    <a:cubicBezTo>
                      <a:pt x="3" y="32"/>
                      <a:pt x="3" y="30"/>
                      <a:pt x="4" y="29"/>
                    </a:cubicBezTo>
                    <a:cubicBezTo>
                      <a:pt x="1" y="27"/>
                      <a:pt x="0" y="27"/>
                      <a:pt x="0" y="23"/>
                    </a:cubicBezTo>
                    <a:cubicBezTo>
                      <a:pt x="0" y="17"/>
                      <a:pt x="0" y="11"/>
                      <a:pt x="0" y="5"/>
                    </a:cubicBezTo>
                    <a:cubicBezTo>
                      <a:pt x="0" y="1"/>
                      <a:pt x="1" y="0"/>
                      <a:pt x="5" y="0"/>
                    </a:cubicBezTo>
                    <a:cubicBezTo>
                      <a:pt x="17" y="0"/>
                      <a:pt x="29" y="0"/>
                      <a:pt x="41" y="0"/>
                    </a:cubicBezTo>
                    <a:cubicBezTo>
                      <a:pt x="45" y="0"/>
                      <a:pt x="46" y="1"/>
                      <a:pt x="46" y="5"/>
                    </a:cubicBezTo>
                    <a:cubicBezTo>
                      <a:pt x="46" y="10"/>
                      <a:pt x="46" y="16"/>
                      <a:pt x="46" y="22"/>
                    </a:cubicBezTo>
                    <a:cubicBezTo>
                      <a:pt x="45" y="22"/>
                      <a:pt x="44" y="22"/>
                      <a:pt x="43" y="22"/>
                    </a:cubicBezTo>
                    <a:cubicBezTo>
                      <a:pt x="35" y="22"/>
                      <a:pt x="28" y="22"/>
                      <a:pt x="21" y="22"/>
                    </a:cubicBezTo>
                    <a:cubicBezTo>
                      <a:pt x="16" y="22"/>
                      <a:pt x="16" y="23"/>
                      <a:pt x="15" y="27"/>
                    </a:cubicBezTo>
                    <a:cubicBezTo>
                      <a:pt x="15" y="27"/>
                      <a:pt x="15" y="28"/>
                      <a:pt x="15" y="28"/>
                    </a:cubicBezTo>
                    <a:cubicBezTo>
                      <a:pt x="10" y="27"/>
                      <a:pt x="6" y="30"/>
                      <a:pt x="3" y="34"/>
                    </a:cubicBezTo>
                    <a:cubicBezTo>
                      <a:pt x="3" y="33"/>
                      <a:pt x="2" y="33"/>
                      <a:pt x="2" y="33"/>
                    </a:cubicBezTo>
                    <a:close/>
                    <a:moveTo>
                      <a:pt x="32" y="10"/>
                    </a:moveTo>
                    <a:cubicBezTo>
                      <a:pt x="30" y="11"/>
                      <a:pt x="29" y="11"/>
                      <a:pt x="29" y="13"/>
                    </a:cubicBezTo>
                    <a:cubicBezTo>
                      <a:pt x="30" y="15"/>
                      <a:pt x="31" y="16"/>
                      <a:pt x="32" y="16"/>
                    </a:cubicBezTo>
                    <a:cubicBezTo>
                      <a:pt x="34" y="16"/>
                      <a:pt x="35" y="15"/>
                      <a:pt x="35" y="13"/>
                    </a:cubicBezTo>
                    <a:cubicBezTo>
                      <a:pt x="35" y="11"/>
                      <a:pt x="34" y="10"/>
                      <a:pt x="32" y="10"/>
                    </a:cubicBezTo>
                    <a:close/>
                    <a:moveTo>
                      <a:pt x="11" y="12"/>
                    </a:moveTo>
                    <a:cubicBezTo>
                      <a:pt x="11" y="15"/>
                      <a:pt x="12" y="16"/>
                      <a:pt x="14" y="16"/>
                    </a:cubicBezTo>
                    <a:cubicBezTo>
                      <a:pt x="15" y="16"/>
                      <a:pt x="16" y="15"/>
                      <a:pt x="16" y="13"/>
                    </a:cubicBezTo>
                    <a:cubicBezTo>
                      <a:pt x="16" y="11"/>
                      <a:pt x="15" y="10"/>
                      <a:pt x="14" y="10"/>
                    </a:cubicBezTo>
                    <a:cubicBezTo>
                      <a:pt x="13" y="11"/>
                      <a:pt x="12" y="12"/>
                      <a:pt x="11" y="12"/>
                    </a:cubicBezTo>
                    <a:close/>
                    <a:moveTo>
                      <a:pt x="20" y="13"/>
                    </a:moveTo>
                    <a:cubicBezTo>
                      <a:pt x="20" y="15"/>
                      <a:pt x="21" y="16"/>
                      <a:pt x="23" y="16"/>
                    </a:cubicBezTo>
                    <a:cubicBezTo>
                      <a:pt x="25" y="16"/>
                      <a:pt x="26" y="15"/>
                      <a:pt x="26" y="13"/>
                    </a:cubicBezTo>
                    <a:cubicBezTo>
                      <a:pt x="26" y="11"/>
                      <a:pt x="25" y="10"/>
                      <a:pt x="23" y="10"/>
                    </a:cubicBezTo>
                    <a:cubicBezTo>
                      <a:pt x="21" y="10"/>
                      <a:pt x="21" y="11"/>
                      <a:pt x="2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557" name="Group 556">
                <a:extLst>
                  <a:ext uri="{FF2B5EF4-FFF2-40B4-BE49-F238E27FC236}">
                    <a16:creationId xmlns="" xmlns:a16="http://schemas.microsoft.com/office/drawing/2014/main" id="{3885184F-88A3-4FFD-95C2-F51F8DF5B414}"/>
                  </a:ext>
                </a:extLst>
              </p:cNvPr>
              <p:cNvGrpSpPr/>
              <p:nvPr/>
            </p:nvGrpSpPr>
            <p:grpSpPr>
              <a:xfrm>
                <a:off x="4133003" y="3622571"/>
                <a:ext cx="484188" cy="346075"/>
                <a:chOff x="4133003" y="3622571"/>
                <a:chExt cx="484188" cy="346075"/>
              </a:xfrm>
            </p:grpSpPr>
            <p:sp>
              <p:nvSpPr>
                <p:cNvPr id="559" name="Freeform 1291">
                  <a:extLst>
                    <a:ext uri="{FF2B5EF4-FFF2-40B4-BE49-F238E27FC236}">
                      <a16:creationId xmlns="" xmlns:a16="http://schemas.microsoft.com/office/drawing/2014/main" id="{8CA666AB-DD89-4706-A98F-2CEAB4659364}"/>
                    </a:ext>
                  </a:extLst>
                </p:cNvPr>
                <p:cNvSpPr>
                  <a:spLocks/>
                </p:cNvSpPr>
                <p:nvPr/>
              </p:nvSpPr>
              <p:spPr bwMode="auto">
                <a:xfrm>
                  <a:off x="4174278" y="3622571"/>
                  <a:ext cx="157163" cy="346075"/>
                </a:xfrm>
                <a:custGeom>
                  <a:avLst/>
                  <a:gdLst>
                    <a:gd name="T0" fmla="*/ 20 w 42"/>
                    <a:gd name="T1" fmla="*/ 42 h 92"/>
                    <a:gd name="T2" fmla="*/ 20 w 42"/>
                    <a:gd name="T3" fmla="*/ 53 h 92"/>
                    <a:gd name="T4" fmla="*/ 28 w 42"/>
                    <a:gd name="T5" fmla="*/ 53 h 92"/>
                    <a:gd name="T6" fmla="*/ 33 w 42"/>
                    <a:gd name="T7" fmla="*/ 58 h 92"/>
                    <a:gd name="T8" fmla="*/ 37 w 42"/>
                    <a:gd name="T9" fmla="*/ 86 h 92"/>
                    <a:gd name="T10" fmla="*/ 32 w 42"/>
                    <a:gd name="T11" fmla="*/ 92 h 92"/>
                    <a:gd name="T12" fmla="*/ 27 w 42"/>
                    <a:gd name="T13" fmla="*/ 88 h 92"/>
                    <a:gd name="T14" fmla="*/ 24 w 42"/>
                    <a:gd name="T15" fmla="*/ 63 h 92"/>
                    <a:gd name="T16" fmla="*/ 12 w 42"/>
                    <a:gd name="T17" fmla="*/ 63 h 92"/>
                    <a:gd name="T18" fmla="*/ 6 w 42"/>
                    <a:gd name="T19" fmla="*/ 63 h 92"/>
                    <a:gd name="T20" fmla="*/ 0 w 42"/>
                    <a:gd name="T21" fmla="*/ 54 h 92"/>
                    <a:gd name="T22" fmla="*/ 0 w 42"/>
                    <a:gd name="T23" fmla="*/ 34 h 92"/>
                    <a:gd name="T24" fmla="*/ 10 w 42"/>
                    <a:gd name="T25" fmla="*/ 23 h 92"/>
                    <a:gd name="T26" fmla="*/ 2 w 42"/>
                    <a:gd name="T27" fmla="*/ 16 h 92"/>
                    <a:gd name="T28" fmla="*/ 2 w 42"/>
                    <a:gd name="T29" fmla="*/ 7 h 92"/>
                    <a:gd name="T30" fmla="*/ 16 w 42"/>
                    <a:gd name="T31" fmla="*/ 2 h 92"/>
                    <a:gd name="T32" fmla="*/ 23 w 42"/>
                    <a:gd name="T33" fmla="*/ 13 h 92"/>
                    <a:gd name="T34" fmla="*/ 12 w 42"/>
                    <a:gd name="T35" fmla="*/ 23 h 92"/>
                    <a:gd name="T36" fmla="*/ 23 w 42"/>
                    <a:gd name="T37" fmla="*/ 33 h 92"/>
                    <a:gd name="T38" fmla="*/ 35 w 42"/>
                    <a:gd name="T39" fmla="*/ 36 h 92"/>
                    <a:gd name="T40" fmla="*/ 41 w 42"/>
                    <a:gd name="T41" fmla="*/ 39 h 92"/>
                    <a:gd name="T42" fmla="*/ 38 w 42"/>
                    <a:gd name="T43" fmla="*/ 44 h 92"/>
                    <a:gd name="T44" fmla="*/ 20 w 42"/>
                    <a:gd name="T45" fmla="*/ 4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2" h="92">
                      <a:moveTo>
                        <a:pt x="20" y="42"/>
                      </a:moveTo>
                      <a:cubicBezTo>
                        <a:pt x="20" y="46"/>
                        <a:pt x="20" y="49"/>
                        <a:pt x="20" y="53"/>
                      </a:cubicBezTo>
                      <a:cubicBezTo>
                        <a:pt x="22" y="53"/>
                        <a:pt x="25" y="53"/>
                        <a:pt x="28" y="53"/>
                      </a:cubicBezTo>
                      <a:cubicBezTo>
                        <a:pt x="31" y="53"/>
                        <a:pt x="33" y="55"/>
                        <a:pt x="33" y="58"/>
                      </a:cubicBezTo>
                      <a:cubicBezTo>
                        <a:pt x="34" y="67"/>
                        <a:pt x="35" y="77"/>
                        <a:pt x="37" y="86"/>
                      </a:cubicBezTo>
                      <a:cubicBezTo>
                        <a:pt x="37" y="89"/>
                        <a:pt x="35" y="91"/>
                        <a:pt x="32" y="92"/>
                      </a:cubicBezTo>
                      <a:cubicBezTo>
                        <a:pt x="29" y="92"/>
                        <a:pt x="27" y="90"/>
                        <a:pt x="27" y="88"/>
                      </a:cubicBezTo>
                      <a:cubicBezTo>
                        <a:pt x="26" y="80"/>
                        <a:pt x="25" y="72"/>
                        <a:pt x="24" y="63"/>
                      </a:cubicBezTo>
                      <a:cubicBezTo>
                        <a:pt x="20" y="63"/>
                        <a:pt x="16" y="63"/>
                        <a:pt x="12" y="63"/>
                      </a:cubicBezTo>
                      <a:cubicBezTo>
                        <a:pt x="10" y="63"/>
                        <a:pt x="8" y="63"/>
                        <a:pt x="6" y="63"/>
                      </a:cubicBezTo>
                      <a:cubicBezTo>
                        <a:pt x="2" y="62"/>
                        <a:pt x="0" y="58"/>
                        <a:pt x="0" y="54"/>
                      </a:cubicBezTo>
                      <a:cubicBezTo>
                        <a:pt x="0" y="47"/>
                        <a:pt x="0" y="41"/>
                        <a:pt x="0" y="34"/>
                      </a:cubicBezTo>
                      <a:cubicBezTo>
                        <a:pt x="0" y="27"/>
                        <a:pt x="2" y="24"/>
                        <a:pt x="10" y="23"/>
                      </a:cubicBezTo>
                      <a:cubicBezTo>
                        <a:pt x="6" y="21"/>
                        <a:pt x="4" y="20"/>
                        <a:pt x="2" y="16"/>
                      </a:cubicBezTo>
                      <a:cubicBezTo>
                        <a:pt x="1" y="13"/>
                        <a:pt x="1" y="10"/>
                        <a:pt x="2" y="7"/>
                      </a:cubicBezTo>
                      <a:cubicBezTo>
                        <a:pt x="5" y="2"/>
                        <a:pt x="10" y="0"/>
                        <a:pt x="16" y="2"/>
                      </a:cubicBezTo>
                      <a:cubicBezTo>
                        <a:pt x="20" y="3"/>
                        <a:pt x="23" y="8"/>
                        <a:pt x="23" y="13"/>
                      </a:cubicBezTo>
                      <a:cubicBezTo>
                        <a:pt x="22" y="19"/>
                        <a:pt x="18" y="22"/>
                        <a:pt x="12" y="23"/>
                      </a:cubicBezTo>
                      <a:cubicBezTo>
                        <a:pt x="17" y="24"/>
                        <a:pt x="19" y="29"/>
                        <a:pt x="23" y="33"/>
                      </a:cubicBezTo>
                      <a:cubicBezTo>
                        <a:pt x="27" y="38"/>
                        <a:pt x="29" y="38"/>
                        <a:pt x="35" y="36"/>
                      </a:cubicBezTo>
                      <a:cubicBezTo>
                        <a:pt x="38" y="35"/>
                        <a:pt x="41" y="36"/>
                        <a:pt x="41" y="39"/>
                      </a:cubicBezTo>
                      <a:cubicBezTo>
                        <a:pt x="42" y="41"/>
                        <a:pt x="41" y="43"/>
                        <a:pt x="38" y="44"/>
                      </a:cubicBezTo>
                      <a:cubicBezTo>
                        <a:pt x="32" y="46"/>
                        <a:pt x="26" y="47"/>
                        <a:pt x="20"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0" name="Freeform 1292">
                  <a:extLst>
                    <a:ext uri="{FF2B5EF4-FFF2-40B4-BE49-F238E27FC236}">
                      <a16:creationId xmlns="" xmlns:a16="http://schemas.microsoft.com/office/drawing/2014/main" id="{103466BD-5B24-40A3-BE00-F1AE58EA406A}"/>
                    </a:ext>
                  </a:extLst>
                </p:cNvPr>
                <p:cNvSpPr>
                  <a:spLocks/>
                </p:cNvSpPr>
                <p:nvPr/>
              </p:nvSpPr>
              <p:spPr bwMode="auto">
                <a:xfrm>
                  <a:off x="4460028" y="3625746"/>
                  <a:ext cx="157163" cy="342900"/>
                </a:xfrm>
                <a:custGeom>
                  <a:avLst/>
                  <a:gdLst>
                    <a:gd name="T0" fmla="*/ 18 w 42"/>
                    <a:gd name="T1" fmla="*/ 62 h 91"/>
                    <a:gd name="T2" fmla="*/ 16 w 42"/>
                    <a:gd name="T3" fmla="*/ 83 h 91"/>
                    <a:gd name="T4" fmla="*/ 15 w 42"/>
                    <a:gd name="T5" fmla="*/ 86 h 91"/>
                    <a:gd name="T6" fmla="*/ 9 w 42"/>
                    <a:gd name="T7" fmla="*/ 91 h 91"/>
                    <a:gd name="T8" fmla="*/ 5 w 42"/>
                    <a:gd name="T9" fmla="*/ 85 h 91"/>
                    <a:gd name="T10" fmla="*/ 8 w 42"/>
                    <a:gd name="T11" fmla="*/ 61 h 91"/>
                    <a:gd name="T12" fmla="*/ 9 w 42"/>
                    <a:gd name="T13" fmla="*/ 57 h 91"/>
                    <a:gd name="T14" fmla="*/ 14 w 42"/>
                    <a:gd name="T15" fmla="*/ 52 h 91"/>
                    <a:gd name="T16" fmla="*/ 22 w 42"/>
                    <a:gd name="T17" fmla="*/ 52 h 91"/>
                    <a:gd name="T18" fmla="*/ 22 w 42"/>
                    <a:gd name="T19" fmla="*/ 41 h 91"/>
                    <a:gd name="T20" fmla="*/ 21 w 42"/>
                    <a:gd name="T21" fmla="*/ 42 h 91"/>
                    <a:gd name="T22" fmla="*/ 3 w 42"/>
                    <a:gd name="T23" fmla="*/ 43 h 91"/>
                    <a:gd name="T24" fmla="*/ 0 w 42"/>
                    <a:gd name="T25" fmla="*/ 37 h 91"/>
                    <a:gd name="T26" fmla="*/ 6 w 42"/>
                    <a:gd name="T27" fmla="*/ 35 h 91"/>
                    <a:gd name="T28" fmla="*/ 20 w 42"/>
                    <a:gd name="T29" fmla="*/ 30 h 91"/>
                    <a:gd name="T30" fmla="*/ 22 w 42"/>
                    <a:gd name="T31" fmla="*/ 28 h 91"/>
                    <a:gd name="T32" fmla="*/ 30 w 42"/>
                    <a:gd name="T33" fmla="*/ 22 h 91"/>
                    <a:gd name="T34" fmla="*/ 22 w 42"/>
                    <a:gd name="T35" fmla="*/ 18 h 91"/>
                    <a:gd name="T36" fmla="*/ 19 w 42"/>
                    <a:gd name="T37" fmla="*/ 10 h 91"/>
                    <a:gd name="T38" fmla="*/ 29 w 42"/>
                    <a:gd name="T39" fmla="*/ 0 h 91"/>
                    <a:gd name="T40" fmla="*/ 40 w 42"/>
                    <a:gd name="T41" fmla="*/ 8 h 91"/>
                    <a:gd name="T42" fmla="*/ 32 w 42"/>
                    <a:gd name="T43" fmla="*/ 22 h 91"/>
                    <a:gd name="T44" fmla="*/ 36 w 42"/>
                    <a:gd name="T45" fmla="*/ 23 h 91"/>
                    <a:gd name="T46" fmla="*/ 42 w 42"/>
                    <a:gd name="T47" fmla="*/ 31 h 91"/>
                    <a:gd name="T48" fmla="*/ 42 w 42"/>
                    <a:gd name="T49" fmla="*/ 52 h 91"/>
                    <a:gd name="T50" fmla="*/ 32 w 42"/>
                    <a:gd name="T51" fmla="*/ 62 h 91"/>
                    <a:gd name="T52" fmla="*/ 19 w 42"/>
                    <a:gd name="T53" fmla="*/ 62 h 91"/>
                    <a:gd name="T54" fmla="*/ 18 w 42"/>
                    <a:gd name="T55" fmla="*/ 6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91">
                      <a:moveTo>
                        <a:pt x="18" y="62"/>
                      </a:moveTo>
                      <a:cubicBezTo>
                        <a:pt x="17" y="69"/>
                        <a:pt x="16" y="76"/>
                        <a:pt x="16" y="83"/>
                      </a:cubicBezTo>
                      <a:cubicBezTo>
                        <a:pt x="16" y="84"/>
                        <a:pt x="15" y="85"/>
                        <a:pt x="15" y="86"/>
                      </a:cubicBezTo>
                      <a:cubicBezTo>
                        <a:pt x="15" y="89"/>
                        <a:pt x="12" y="91"/>
                        <a:pt x="9" y="91"/>
                      </a:cubicBezTo>
                      <a:cubicBezTo>
                        <a:pt x="7" y="90"/>
                        <a:pt x="5" y="88"/>
                        <a:pt x="5" y="85"/>
                      </a:cubicBezTo>
                      <a:cubicBezTo>
                        <a:pt x="6" y="77"/>
                        <a:pt x="7" y="69"/>
                        <a:pt x="8" y="61"/>
                      </a:cubicBezTo>
                      <a:cubicBezTo>
                        <a:pt x="8" y="59"/>
                        <a:pt x="8" y="58"/>
                        <a:pt x="9" y="57"/>
                      </a:cubicBezTo>
                      <a:cubicBezTo>
                        <a:pt x="9" y="54"/>
                        <a:pt x="11" y="52"/>
                        <a:pt x="14" y="52"/>
                      </a:cubicBezTo>
                      <a:cubicBezTo>
                        <a:pt x="17" y="52"/>
                        <a:pt x="19" y="52"/>
                        <a:pt x="22" y="52"/>
                      </a:cubicBezTo>
                      <a:cubicBezTo>
                        <a:pt x="22" y="49"/>
                        <a:pt x="22" y="45"/>
                        <a:pt x="22" y="41"/>
                      </a:cubicBezTo>
                      <a:cubicBezTo>
                        <a:pt x="22" y="41"/>
                        <a:pt x="21" y="41"/>
                        <a:pt x="21" y="42"/>
                      </a:cubicBezTo>
                      <a:cubicBezTo>
                        <a:pt x="15" y="46"/>
                        <a:pt x="9" y="45"/>
                        <a:pt x="3" y="43"/>
                      </a:cubicBezTo>
                      <a:cubicBezTo>
                        <a:pt x="0" y="42"/>
                        <a:pt x="0" y="40"/>
                        <a:pt x="0" y="37"/>
                      </a:cubicBezTo>
                      <a:cubicBezTo>
                        <a:pt x="1" y="35"/>
                        <a:pt x="4" y="34"/>
                        <a:pt x="6" y="35"/>
                      </a:cubicBezTo>
                      <a:cubicBezTo>
                        <a:pt x="13" y="38"/>
                        <a:pt x="15" y="37"/>
                        <a:pt x="20" y="30"/>
                      </a:cubicBezTo>
                      <a:cubicBezTo>
                        <a:pt x="21" y="30"/>
                        <a:pt x="21" y="29"/>
                        <a:pt x="22" y="28"/>
                      </a:cubicBezTo>
                      <a:cubicBezTo>
                        <a:pt x="24" y="25"/>
                        <a:pt x="26" y="23"/>
                        <a:pt x="30" y="22"/>
                      </a:cubicBezTo>
                      <a:cubicBezTo>
                        <a:pt x="27" y="22"/>
                        <a:pt x="24" y="21"/>
                        <a:pt x="22" y="18"/>
                      </a:cubicBezTo>
                      <a:cubicBezTo>
                        <a:pt x="20" y="16"/>
                        <a:pt x="19" y="13"/>
                        <a:pt x="19" y="10"/>
                      </a:cubicBezTo>
                      <a:cubicBezTo>
                        <a:pt x="19" y="5"/>
                        <a:pt x="24" y="1"/>
                        <a:pt x="29" y="0"/>
                      </a:cubicBezTo>
                      <a:cubicBezTo>
                        <a:pt x="34" y="0"/>
                        <a:pt x="39" y="3"/>
                        <a:pt x="40" y="8"/>
                      </a:cubicBezTo>
                      <a:cubicBezTo>
                        <a:pt x="42" y="14"/>
                        <a:pt x="39" y="19"/>
                        <a:pt x="32" y="22"/>
                      </a:cubicBezTo>
                      <a:cubicBezTo>
                        <a:pt x="33" y="22"/>
                        <a:pt x="35" y="22"/>
                        <a:pt x="36" y="23"/>
                      </a:cubicBezTo>
                      <a:cubicBezTo>
                        <a:pt x="40" y="24"/>
                        <a:pt x="42" y="27"/>
                        <a:pt x="42" y="31"/>
                      </a:cubicBezTo>
                      <a:cubicBezTo>
                        <a:pt x="42" y="38"/>
                        <a:pt x="42" y="45"/>
                        <a:pt x="42" y="52"/>
                      </a:cubicBezTo>
                      <a:cubicBezTo>
                        <a:pt x="42" y="58"/>
                        <a:pt x="38" y="62"/>
                        <a:pt x="32" y="62"/>
                      </a:cubicBezTo>
                      <a:cubicBezTo>
                        <a:pt x="28" y="62"/>
                        <a:pt x="23" y="62"/>
                        <a:pt x="19" y="62"/>
                      </a:cubicBezTo>
                      <a:cubicBezTo>
                        <a:pt x="19" y="62"/>
                        <a:pt x="19" y="62"/>
                        <a:pt x="18" y="6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1" name="Freeform 1293">
                  <a:extLst>
                    <a:ext uri="{FF2B5EF4-FFF2-40B4-BE49-F238E27FC236}">
                      <a16:creationId xmlns="" xmlns:a16="http://schemas.microsoft.com/office/drawing/2014/main" id="{1A8FC6BD-E604-43F5-8E2E-36DF71AEB281}"/>
                    </a:ext>
                  </a:extLst>
                </p:cNvPr>
                <p:cNvSpPr>
                  <a:spLocks/>
                </p:cNvSpPr>
                <p:nvPr/>
              </p:nvSpPr>
              <p:spPr bwMode="auto">
                <a:xfrm>
                  <a:off x="4290166" y="3798783"/>
                  <a:ext cx="203200" cy="161925"/>
                </a:xfrm>
                <a:custGeom>
                  <a:avLst/>
                  <a:gdLst>
                    <a:gd name="T0" fmla="*/ 45 w 54"/>
                    <a:gd name="T1" fmla="*/ 8 h 43"/>
                    <a:gd name="T2" fmla="*/ 45 w 54"/>
                    <a:gd name="T3" fmla="*/ 43 h 43"/>
                    <a:gd name="T4" fmla="*/ 9 w 54"/>
                    <a:gd name="T5" fmla="*/ 43 h 43"/>
                    <a:gd name="T6" fmla="*/ 9 w 54"/>
                    <a:gd name="T7" fmla="*/ 8 h 43"/>
                    <a:gd name="T8" fmla="*/ 4 w 54"/>
                    <a:gd name="T9" fmla="*/ 8 h 43"/>
                    <a:gd name="T10" fmla="*/ 0 w 54"/>
                    <a:gd name="T11" fmla="*/ 4 h 43"/>
                    <a:gd name="T12" fmla="*/ 4 w 54"/>
                    <a:gd name="T13" fmla="*/ 0 h 43"/>
                    <a:gd name="T14" fmla="*/ 50 w 54"/>
                    <a:gd name="T15" fmla="*/ 0 h 43"/>
                    <a:gd name="T16" fmla="*/ 54 w 54"/>
                    <a:gd name="T17" fmla="*/ 4 h 43"/>
                    <a:gd name="T18" fmla="*/ 50 w 54"/>
                    <a:gd name="T19" fmla="*/ 8 h 43"/>
                    <a:gd name="T20" fmla="*/ 45 w 54"/>
                    <a:gd name="T21" fmla="*/ 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43">
                      <a:moveTo>
                        <a:pt x="45" y="8"/>
                      </a:moveTo>
                      <a:cubicBezTo>
                        <a:pt x="45" y="20"/>
                        <a:pt x="45" y="31"/>
                        <a:pt x="45" y="43"/>
                      </a:cubicBezTo>
                      <a:cubicBezTo>
                        <a:pt x="33" y="43"/>
                        <a:pt x="21" y="43"/>
                        <a:pt x="9" y="43"/>
                      </a:cubicBezTo>
                      <a:cubicBezTo>
                        <a:pt x="9" y="31"/>
                        <a:pt x="9" y="19"/>
                        <a:pt x="9" y="8"/>
                      </a:cubicBezTo>
                      <a:cubicBezTo>
                        <a:pt x="7" y="8"/>
                        <a:pt x="6" y="8"/>
                        <a:pt x="4" y="8"/>
                      </a:cubicBezTo>
                      <a:cubicBezTo>
                        <a:pt x="2" y="8"/>
                        <a:pt x="0" y="6"/>
                        <a:pt x="0" y="4"/>
                      </a:cubicBezTo>
                      <a:cubicBezTo>
                        <a:pt x="0" y="1"/>
                        <a:pt x="1" y="0"/>
                        <a:pt x="4" y="0"/>
                      </a:cubicBezTo>
                      <a:cubicBezTo>
                        <a:pt x="19" y="0"/>
                        <a:pt x="35" y="0"/>
                        <a:pt x="50" y="0"/>
                      </a:cubicBezTo>
                      <a:cubicBezTo>
                        <a:pt x="53" y="0"/>
                        <a:pt x="54" y="1"/>
                        <a:pt x="54" y="4"/>
                      </a:cubicBezTo>
                      <a:cubicBezTo>
                        <a:pt x="54" y="6"/>
                        <a:pt x="53" y="8"/>
                        <a:pt x="50" y="8"/>
                      </a:cubicBezTo>
                      <a:cubicBezTo>
                        <a:pt x="48" y="8"/>
                        <a:pt x="47" y="8"/>
                        <a:pt x="45"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2" name="Freeform 1294">
                  <a:extLst>
                    <a:ext uri="{FF2B5EF4-FFF2-40B4-BE49-F238E27FC236}">
                      <a16:creationId xmlns="" xmlns:a16="http://schemas.microsoft.com/office/drawing/2014/main" id="{563C27C5-1CF0-4CA6-87F6-2B4AB5A1CB9B}"/>
                    </a:ext>
                  </a:extLst>
                </p:cNvPr>
                <p:cNvSpPr>
                  <a:spLocks noEditPoints="1"/>
                </p:cNvSpPr>
                <p:nvPr/>
              </p:nvSpPr>
              <p:spPr bwMode="auto">
                <a:xfrm>
                  <a:off x="4344141" y="3630508"/>
                  <a:ext cx="168275" cy="127000"/>
                </a:xfrm>
                <a:custGeom>
                  <a:avLst/>
                  <a:gdLst>
                    <a:gd name="T0" fmla="*/ 41 w 45"/>
                    <a:gd name="T1" fmla="*/ 29 h 34"/>
                    <a:gd name="T2" fmla="*/ 43 w 45"/>
                    <a:gd name="T3" fmla="*/ 34 h 34"/>
                    <a:gd name="T4" fmla="*/ 39 w 45"/>
                    <a:gd name="T5" fmla="*/ 30 h 34"/>
                    <a:gd name="T6" fmla="*/ 33 w 45"/>
                    <a:gd name="T7" fmla="*/ 28 h 34"/>
                    <a:gd name="T8" fmla="*/ 4 w 45"/>
                    <a:gd name="T9" fmla="*/ 28 h 34"/>
                    <a:gd name="T10" fmla="*/ 0 w 45"/>
                    <a:gd name="T11" fmla="*/ 24 h 34"/>
                    <a:gd name="T12" fmla="*/ 0 w 45"/>
                    <a:gd name="T13" fmla="*/ 4 h 34"/>
                    <a:gd name="T14" fmla="*/ 3 w 45"/>
                    <a:gd name="T15" fmla="*/ 1 h 34"/>
                    <a:gd name="T16" fmla="*/ 41 w 45"/>
                    <a:gd name="T17" fmla="*/ 1 h 34"/>
                    <a:gd name="T18" fmla="*/ 45 w 45"/>
                    <a:gd name="T19" fmla="*/ 4 h 34"/>
                    <a:gd name="T20" fmla="*/ 45 w 45"/>
                    <a:gd name="T21" fmla="*/ 24 h 34"/>
                    <a:gd name="T22" fmla="*/ 41 w 45"/>
                    <a:gd name="T23" fmla="*/ 29 h 34"/>
                    <a:gd name="T24" fmla="*/ 16 w 45"/>
                    <a:gd name="T25" fmla="*/ 14 h 34"/>
                    <a:gd name="T26" fmla="*/ 13 w 45"/>
                    <a:gd name="T27" fmla="*/ 11 h 34"/>
                    <a:gd name="T28" fmla="*/ 10 w 45"/>
                    <a:gd name="T29" fmla="*/ 14 h 34"/>
                    <a:gd name="T30" fmla="*/ 13 w 45"/>
                    <a:gd name="T31" fmla="*/ 17 h 34"/>
                    <a:gd name="T32" fmla="*/ 16 w 45"/>
                    <a:gd name="T33" fmla="*/ 14 h 34"/>
                    <a:gd name="T34" fmla="*/ 25 w 45"/>
                    <a:gd name="T35" fmla="*/ 14 h 34"/>
                    <a:gd name="T36" fmla="*/ 22 w 45"/>
                    <a:gd name="T37" fmla="*/ 11 h 34"/>
                    <a:gd name="T38" fmla="*/ 20 w 45"/>
                    <a:gd name="T39" fmla="*/ 14 h 34"/>
                    <a:gd name="T40" fmla="*/ 22 w 45"/>
                    <a:gd name="T41" fmla="*/ 17 h 34"/>
                    <a:gd name="T42" fmla="*/ 25 w 45"/>
                    <a:gd name="T43" fmla="*/ 14 h 34"/>
                    <a:gd name="T44" fmla="*/ 32 w 45"/>
                    <a:gd name="T45" fmla="*/ 11 h 34"/>
                    <a:gd name="T46" fmla="*/ 29 w 45"/>
                    <a:gd name="T47" fmla="*/ 14 h 34"/>
                    <a:gd name="T48" fmla="*/ 32 w 45"/>
                    <a:gd name="T49" fmla="*/ 17 h 34"/>
                    <a:gd name="T50" fmla="*/ 34 w 45"/>
                    <a:gd name="T51" fmla="*/ 14 h 34"/>
                    <a:gd name="T52" fmla="*/ 32 w 45"/>
                    <a:gd name="T53" fmla="*/ 1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 h="34">
                      <a:moveTo>
                        <a:pt x="41" y="29"/>
                      </a:moveTo>
                      <a:cubicBezTo>
                        <a:pt x="42" y="30"/>
                        <a:pt x="42" y="32"/>
                        <a:pt x="43" y="34"/>
                      </a:cubicBezTo>
                      <a:cubicBezTo>
                        <a:pt x="41" y="33"/>
                        <a:pt x="40" y="32"/>
                        <a:pt x="39" y="30"/>
                      </a:cubicBezTo>
                      <a:cubicBezTo>
                        <a:pt x="37" y="29"/>
                        <a:pt x="35" y="28"/>
                        <a:pt x="33" y="28"/>
                      </a:cubicBezTo>
                      <a:cubicBezTo>
                        <a:pt x="24" y="28"/>
                        <a:pt x="14" y="28"/>
                        <a:pt x="4" y="28"/>
                      </a:cubicBezTo>
                      <a:cubicBezTo>
                        <a:pt x="1" y="28"/>
                        <a:pt x="0" y="28"/>
                        <a:pt x="0" y="24"/>
                      </a:cubicBezTo>
                      <a:cubicBezTo>
                        <a:pt x="0" y="17"/>
                        <a:pt x="0" y="11"/>
                        <a:pt x="0" y="4"/>
                      </a:cubicBezTo>
                      <a:cubicBezTo>
                        <a:pt x="0" y="2"/>
                        <a:pt x="1" y="1"/>
                        <a:pt x="3" y="1"/>
                      </a:cubicBezTo>
                      <a:cubicBezTo>
                        <a:pt x="16" y="0"/>
                        <a:pt x="29" y="0"/>
                        <a:pt x="41" y="1"/>
                      </a:cubicBezTo>
                      <a:cubicBezTo>
                        <a:pt x="44" y="1"/>
                        <a:pt x="45" y="2"/>
                        <a:pt x="45" y="4"/>
                      </a:cubicBezTo>
                      <a:cubicBezTo>
                        <a:pt x="45" y="11"/>
                        <a:pt x="45" y="17"/>
                        <a:pt x="45" y="24"/>
                      </a:cubicBezTo>
                      <a:cubicBezTo>
                        <a:pt x="45" y="27"/>
                        <a:pt x="45" y="28"/>
                        <a:pt x="41" y="29"/>
                      </a:cubicBezTo>
                      <a:close/>
                      <a:moveTo>
                        <a:pt x="16" y="14"/>
                      </a:moveTo>
                      <a:cubicBezTo>
                        <a:pt x="16" y="12"/>
                        <a:pt x="15" y="11"/>
                        <a:pt x="13" y="11"/>
                      </a:cubicBezTo>
                      <a:cubicBezTo>
                        <a:pt x="11" y="11"/>
                        <a:pt x="10" y="12"/>
                        <a:pt x="10" y="14"/>
                      </a:cubicBezTo>
                      <a:cubicBezTo>
                        <a:pt x="10" y="15"/>
                        <a:pt x="11" y="16"/>
                        <a:pt x="13" y="17"/>
                      </a:cubicBezTo>
                      <a:cubicBezTo>
                        <a:pt x="15" y="17"/>
                        <a:pt x="16" y="15"/>
                        <a:pt x="16" y="14"/>
                      </a:cubicBezTo>
                      <a:close/>
                      <a:moveTo>
                        <a:pt x="25" y="14"/>
                      </a:moveTo>
                      <a:cubicBezTo>
                        <a:pt x="25" y="12"/>
                        <a:pt x="24" y="11"/>
                        <a:pt x="22" y="11"/>
                      </a:cubicBezTo>
                      <a:cubicBezTo>
                        <a:pt x="21" y="11"/>
                        <a:pt x="20" y="12"/>
                        <a:pt x="20" y="14"/>
                      </a:cubicBezTo>
                      <a:cubicBezTo>
                        <a:pt x="20" y="15"/>
                        <a:pt x="21" y="16"/>
                        <a:pt x="22" y="17"/>
                      </a:cubicBezTo>
                      <a:cubicBezTo>
                        <a:pt x="24" y="17"/>
                        <a:pt x="25" y="15"/>
                        <a:pt x="25" y="14"/>
                      </a:cubicBezTo>
                      <a:close/>
                      <a:moveTo>
                        <a:pt x="32" y="11"/>
                      </a:moveTo>
                      <a:cubicBezTo>
                        <a:pt x="30" y="11"/>
                        <a:pt x="29" y="12"/>
                        <a:pt x="29" y="14"/>
                      </a:cubicBezTo>
                      <a:cubicBezTo>
                        <a:pt x="29" y="16"/>
                        <a:pt x="30" y="17"/>
                        <a:pt x="32" y="17"/>
                      </a:cubicBezTo>
                      <a:cubicBezTo>
                        <a:pt x="33" y="16"/>
                        <a:pt x="34" y="15"/>
                        <a:pt x="34" y="14"/>
                      </a:cubicBezTo>
                      <a:cubicBezTo>
                        <a:pt x="34" y="12"/>
                        <a:pt x="33" y="11"/>
                        <a:pt x="32"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63" name="Freeform 1296">
                  <a:extLst>
                    <a:ext uri="{FF2B5EF4-FFF2-40B4-BE49-F238E27FC236}">
                      <a16:creationId xmlns="" xmlns:a16="http://schemas.microsoft.com/office/drawing/2014/main" id="{FB449A8C-1BF4-49F7-9D66-592228DBAE5C}"/>
                    </a:ext>
                  </a:extLst>
                </p:cNvPr>
                <p:cNvSpPr>
                  <a:spLocks/>
                </p:cNvSpPr>
                <p:nvPr/>
              </p:nvSpPr>
              <p:spPr bwMode="auto">
                <a:xfrm>
                  <a:off x="4133003" y="3727346"/>
                  <a:ext cx="127000" cy="241300"/>
                </a:xfrm>
                <a:custGeom>
                  <a:avLst/>
                  <a:gdLst>
                    <a:gd name="T0" fmla="*/ 9 w 34"/>
                    <a:gd name="T1" fmla="*/ 37 h 64"/>
                    <a:gd name="T2" fmla="*/ 29 w 34"/>
                    <a:gd name="T3" fmla="*/ 37 h 64"/>
                    <a:gd name="T4" fmla="*/ 33 w 34"/>
                    <a:gd name="T5" fmla="*/ 41 h 64"/>
                    <a:gd name="T6" fmla="*/ 33 w 34"/>
                    <a:gd name="T7" fmla="*/ 42 h 64"/>
                    <a:gd name="T8" fmla="*/ 33 w 34"/>
                    <a:gd name="T9" fmla="*/ 53 h 64"/>
                    <a:gd name="T10" fmla="*/ 32 w 34"/>
                    <a:gd name="T11" fmla="*/ 60 h 64"/>
                    <a:gd name="T12" fmla="*/ 29 w 34"/>
                    <a:gd name="T13" fmla="*/ 64 h 64"/>
                    <a:gd name="T14" fmla="*/ 25 w 34"/>
                    <a:gd name="T15" fmla="*/ 60 h 64"/>
                    <a:gd name="T16" fmla="*/ 25 w 34"/>
                    <a:gd name="T17" fmla="*/ 50 h 64"/>
                    <a:gd name="T18" fmla="*/ 22 w 34"/>
                    <a:gd name="T19" fmla="*/ 46 h 64"/>
                    <a:gd name="T20" fmla="*/ 12 w 34"/>
                    <a:gd name="T21" fmla="*/ 46 h 64"/>
                    <a:gd name="T22" fmla="*/ 8 w 34"/>
                    <a:gd name="T23" fmla="*/ 50 h 64"/>
                    <a:gd name="T24" fmla="*/ 8 w 34"/>
                    <a:gd name="T25" fmla="*/ 60 h 64"/>
                    <a:gd name="T26" fmla="*/ 5 w 34"/>
                    <a:gd name="T27" fmla="*/ 64 h 64"/>
                    <a:gd name="T28" fmla="*/ 1 w 34"/>
                    <a:gd name="T29" fmla="*/ 60 h 64"/>
                    <a:gd name="T30" fmla="*/ 1 w 34"/>
                    <a:gd name="T31" fmla="*/ 49 h 64"/>
                    <a:gd name="T32" fmla="*/ 1 w 34"/>
                    <a:gd name="T33" fmla="*/ 46 h 64"/>
                    <a:gd name="T34" fmla="*/ 1 w 34"/>
                    <a:gd name="T35" fmla="*/ 43 h 64"/>
                    <a:gd name="T36" fmla="*/ 0 w 34"/>
                    <a:gd name="T37" fmla="*/ 40 h 64"/>
                    <a:gd name="T38" fmla="*/ 0 w 34"/>
                    <a:gd name="T39" fmla="*/ 4 h 64"/>
                    <a:gd name="T40" fmla="*/ 4 w 34"/>
                    <a:gd name="T41" fmla="*/ 0 h 64"/>
                    <a:gd name="T42" fmla="*/ 9 w 34"/>
                    <a:gd name="T43" fmla="*/ 4 h 64"/>
                    <a:gd name="T44" fmla="*/ 9 w 34"/>
                    <a:gd name="T45" fmla="*/ 33 h 64"/>
                    <a:gd name="T46" fmla="*/ 9 w 34"/>
                    <a:gd name="T47" fmla="*/ 3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64">
                      <a:moveTo>
                        <a:pt x="9" y="37"/>
                      </a:moveTo>
                      <a:cubicBezTo>
                        <a:pt x="16" y="37"/>
                        <a:pt x="22" y="37"/>
                        <a:pt x="29" y="37"/>
                      </a:cubicBezTo>
                      <a:cubicBezTo>
                        <a:pt x="32" y="37"/>
                        <a:pt x="34" y="38"/>
                        <a:pt x="33" y="41"/>
                      </a:cubicBezTo>
                      <a:cubicBezTo>
                        <a:pt x="33" y="41"/>
                        <a:pt x="33" y="41"/>
                        <a:pt x="33" y="42"/>
                      </a:cubicBezTo>
                      <a:cubicBezTo>
                        <a:pt x="30" y="45"/>
                        <a:pt x="33" y="49"/>
                        <a:pt x="33" y="53"/>
                      </a:cubicBezTo>
                      <a:cubicBezTo>
                        <a:pt x="32" y="55"/>
                        <a:pt x="33" y="58"/>
                        <a:pt x="32" y="60"/>
                      </a:cubicBezTo>
                      <a:cubicBezTo>
                        <a:pt x="32" y="63"/>
                        <a:pt x="31" y="64"/>
                        <a:pt x="29" y="64"/>
                      </a:cubicBezTo>
                      <a:cubicBezTo>
                        <a:pt x="27" y="64"/>
                        <a:pt x="25" y="63"/>
                        <a:pt x="25" y="60"/>
                      </a:cubicBezTo>
                      <a:cubicBezTo>
                        <a:pt x="25" y="57"/>
                        <a:pt x="25" y="53"/>
                        <a:pt x="25" y="50"/>
                      </a:cubicBezTo>
                      <a:cubicBezTo>
                        <a:pt x="25" y="47"/>
                        <a:pt x="24" y="46"/>
                        <a:pt x="22" y="46"/>
                      </a:cubicBezTo>
                      <a:cubicBezTo>
                        <a:pt x="18" y="46"/>
                        <a:pt x="15" y="46"/>
                        <a:pt x="12" y="46"/>
                      </a:cubicBezTo>
                      <a:cubicBezTo>
                        <a:pt x="9" y="46"/>
                        <a:pt x="8" y="47"/>
                        <a:pt x="8" y="50"/>
                      </a:cubicBezTo>
                      <a:cubicBezTo>
                        <a:pt x="8" y="53"/>
                        <a:pt x="8" y="57"/>
                        <a:pt x="8" y="60"/>
                      </a:cubicBezTo>
                      <a:cubicBezTo>
                        <a:pt x="8" y="63"/>
                        <a:pt x="7" y="64"/>
                        <a:pt x="5" y="64"/>
                      </a:cubicBezTo>
                      <a:cubicBezTo>
                        <a:pt x="2" y="64"/>
                        <a:pt x="1" y="63"/>
                        <a:pt x="1" y="60"/>
                      </a:cubicBezTo>
                      <a:cubicBezTo>
                        <a:pt x="1" y="56"/>
                        <a:pt x="1" y="53"/>
                        <a:pt x="1" y="49"/>
                      </a:cubicBezTo>
                      <a:cubicBezTo>
                        <a:pt x="1" y="48"/>
                        <a:pt x="1" y="47"/>
                        <a:pt x="1" y="46"/>
                      </a:cubicBezTo>
                      <a:cubicBezTo>
                        <a:pt x="2" y="45"/>
                        <a:pt x="2" y="44"/>
                        <a:pt x="1" y="43"/>
                      </a:cubicBezTo>
                      <a:cubicBezTo>
                        <a:pt x="0" y="43"/>
                        <a:pt x="0" y="41"/>
                        <a:pt x="0" y="40"/>
                      </a:cubicBezTo>
                      <a:cubicBezTo>
                        <a:pt x="0" y="28"/>
                        <a:pt x="0" y="16"/>
                        <a:pt x="0" y="4"/>
                      </a:cubicBezTo>
                      <a:cubicBezTo>
                        <a:pt x="0" y="1"/>
                        <a:pt x="2" y="0"/>
                        <a:pt x="4" y="0"/>
                      </a:cubicBezTo>
                      <a:cubicBezTo>
                        <a:pt x="7" y="0"/>
                        <a:pt x="9" y="1"/>
                        <a:pt x="9" y="4"/>
                      </a:cubicBezTo>
                      <a:cubicBezTo>
                        <a:pt x="9" y="14"/>
                        <a:pt x="9" y="24"/>
                        <a:pt x="9" y="33"/>
                      </a:cubicBezTo>
                      <a:cubicBezTo>
                        <a:pt x="9" y="34"/>
                        <a:pt x="9" y="35"/>
                        <a:pt x="9" y="3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558" name="Freeform 1297">
                <a:extLst>
                  <a:ext uri="{FF2B5EF4-FFF2-40B4-BE49-F238E27FC236}">
                    <a16:creationId xmlns="" xmlns:a16="http://schemas.microsoft.com/office/drawing/2014/main" id="{71168DDD-FB28-47FF-804A-08FF48885397}"/>
                  </a:ext>
                </a:extLst>
              </p:cNvPr>
              <p:cNvSpPr>
                <a:spLocks/>
              </p:cNvSpPr>
              <p:nvPr/>
            </p:nvSpPr>
            <p:spPr bwMode="auto">
              <a:xfrm>
                <a:off x="4534641" y="3727346"/>
                <a:ext cx="123825" cy="241300"/>
              </a:xfrm>
              <a:custGeom>
                <a:avLst/>
                <a:gdLst>
                  <a:gd name="T0" fmla="*/ 24 w 33"/>
                  <a:gd name="T1" fmla="*/ 37 h 64"/>
                  <a:gd name="T2" fmla="*/ 24 w 33"/>
                  <a:gd name="T3" fmla="*/ 34 h 64"/>
                  <a:gd name="T4" fmla="*/ 24 w 33"/>
                  <a:gd name="T5" fmla="*/ 5 h 64"/>
                  <a:gd name="T6" fmla="*/ 24 w 33"/>
                  <a:gd name="T7" fmla="*/ 3 h 64"/>
                  <a:gd name="T8" fmla="*/ 28 w 33"/>
                  <a:gd name="T9" fmla="*/ 0 h 64"/>
                  <a:gd name="T10" fmla="*/ 33 w 33"/>
                  <a:gd name="T11" fmla="*/ 4 h 64"/>
                  <a:gd name="T12" fmla="*/ 33 w 33"/>
                  <a:gd name="T13" fmla="*/ 41 h 64"/>
                  <a:gd name="T14" fmla="*/ 33 w 33"/>
                  <a:gd name="T15" fmla="*/ 41 h 64"/>
                  <a:gd name="T16" fmla="*/ 32 w 33"/>
                  <a:gd name="T17" fmla="*/ 51 h 64"/>
                  <a:gd name="T18" fmla="*/ 32 w 33"/>
                  <a:gd name="T19" fmla="*/ 60 h 64"/>
                  <a:gd name="T20" fmla="*/ 28 w 33"/>
                  <a:gd name="T21" fmla="*/ 64 h 64"/>
                  <a:gd name="T22" fmla="*/ 25 w 33"/>
                  <a:gd name="T23" fmla="*/ 60 h 64"/>
                  <a:gd name="T24" fmla="*/ 25 w 33"/>
                  <a:gd name="T25" fmla="*/ 50 h 64"/>
                  <a:gd name="T26" fmla="*/ 21 w 33"/>
                  <a:gd name="T27" fmla="*/ 46 h 64"/>
                  <a:gd name="T28" fmla="*/ 11 w 33"/>
                  <a:gd name="T29" fmla="*/ 46 h 64"/>
                  <a:gd name="T30" fmla="*/ 7 w 33"/>
                  <a:gd name="T31" fmla="*/ 50 h 64"/>
                  <a:gd name="T32" fmla="*/ 7 w 33"/>
                  <a:gd name="T33" fmla="*/ 60 h 64"/>
                  <a:gd name="T34" fmla="*/ 4 w 33"/>
                  <a:gd name="T35" fmla="*/ 64 h 64"/>
                  <a:gd name="T36" fmla="*/ 0 w 33"/>
                  <a:gd name="T37" fmla="*/ 60 h 64"/>
                  <a:gd name="T38" fmla="*/ 0 w 33"/>
                  <a:gd name="T39" fmla="*/ 49 h 64"/>
                  <a:gd name="T40" fmla="*/ 1 w 33"/>
                  <a:gd name="T41" fmla="*/ 46 h 64"/>
                  <a:gd name="T42" fmla="*/ 0 w 33"/>
                  <a:gd name="T43" fmla="*/ 44 h 64"/>
                  <a:gd name="T44" fmla="*/ 0 w 33"/>
                  <a:gd name="T45" fmla="*/ 39 h 64"/>
                  <a:gd name="T46" fmla="*/ 4 w 33"/>
                  <a:gd name="T47" fmla="*/ 37 h 64"/>
                  <a:gd name="T48" fmla="*/ 21 w 33"/>
                  <a:gd name="T49" fmla="*/ 37 h 64"/>
                  <a:gd name="T50" fmla="*/ 24 w 33"/>
                  <a:gd name="T51" fmla="*/ 3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 h="64">
                    <a:moveTo>
                      <a:pt x="24" y="37"/>
                    </a:moveTo>
                    <a:cubicBezTo>
                      <a:pt x="24" y="35"/>
                      <a:pt x="24" y="35"/>
                      <a:pt x="24" y="34"/>
                    </a:cubicBezTo>
                    <a:cubicBezTo>
                      <a:pt x="24" y="24"/>
                      <a:pt x="24" y="15"/>
                      <a:pt x="24" y="5"/>
                    </a:cubicBezTo>
                    <a:cubicBezTo>
                      <a:pt x="24" y="5"/>
                      <a:pt x="24" y="4"/>
                      <a:pt x="24" y="3"/>
                    </a:cubicBezTo>
                    <a:cubicBezTo>
                      <a:pt x="24" y="1"/>
                      <a:pt x="26" y="0"/>
                      <a:pt x="28" y="0"/>
                    </a:cubicBezTo>
                    <a:cubicBezTo>
                      <a:pt x="31" y="0"/>
                      <a:pt x="33" y="1"/>
                      <a:pt x="33" y="4"/>
                    </a:cubicBezTo>
                    <a:cubicBezTo>
                      <a:pt x="33" y="16"/>
                      <a:pt x="33" y="28"/>
                      <a:pt x="33" y="41"/>
                    </a:cubicBezTo>
                    <a:cubicBezTo>
                      <a:pt x="33" y="41"/>
                      <a:pt x="33" y="41"/>
                      <a:pt x="33" y="41"/>
                    </a:cubicBezTo>
                    <a:cubicBezTo>
                      <a:pt x="30" y="45"/>
                      <a:pt x="32" y="48"/>
                      <a:pt x="32" y="51"/>
                    </a:cubicBezTo>
                    <a:cubicBezTo>
                      <a:pt x="32" y="54"/>
                      <a:pt x="32" y="57"/>
                      <a:pt x="32" y="60"/>
                    </a:cubicBezTo>
                    <a:cubicBezTo>
                      <a:pt x="32" y="63"/>
                      <a:pt x="30" y="64"/>
                      <a:pt x="28" y="64"/>
                    </a:cubicBezTo>
                    <a:cubicBezTo>
                      <a:pt x="26" y="64"/>
                      <a:pt x="25" y="63"/>
                      <a:pt x="25" y="60"/>
                    </a:cubicBezTo>
                    <a:cubicBezTo>
                      <a:pt x="25" y="57"/>
                      <a:pt x="25" y="53"/>
                      <a:pt x="25" y="50"/>
                    </a:cubicBezTo>
                    <a:cubicBezTo>
                      <a:pt x="25" y="47"/>
                      <a:pt x="24" y="46"/>
                      <a:pt x="21" y="46"/>
                    </a:cubicBezTo>
                    <a:cubicBezTo>
                      <a:pt x="18" y="46"/>
                      <a:pt x="14" y="46"/>
                      <a:pt x="11" y="46"/>
                    </a:cubicBezTo>
                    <a:cubicBezTo>
                      <a:pt x="8" y="46"/>
                      <a:pt x="7" y="47"/>
                      <a:pt x="7" y="50"/>
                    </a:cubicBezTo>
                    <a:cubicBezTo>
                      <a:pt x="7" y="53"/>
                      <a:pt x="8" y="57"/>
                      <a:pt x="7" y="60"/>
                    </a:cubicBezTo>
                    <a:cubicBezTo>
                      <a:pt x="7" y="63"/>
                      <a:pt x="6" y="64"/>
                      <a:pt x="4" y="64"/>
                    </a:cubicBezTo>
                    <a:cubicBezTo>
                      <a:pt x="2" y="64"/>
                      <a:pt x="0" y="63"/>
                      <a:pt x="0" y="60"/>
                    </a:cubicBezTo>
                    <a:cubicBezTo>
                      <a:pt x="0" y="56"/>
                      <a:pt x="0" y="53"/>
                      <a:pt x="0" y="49"/>
                    </a:cubicBezTo>
                    <a:cubicBezTo>
                      <a:pt x="0" y="48"/>
                      <a:pt x="1" y="47"/>
                      <a:pt x="1" y="46"/>
                    </a:cubicBezTo>
                    <a:cubicBezTo>
                      <a:pt x="1" y="45"/>
                      <a:pt x="1" y="44"/>
                      <a:pt x="0" y="44"/>
                    </a:cubicBezTo>
                    <a:cubicBezTo>
                      <a:pt x="0" y="42"/>
                      <a:pt x="0" y="40"/>
                      <a:pt x="0" y="39"/>
                    </a:cubicBezTo>
                    <a:cubicBezTo>
                      <a:pt x="0" y="37"/>
                      <a:pt x="2" y="37"/>
                      <a:pt x="4" y="37"/>
                    </a:cubicBezTo>
                    <a:cubicBezTo>
                      <a:pt x="10" y="37"/>
                      <a:pt x="15" y="37"/>
                      <a:pt x="21" y="37"/>
                    </a:cubicBezTo>
                    <a:cubicBezTo>
                      <a:pt x="22" y="37"/>
                      <a:pt x="23" y="37"/>
                      <a:pt x="24" y="3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412" name="Freeform 1298">
              <a:extLst>
                <a:ext uri="{FF2B5EF4-FFF2-40B4-BE49-F238E27FC236}">
                  <a16:creationId xmlns="" xmlns:a16="http://schemas.microsoft.com/office/drawing/2014/main" id="{576FC986-EB52-4835-9306-11E41B1266B6}"/>
                </a:ext>
              </a:extLst>
            </p:cNvPr>
            <p:cNvSpPr>
              <a:spLocks/>
            </p:cNvSpPr>
            <p:nvPr/>
          </p:nvSpPr>
          <p:spPr bwMode="auto">
            <a:xfrm>
              <a:off x="11067024" y="278854"/>
              <a:ext cx="20945" cy="44576"/>
            </a:xfrm>
            <a:custGeom>
              <a:avLst/>
              <a:gdLst>
                <a:gd name="T0" fmla="*/ 16 w 33"/>
                <a:gd name="T1" fmla="*/ 32 h 70"/>
                <a:gd name="T2" fmla="*/ 16 w 33"/>
                <a:gd name="T3" fmla="*/ 41 h 70"/>
                <a:gd name="T4" fmla="*/ 22 w 33"/>
                <a:gd name="T5" fmla="*/ 41 h 70"/>
                <a:gd name="T6" fmla="*/ 26 w 33"/>
                <a:gd name="T7" fmla="*/ 44 h 70"/>
                <a:gd name="T8" fmla="*/ 29 w 33"/>
                <a:gd name="T9" fmla="*/ 66 h 70"/>
                <a:gd name="T10" fmla="*/ 25 w 33"/>
                <a:gd name="T11" fmla="*/ 70 h 70"/>
                <a:gd name="T12" fmla="*/ 21 w 33"/>
                <a:gd name="T13" fmla="*/ 67 h 70"/>
                <a:gd name="T14" fmla="*/ 19 w 33"/>
                <a:gd name="T15" fmla="*/ 48 h 70"/>
                <a:gd name="T16" fmla="*/ 10 w 33"/>
                <a:gd name="T17" fmla="*/ 48 h 70"/>
                <a:gd name="T18" fmla="*/ 6 w 33"/>
                <a:gd name="T19" fmla="*/ 48 h 70"/>
                <a:gd name="T20" fmla="*/ 0 w 33"/>
                <a:gd name="T21" fmla="*/ 41 h 70"/>
                <a:gd name="T22" fmla="*/ 0 w 33"/>
                <a:gd name="T23" fmla="*/ 26 h 70"/>
                <a:gd name="T24" fmla="*/ 8 w 33"/>
                <a:gd name="T25" fmla="*/ 17 h 70"/>
                <a:gd name="T26" fmla="*/ 3 w 33"/>
                <a:gd name="T27" fmla="*/ 12 h 70"/>
                <a:gd name="T28" fmla="*/ 3 w 33"/>
                <a:gd name="T29" fmla="*/ 5 h 70"/>
                <a:gd name="T30" fmla="*/ 13 w 33"/>
                <a:gd name="T31" fmla="*/ 1 h 70"/>
                <a:gd name="T32" fmla="*/ 18 w 33"/>
                <a:gd name="T33" fmla="*/ 10 h 70"/>
                <a:gd name="T34" fmla="*/ 10 w 33"/>
                <a:gd name="T35" fmla="*/ 17 h 70"/>
                <a:gd name="T36" fmla="*/ 18 w 33"/>
                <a:gd name="T37" fmla="*/ 25 h 70"/>
                <a:gd name="T38" fmla="*/ 28 w 33"/>
                <a:gd name="T39" fmla="*/ 28 h 70"/>
                <a:gd name="T40" fmla="*/ 33 w 33"/>
                <a:gd name="T41" fmla="*/ 29 h 70"/>
                <a:gd name="T42" fmla="*/ 30 w 33"/>
                <a:gd name="T43" fmla="*/ 34 h 70"/>
                <a:gd name="T44" fmla="*/ 16 w 33"/>
                <a:gd name="T45" fmla="*/ 3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 h="70">
                  <a:moveTo>
                    <a:pt x="16" y="32"/>
                  </a:moveTo>
                  <a:cubicBezTo>
                    <a:pt x="16" y="35"/>
                    <a:pt x="16" y="38"/>
                    <a:pt x="16" y="41"/>
                  </a:cubicBezTo>
                  <a:cubicBezTo>
                    <a:pt x="18" y="41"/>
                    <a:pt x="20" y="41"/>
                    <a:pt x="22" y="41"/>
                  </a:cubicBezTo>
                  <a:cubicBezTo>
                    <a:pt x="24" y="41"/>
                    <a:pt x="26" y="42"/>
                    <a:pt x="26" y="44"/>
                  </a:cubicBezTo>
                  <a:cubicBezTo>
                    <a:pt x="27" y="52"/>
                    <a:pt x="28" y="59"/>
                    <a:pt x="29" y="66"/>
                  </a:cubicBezTo>
                  <a:cubicBezTo>
                    <a:pt x="29" y="68"/>
                    <a:pt x="27" y="70"/>
                    <a:pt x="25" y="70"/>
                  </a:cubicBezTo>
                  <a:cubicBezTo>
                    <a:pt x="23" y="70"/>
                    <a:pt x="21" y="69"/>
                    <a:pt x="21" y="67"/>
                  </a:cubicBezTo>
                  <a:cubicBezTo>
                    <a:pt x="20" y="61"/>
                    <a:pt x="20" y="55"/>
                    <a:pt x="19" y="48"/>
                  </a:cubicBezTo>
                  <a:cubicBezTo>
                    <a:pt x="16" y="48"/>
                    <a:pt x="13" y="48"/>
                    <a:pt x="10" y="48"/>
                  </a:cubicBezTo>
                  <a:cubicBezTo>
                    <a:pt x="9" y="48"/>
                    <a:pt x="7" y="48"/>
                    <a:pt x="6" y="48"/>
                  </a:cubicBezTo>
                  <a:cubicBezTo>
                    <a:pt x="2" y="47"/>
                    <a:pt x="0" y="45"/>
                    <a:pt x="0" y="41"/>
                  </a:cubicBezTo>
                  <a:cubicBezTo>
                    <a:pt x="0" y="36"/>
                    <a:pt x="0" y="31"/>
                    <a:pt x="0" y="26"/>
                  </a:cubicBezTo>
                  <a:cubicBezTo>
                    <a:pt x="0" y="20"/>
                    <a:pt x="3" y="18"/>
                    <a:pt x="8" y="17"/>
                  </a:cubicBezTo>
                  <a:cubicBezTo>
                    <a:pt x="6" y="16"/>
                    <a:pt x="4" y="15"/>
                    <a:pt x="3" y="12"/>
                  </a:cubicBezTo>
                  <a:cubicBezTo>
                    <a:pt x="1" y="10"/>
                    <a:pt x="1" y="7"/>
                    <a:pt x="3" y="5"/>
                  </a:cubicBezTo>
                  <a:cubicBezTo>
                    <a:pt x="4" y="1"/>
                    <a:pt x="9" y="0"/>
                    <a:pt x="13" y="1"/>
                  </a:cubicBezTo>
                  <a:cubicBezTo>
                    <a:pt x="16" y="2"/>
                    <a:pt x="19" y="6"/>
                    <a:pt x="18" y="10"/>
                  </a:cubicBezTo>
                  <a:cubicBezTo>
                    <a:pt x="18" y="14"/>
                    <a:pt x="14" y="17"/>
                    <a:pt x="10" y="17"/>
                  </a:cubicBezTo>
                  <a:cubicBezTo>
                    <a:pt x="14" y="18"/>
                    <a:pt x="16" y="22"/>
                    <a:pt x="18" y="25"/>
                  </a:cubicBezTo>
                  <a:cubicBezTo>
                    <a:pt x="21" y="29"/>
                    <a:pt x="23" y="29"/>
                    <a:pt x="28" y="28"/>
                  </a:cubicBezTo>
                  <a:cubicBezTo>
                    <a:pt x="30" y="27"/>
                    <a:pt x="32" y="28"/>
                    <a:pt x="33" y="29"/>
                  </a:cubicBezTo>
                  <a:cubicBezTo>
                    <a:pt x="33" y="31"/>
                    <a:pt x="32" y="33"/>
                    <a:pt x="30" y="34"/>
                  </a:cubicBezTo>
                  <a:cubicBezTo>
                    <a:pt x="25" y="35"/>
                    <a:pt x="20" y="36"/>
                    <a:pt x="16" y="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3" name="Freeform 1299">
              <a:extLst>
                <a:ext uri="{FF2B5EF4-FFF2-40B4-BE49-F238E27FC236}">
                  <a16:creationId xmlns="" xmlns:a16="http://schemas.microsoft.com/office/drawing/2014/main" id="{E35D7863-15CC-424D-A109-A3687F64AB73}"/>
                </a:ext>
              </a:extLst>
            </p:cNvPr>
            <p:cNvSpPr>
              <a:spLocks/>
            </p:cNvSpPr>
            <p:nvPr/>
          </p:nvSpPr>
          <p:spPr bwMode="auto">
            <a:xfrm>
              <a:off x="11104618" y="278854"/>
              <a:ext cx="20408" cy="45113"/>
            </a:xfrm>
            <a:custGeom>
              <a:avLst/>
              <a:gdLst>
                <a:gd name="T0" fmla="*/ 14 w 32"/>
                <a:gd name="T1" fmla="*/ 49 h 71"/>
                <a:gd name="T2" fmla="*/ 12 w 32"/>
                <a:gd name="T3" fmla="*/ 64 h 71"/>
                <a:gd name="T4" fmla="*/ 12 w 32"/>
                <a:gd name="T5" fmla="*/ 67 h 71"/>
                <a:gd name="T6" fmla="*/ 7 w 32"/>
                <a:gd name="T7" fmla="*/ 70 h 71"/>
                <a:gd name="T8" fmla="*/ 4 w 32"/>
                <a:gd name="T9" fmla="*/ 66 h 71"/>
                <a:gd name="T10" fmla="*/ 6 w 32"/>
                <a:gd name="T11" fmla="*/ 47 h 71"/>
                <a:gd name="T12" fmla="*/ 7 w 32"/>
                <a:gd name="T13" fmla="*/ 44 h 71"/>
                <a:gd name="T14" fmla="*/ 11 w 32"/>
                <a:gd name="T15" fmla="*/ 41 h 71"/>
                <a:gd name="T16" fmla="*/ 17 w 32"/>
                <a:gd name="T17" fmla="*/ 41 h 71"/>
                <a:gd name="T18" fmla="*/ 17 w 32"/>
                <a:gd name="T19" fmla="*/ 32 h 71"/>
                <a:gd name="T20" fmla="*/ 16 w 32"/>
                <a:gd name="T21" fmla="*/ 33 h 71"/>
                <a:gd name="T22" fmla="*/ 2 w 32"/>
                <a:gd name="T23" fmla="*/ 33 h 71"/>
                <a:gd name="T24" fmla="*/ 0 w 32"/>
                <a:gd name="T25" fmla="*/ 29 h 71"/>
                <a:gd name="T26" fmla="*/ 5 w 32"/>
                <a:gd name="T27" fmla="*/ 27 h 71"/>
                <a:gd name="T28" fmla="*/ 16 w 32"/>
                <a:gd name="T29" fmla="*/ 24 h 71"/>
                <a:gd name="T30" fmla="*/ 17 w 32"/>
                <a:gd name="T31" fmla="*/ 22 h 71"/>
                <a:gd name="T32" fmla="*/ 23 w 32"/>
                <a:gd name="T33" fmla="*/ 17 h 71"/>
                <a:gd name="T34" fmla="*/ 17 w 32"/>
                <a:gd name="T35" fmla="*/ 14 h 71"/>
                <a:gd name="T36" fmla="*/ 15 w 32"/>
                <a:gd name="T37" fmla="*/ 8 h 71"/>
                <a:gd name="T38" fmla="*/ 22 w 32"/>
                <a:gd name="T39" fmla="*/ 1 h 71"/>
                <a:gd name="T40" fmla="*/ 31 w 32"/>
                <a:gd name="T41" fmla="*/ 7 h 71"/>
                <a:gd name="T42" fmla="*/ 25 w 32"/>
                <a:gd name="T43" fmla="*/ 17 h 71"/>
                <a:gd name="T44" fmla="*/ 28 w 32"/>
                <a:gd name="T45" fmla="*/ 18 h 71"/>
                <a:gd name="T46" fmla="*/ 32 w 32"/>
                <a:gd name="T47" fmla="*/ 25 h 71"/>
                <a:gd name="T48" fmla="*/ 32 w 32"/>
                <a:gd name="T49" fmla="*/ 41 h 71"/>
                <a:gd name="T50" fmla="*/ 25 w 32"/>
                <a:gd name="T51" fmla="*/ 48 h 71"/>
                <a:gd name="T52" fmla="*/ 15 w 32"/>
                <a:gd name="T53" fmla="*/ 48 h 71"/>
                <a:gd name="T54" fmla="*/ 14 w 32"/>
                <a:gd name="T55" fmla="*/ 4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 h="71">
                  <a:moveTo>
                    <a:pt x="14" y="49"/>
                  </a:moveTo>
                  <a:cubicBezTo>
                    <a:pt x="13" y="54"/>
                    <a:pt x="13" y="59"/>
                    <a:pt x="12" y="64"/>
                  </a:cubicBezTo>
                  <a:cubicBezTo>
                    <a:pt x="12" y="65"/>
                    <a:pt x="12" y="66"/>
                    <a:pt x="12" y="67"/>
                  </a:cubicBezTo>
                  <a:cubicBezTo>
                    <a:pt x="11" y="69"/>
                    <a:pt x="10" y="71"/>
                    <a:pt x="7" y="70"/>
                  </a:cubicBezTo>
                  <a:cubicBezTo>
                    <a:pt x="5" y="70"/>
                    <a:pt x="4" y="68"/>
                    <a:pt x="4" y="66"/>
                  </a:cubicBezTo>
                  <a:cubicBezTo>
                    <a:pt x="5" y="60"/>
                    <a:pt x="6" y="53"/>
                    <a:pt x="6" y="47"/>
                  </a:cubicBezTo>
                  <a:cubicBezTo>
                    <a:pt x="6" y="46"/>
                    <a:pt x="7" y="45"/>
                    <a:pt x="7" y="44"/>
                  </a:cubicBezTo>
                  <a:cubicBezTo>
                    <a:pt x="7" y="42"/>
                    <a:pt x="8" y="41"/>
                    <a:pt x="11" y="41"/>
                  </a:cubicBezTo>
                  <a:cubicBezTo>
                    <a:pt x="13" y="41"/>
                    <a:pt x="15" y="41"/>
                    <a:pt x="17" y="41"/>
                  </a:cubicBezTo>
                  <a:cubicBezTo>
                    <a:pt x="17" y="38"/>
                    <a:pt x="17" y="35"/>
                    <a:pt x="17" y="32"/>
                  </a:cubicBezTo>
                  <a:cubicBezTo>
                    <a:pt x="17" y="32"/>
                    <a:pt x="17" y="32"/>
                    <a:pt x="16" y="33"/>
                  </a:cubicBezTo>
                  <a:cubicBezTo>
                    <a:pt x="12" y="36"/>
                    <a:pt x="7" y="35"/>
                    <a:pt x="2" y="33"/>
                  </a:cubicBezTo>
                  <a:cubicBezTo>
                    <a:pt x="0" y="33"/>
                    <a:pt x="0" y="31"/>
                    <a:pt x="0" y="29"/>
                  </a:cubicBezTo>
                  <a:cubicBezTo>
                    <a:pt x="1" y="28"/>
                    <a:pt x="3" y="27"/>
                    <a:pt x="5" y="27"/>
                  </a:cubicBezTo>
                  <a:cubicBezTo>
                    <a:pt x="10" y="29"/>
                    <a:pt x="12" y="29"/>
                    <a:pt x="16" y="24"/>
                  </a:cubicBezTo>
                  <a:cubicBezTo>
                    <a:pt x="16" y="23"/>
                    <a:pt x="17" y="23"/>
                    <a:pt x="17" y="22"/>
                  </a:cubicBezTo>
                  <a:cubicBezTo>
                    <a:pt x="18" y="20"/>
                    <a:pt x="20" y="18"/>
                    <a:pt x="23" y="17"/>
                  </a:cubicBezTo>
                  <a:cubicBezTo>
                    <a:pt x="21" y="17"/>
                    <a:pt x="18" y="16"/>
                    <a:pt x="17" y="14"/>
                  </a:cubicBezTo>
                  <a:cubicBezTo>
                    <a:pt x="15" y="13"/>
                    <a:pt x="14" y="10"/>
                    <a:pt x="15" y="8"/>
                  </a:cubicBezTo>
                  <a:cubicBezTo>
                    <a:pt x="15" y="4"/>
                    <a:pt x="18" y="1"/>
                    <a:pt x="22" y="1"/>
                  </a:cubicBezTo>
                  <a:cubicBezTo>
                    <a:pt x="26" y="0"/>
                    <a:pt x="30" y="3"/>
                    <a:pt x="31" y="7"/>
                  </a:cubicBezTo>
                  <a:cubicBezTo>
                    <a:pt x="32" y="11"/>
                    <a:pt x="30" y="15"/>
                    <a:pt x="25" y="17"/>
                  </a:cubicBezTo>
                  <a:cubicBezTo>
                    <a:pt x="26" y="17"/>
                    <a:pt x="27" y="17"/>
                    <a:pt x="28" y="18"/>
                  </a:cubicBezTo>
                  <a:cubicBezTo>
                    <a:pt x="31" y="19"/>
                    <a:pt x="32" y="21"/>
                    <a:pt x="32" y="25"/>
                  </a:cubicBezTo>
                  <a:cubicBezTo>
                    <a:pt x="32" y="30"/>
                    <a:pt x="32" y="35"/>
                    <a:pt x="32" y="41"/>
                  </a:cubicBezTo>
                  <a:cubicBezTo>
                    <a:pt x="32" y="45"/>
                    <a:pt x="30" y="48"/>
                    <a:pt x="25" y="48"/>
                  </a:cubicBezTo>
                  <a:cubicBezTo>
                    <a:pt x="21" y="48"/>
                    <a:pt x="18" y="48"/>
                    <a:pt x="15" y="48"/>
                  </a:cubicBezTo>
                  <a:cubicBezTo>
                    <a:pt x="14" y="48"/>
                    <a:pt x="14" y="48"/>
                    <a:pt x="14" y="4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4" name="Freeform 1300">
              <a:extLst>
                <a:ext uri="{FF2B5EF4-FFF2-40B4-BE49-F238E27FC236}">
                  <a16:creationId xmlns="" xmlns:a16="http://schemas.microsoft.com/office/drawing/2014/main" id="{694238B9-B152-42FE-A0CF-C5A085F10AC2}"/>
                </a:ext>
              </a:extLst>
            </p:cNvPr>
            <p:cNvSpPr>
              <a:spLocks/>
            </p:cNvSpPr>
            <p:nvPr/>
          </p:nvSpPr>
          <p:spPr bwMode="auto">
            <a:xfrm>
              <a:off x="11082330" y="301679"/>
              <a:ext cx="26585" cy="20945"/>
            </a:xfrm>
            <a:custGeom>
              <a:avLst/>
              <a:gdLst>
                <a:gd name="T0" fmla="*/ 35 w 42"/>
                <a:gd name="T1" fmla="*/ 6 h 33"/>
                <a:gd name="T2" fmla="*/ 35 w 42"/>
                <a:gd name="T3" fmla="*/ 33 h 33"/>
                <a:gd name="T4" fmla="*/ 8 w 42"/>
                <a:gd name="T5" fmla="*/ 33 h 33"/>
                <a:gd name="T6" fmla="*/ 8 w 42"/>
                <a:gd name="T7" fmla="*/ 6 h 33"/>
                <a:gd name="T8" fmla="*/ 4 w 42"/>
                <a:gd name="T9" fmla="*/ 6 h 33"/>
                <a:gd name="T10" fmla="*/ 0 w 42"/>
                <a:gd name="T11" fmla="*/ 3 h 33"/>
                <a:gd name="T12" fmla="*/ 4 w 42"/>
                <a:gd name="T13" fmla="*/ 0 h 33"/>
                <a:gd name="T14" fmla="*/ 39 w 42"/>
                <a:gd name="T15" fmla="*/ 0 h 33"/>
                <a:gd name="T16" fmla="*/ 42 w 42"/>
                <a:gd name="T17" fmla="*/ 3 h 33"/>
                <a:gd name="T18" fmla="*/ 39 w 42"/>
                <a:gd name="T19" fmla="*/ 6 h 33"/>
                <a:gd name="T20" fmla="*/ 35 w 42"/>
                <a:gd name="T21"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33">
                  <a:moveTo>
                    <a:pt x="35" y="6"/>
                  </a:moveTo>
                  <a:cubicBezTo>
                    <a:pt x="35" y="15"/>
                    <a:pt x="35" y="24"/>
                    <a:pt x="35" y="33"/>
                  </a:cubicBezTo>
                  <a:cubicBezTo>
                    <a:pt x="26" y="33"/>
                    <a:pt x="17" y="33"/>
                    <a:pt x="8" y="33"/>
                  </a:cubicBezTo>
                  <a:cubicBezTo>
                    <a:pt x="8" y="24"/>
                    <a:pt x="8" y="15"/>
                    <a:pt x="8" y="6"/>
                  </a:cubicBezTo>
                  <a:cubicBezTo>
                    <a:pt x="6" y="6"/>
                    <a:pt x="5" y="6"/>
                    <a:pt x="4" y="6"/>
                  </a:cubicBezTo>
                  <a:cubicBezTo>
                    <a:pt x="2" y="6"/>
                    <a:pt x="0" y="5"/>
                    <a:pt x="0" y="3"/>
                  </a:cubicBezTo>
                  <a:cubicBezTo>
                    <a:pt x="0" y="1"/>
                    <a:pt x="2" y="0"/>
                    <a:pt x="4" y="0"/>
                  </a:cubicBezTo>
                  <a:cubicBezTo>
                    <a:pt x="15" y="0"/>
                    <a:pt x="27" y="0"/>
                    <a:pt x="39" y="0"/>
                  </a:cubicBezTo>
                  <a:cubicBezTo>
                    <a:pt x="41" y="0"/>
                    <a:pt x="42" y="1"/>
                    <a:pt x="42" y="3"/>
                  </a:cubicBezTo>
                  <a:cubicBezTo>
                    <a:pt x="42" y="4"/>
                    <a:pt x="41" y="6"/>
                    <a:pt x="39" y="6"/>
                  </a:cubicBezTo>
                  <a:cubicBezTo>
                    <a:pt x="38" y="6"/>
                    <a:pt x="36" y="6"/>
                    <a:pt x="35"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5" name="Freeform 1301">
              <a:extLst>
                <a:ext uri="{FF2B5EF4-FFF2-40B4-BE49-F238E27FC236}">
                  <a16:creationId xmlns="" xmlns:a16="http://schemas.microsoft.com/office/drawing/2014/main" id="{B8F5D346-6380-42CF-A29C-E3F00BE8DCD2}"/>
                </a:ext>
              </a:extLst>
            </p:cNvPr>
            <p:cNvSpPr>
              <a:spLocks noEditPoints="1"/>
            </p:cNvSpPr>
            <p:nvPr/>
          </p:nvSpPr>
          <p:spPr bwMode="auto">
            <a:xfrm>
              <a:off x="11089312" y="280196"/>
              <a:ext cx="22288" cy="15843"/>
            </a:xfrm>
            <a:custGeom>
              <a:avLst/>
              <a:gdLst>
                <a:gd name="T0" fmla="*/ 32 w 35"/>
                <a:gd name="T1" fmla="*/ 21 h 25"/>
                <a:gd name="T2" fmla="*/ 33 w 35"/>
                <a:gd name="T3" fmla="*/ 25 h 25"/>
                <a:gd name="T4" fmla="*/ 30 w 35"/>
                <a:gd name="T5" fmla="*/ 23 h 25"/>
                <a:gd name="T6" fmla="*/ 26 w 35"/>
                <a:gd name="T7" fmla="*/ 21 h 25"/>
                <a:gd name="T8" fmla="*/ 4 w 35"/>
                <a:gd name="T9" fmla="*/ 21 h 25"/>
                <a:gd name="T10" fmla="*/ 0 w 35"/>
                <a:gd name="T11" fmla="*/ 18 h 25"/>
                <a:gd name="T12" fmla="*/ 0 w 35"/>
                <a:gd name="T13" fmla="*/ 3 h 25"/>
                <a:gd name="T14" fmla="*/ 3 w 35"/>
                <a:gd name="T15" fmla="*/ 0 h 25"/>
                <a:gd name="T16" fmla="*/ 32 w 35"/>
                <a:gd name="T17" fmla="*/ 0 h 25"/>
                <a:gd name="T18" fmla="*/ 35 w 35"/>
                <a:gd name="T19" fmla="*/ 3 h 25"/>
                <a:gd name="T20" fmla="*/ 35 w 35"/>
                <a:gd name="T21" fmla="*/ 18 h 25"/>
                <a:gd name="T22" fmla="*/ 32 w 35"/>
                <a:gd name="T23" fmla="*/ 21 h 25"/>
                <a:gd name="T24" fmla="*/ 12 w 35"/>
                <a:gd name="T25" fmla="*/ 10 h 25"/>
                <a:gd name="T26" fmla="*/ 10 w 35"/>
                <a:gd name="T27" fmla="*/ 8 h 25"/>
                <a:gd name="T28" fmla="*/ 8 w 35"/>
                <a:gd name="T29" fmla="*/ 10 h 25"/>
                <a:gd name="T30" fmla="*/ 10 w 35"/>
                <a:gd name="T31" fmla="*/ 12 h 25"/>
                <a:gd name="T32" fmla="*/ 12 w 35"/>
                <a:gd name="T33" fmla="*/ 10 h 25"/>
                <a:gd name="T34" fmla="*/ 20 w 35"/>
                <a:gd name="T35" fmla="*/ 10 h 25"/>
                <a:gd name="T36" fmla="*/ 18 w 35"/>
                <a:gd name="T37" fmla="*/ 8 h 25"/>
                <a:gd name="T38" fmla="*/ 15 w 35"/>
                <a:gd name="T39" fmla="*/ 10 h 25"/>
                <a:gd name="T40" fmla="*/ 17 w 35"/>
                <a:gd name="T41" fmla="*/ 12 h 25"/>
                <a:gd name="T42" fmla="*/ 20 w 35"/>
                <a:gd name="T43" fmla="*/ 10 h 25"/>
                <a:gd name="T44" fmla="*/ 24 w 35"/>
                <a:gd name="T45" fmla="*/ 8 h 25"/>
                <a:gd name="T46" fmla="*/ 22 w 35"/>
                <a:gd name="T47" fmla="*/ 10 h 25"/>
                <a:gd name="T48" fmla="*/ 25 w 35"/>
                <a:gd name="T49" fmla="*/ 12 h 25"/>
                <a:gd name="T50" fmla="*/ 27 w 35"/>
                <a:gd name="T51" fmla="*/ 10 h 25"/>
                <a:gd name="T52" fmla="*/ 24 w 35"/>
                <a:gd name="T53"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25">
                  <a:moveTo>
                    <a:pt x="32" y="21"/>
                  </a:moveTo>
                  <a:cubicBezTo>
                    <a:pt x="32" y="23"/>
                    <a:pt x="33" y="24"/>
                    <a:pt x="33" y="25"/>
                  </a:cubicBezTo>
                  <a:cubicBezTo>
                    <a:pt x="32" y="24"/>
                    <a:pt x="31" y="24"/>
                    <a:pt x="30" y="23"/>
                  </a:cubicBezTo>
                  <a:cubicBezTo>
                    <a:pt x="29" y="21"/>
                    <a:pt x="27" y="21"/>
                    <a:pt x="26" y="21"/>
                  </a:cubicBezTo>
                  <a:cubicBezTo>
                    <a:pt x="18" y="21"/>
                    <a:pt x="11" y="21"/>
                    <a:pt x="4" y="21"/>
                  </a:cubicBezTo>
                  <a:cubicBezTo>
                    <a:pt x="1" y="21"/>
                    <a:pt x="0" y="20"/>
                    <a:pt x="0" y="18"/>
                  </a:cubicBezTo>
                  <a:cubicBezTo>
                    <a:pt x="0" y="13"/>
                    <a:pt x="0" y="8"/>
                    <a:pt x="0" y="3"/>
                  </a:cubicBezTo>
                  <a:cubicBezTo>
                    <a:pt x="0" y="1"/>
                    <a:pt x="1" y="0"/>
                    <a:pt x="3" y="0"/>
                  </a:cubicBezTo>
                  <a:cubicBezTo>
                    <a:pt x="13" y="0"/>
                    <a:pt x="22" y="0"/>
                    <a:pt x="32" y="0"/>
                  </a:cubicBezTo>
                  <a:cubicBezTo>
                    <a:pt x="34" y="0"/>
                    <a:pt x="35" y="0"/>
                    <a:pt x="35" y="3"/>
                  </a:cubicBezTo>
                  <a:cubicBezTo>
                    <a:pt x="35" y="8"/>
                    <a:pt x="35" y="13"/>
                    <a:pt x="35" y="18"/>
                  </a:cubicBezTo>
                  <a:cubicBezTo>
                    <a:pt x="35" y="20"/>
                    <a:pt x="34" y="21"/>
                    <a:pt x="32" y="21"/>
                  </a:cubicBezTo>
                  <a:close/>
                  <a:moveTo>
                    <a:pt x="12" y="10"/>
                  </a:moveTo>
                  <a:cubicBezTo>
                    <a:pt x="12" y="9"/>
                    <a:pt x="12" y="8"/>
                    <a:pt x="10" y="8"/>
                  </a:cubicBezTo>
                  <a:cubicBezTo>
                    <a:pt x="9" y="8"/>
                    <a:pt x="8" y="9"/>
                    <a:pt x="8" y="10"/>
                  </a:cubicBezTo>
                  <a:cubicBezTo>
                    <a:pt x="8" y="11"/>
                    <a:pt x="9" y="12"/>
                    <a:pt x="10" y="12"/>
                  </a:cubicBezTo>
                  <a:cubicBezTo>
                    <a:pt x="12" y="12"/>
                    <a:pt x="12" y="11"/>
                    <a:pt x="12" y="10"/>
                  </a:cubicBezTo>
                  <a:close/>
                  <a:moveTo>
                    <a:pt x="20" y="10"/>
                  </a:moveTo>
                  <a:cubicBezTo>
                    <a:pt x="20" y="9"/>
                    <a:pt x="19" y="8"/>
                    <a:pt x="18" y="8"/>
                  </a:cubicBezTo>
                  <a:cubicBezTo>
                    <a:pt x="16" y="8"/>
                    <a:pt x="15" y="9"/>
                    <a:pt x="15" y="10"/>
                  </a:cubicBezTo>
                  <a:cubicBezTo>
                    <a:pt x="15" y="11"/>
                    <a:pt x="16" y="12"/>
                    <a:pt x="17" y="12"/>
                  </a:cubicBezTo>
                  <a:cubicBezTo>
                    <a:pt x="19" y="12"/>
                    <a:pt x="19" y="11"/>
                    <a:pt x="20" y="10"/>
                  </a:cubicBezTo>
                  <a:close/>
                  <a:moveTo>
                    <a:pt x="24" y="8"/>
                  </a:moveTo>
                  <a:cubicBezTo>
                    <a:pt x="23" y="8"/>
                    <a:pt x="22" y="9"/>
                    <a:pt x="22" y="10"/>
                  </a:cubicBezTo>
                  <a:cubicBezTo>
                    <a:pt x="22" y="11"/>
                    <a:pt x="23" y="12"/>
                    <a:pt x="25" y="12"/>
                  </a:cubicBezTo>
                  <a:cubicBezTo>
                    <a:pt x="26" y="12"/>
                    <a:pt x="27" y="11"/>
                    <a:pt x="27" y="10"/>
                  </a:cubicBezTo>
                  <a:cubicBezTo>
                    <a:pt x="27" y="8"/>
                    <a:pt x="26" y="8"/>
                    <a:pt x="24"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6" name="Freeform 1302">
              <a:extLst>
                <a:ext uri="{FF2B5EF4-FFF2-40B4-BE49-F238E27FC236}">
                  <a16:creationId xmlns="" xmlns:a16="http://schemas.microsoft.com/office/drawing/2014/main" id="{E1AC21E7-C05B-44BE-BCD0-B100984D6743}"/>
                </a:ext>
              </a:extLst>
            </p:cNvPr>
            <p:cNvSpPr>
              <a:spLocks noEditPoints="1"/>
            </p:cNvSpPr>
            <p:nvPr/>
          </p:nvSpPr>
          <p:spPr bwMode="auto">
            <a:xfrm>
              <a:off x="11080987" y="268113"/>
              <a:ext cx="22288" cy="16380"/>
            </a:xfrm>
            <a:custGeom>
              <a:avLst/>
              <a:gdLst>
                <a:gd name="T0" fmla="*/ 1 w 35"/>
                <a:gd name="T1" fmla="*/ 25 h 26"/>
                <a:gd name="T2" fmla="*/ 3 w 35"/>
                <a:gd name="T3" fmla="*/ 22 h 26"/>
                <a:gd name="T4" fmla="*/ 0 w 35"/>
                <a:gd name="T5" fmla="*/ 18 h 26"/>
                <a:gd name="T6" fmla="*/ 0 w 35"/>
                <a:gd name="T7" fmla="*/ 3 h 26"/>
                <a:gd name="T8" fmla="*/ 3 w 35"/>
                <a:gd name="T9" fmla="*/ 0 h 26"/>
                <a:gd name="T10" fmla="*/ 31 w 35"/>
                <a:gd name="T11" fmla="*/ 0 h 26"/>
                <a:gd name="T12" fmla="*/ 34 w 35"/>
                <a:gd name="T13" fmla="*/ 3 h 26"/>
                <a:gd name="T14" fmla="*/ 34 w 35"/>
                <a:gd name="T15" fmla="*/ 17 h 26"/>
                <a:gd name="T16" fmla="*/ 32 w 35"/>
                <a:gd name="T17" fmla="*/ 17 h 26"/>
                <a:gd name="T18" fmla="*/ 15 w 35"/>
                <a:gd name="T19" fmla="*/ 17 h 26"/>
                <a:gd name="T20" fmla="*/ 11 w 35"/>
                <a:gd name="T21" fmla="*/ 21 h 26"/>
                <a:gd name="T22" fmla="*/ 11 w 35"/>
                <a:gd name="T23" fmla="*/ 22 h 26"/>
                <a:gd name="T24" fmla="*/ 2 w 35"/>
                <a:gd name="T25" fmla="*/ 26 h 26"/>
                <a:gd name="T26" fmla="*/ 1 w 35"/>
                <a:gd name="T27" fmla="*/ 25 h 26"/>
                <a:gd name="T28" fmla="*/ 24 w 35"/>
                <a:gd name="T29" fmla="*/ 8 h 26"/>
                <a:gd name="T30" fmla="*/ 22 w 35"/>
                <a:gd name="T31" fmla="*/ 10 h 26"/>
                <a:gd name="T32" fmla="*/ 24 w 35"/>
                <a:gd name="T33" fmla="*/ 12 h 26"/>
                <a:gd name="T34" fmla="*/ 26 w 35"/>
                <a:gd name="T35" fmla="*/ 10 h 26"/>
                <a:gd name="T36" fmla="*/ 24 w 35"/>
                <a:gd name="T37" fmla="*/ 8 h 26"/>
                <a:gd name="T38" fmla="*/ 8 w 35"/>
                <a:gd name="T39" fmla="*/ 9 h 26"/>
                <a:gd name="T40" fmla="*/ 10 w 35"/>
                <a:gd name="T41" fmla="*/ 12 h 26"/>
                <a:gd name="T42" fmla="*/ 12 w 35"/>
                <a:gd name="T43" fmla="*/ 10 h 26"/>
                <a:gd name="T44" fmla="*/ 10 w 35"/>
                <a:gd name="T45" fmla="*/ 8 h 26"/>
                <a:gd name="T46" fmla="*/ 8 w 35"/>
                <a:gd name="T47" fmla="*/ 9 h 26"/>
                <a:gd name="T48" fmla="*/ 15 w 35"/>
                <a:gd name="T49" fmla="*/ 10 h 26"/>
                <a:gd name="T50" fmla="*/ 17 w 35"/>
                <a:gd name="T51" fmla="*/ 12 h 26"/>
                <a:gd name="T52" fmla="*/ 19 w 35"/>
                <a:gd name="T53" fmla="*/ 10 h 26"/>
                <a:gd name="T54" fmla="*/ 17 w 35"/>
                <a:gd name="T55" fmla="*/ 8 h 26"/>
                <a:gd name="T56" fmla="*/ 15 w 35"/>
                <a:gd name="T57"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26">
                  <a:moveTo>
                    <a:pt x="1" y="25"/>
                  </a:moveTo>
                  <a:cubicBezTo>
                    <a:pt x="2" y="24"/>
                    <a:pt x="2" y="23"/>
                    <a:pt x="3" y="22"/>
                  </a:cubicBezTo>
                  <a:cubicBezTo>
                    <a:pt x="0" y="21"/>
                    <a:pt x="0" y="21"/>
                    <a:pt x="0" y="18"/>
                  </a:cubicBezTo>
                  <a:cubicBezTo>
                    <a:pt x="0" y="13"/>
                    <a:pt x="0" y="8"/>
                    <a:pt x="0" y="3"/>
                  </a:cubicBezTo>
                  <a:cubicBezTo>
                    <a:pt x="0" y="1"/>
                    <a:pt x="0" y="0"/>
                    <a:pt x="3" y="0"/>
                  </a:cubicBezTo>
                  <a:cubicBezTo>
                    <a:pt x="12" y="0"/>
                    <a:pt x="22" y="0"/>
                    <a:pt x="31" y="0"/>
                  </a:cubicBezTo>
                  <a:cubicBezTo>
                    <a:pt x="34" y="0"/>
                    <a:pt x="34" y="1"/>
                    <a:pt x="34" y="3"/>
                  </a:cubicBezTo>
                  <a:cubicBezTo>
                    <a:pt x="35" y="8"/>
                    <a:pt x="34" y="12"/>
                    <a:pt x="34" y="17"/>
                  </a:cubicBezTo>
                  <a:cubicBezTo>
                    <a:pt x="34" y="17"/>
                    <a:pt x="33" y="17"/>
                    <a:pt x="32" y="17"/>
                  </a:cubicBezTo>
                  <a:cubicBezTo>
                    <a:pt x="27" y="17"/>
                    <a:pt x="21" y="17"/>
                    <a:pt x="15" y="17"/>
                  </a:cubicBezTo>
                  <a:cubicBezTo>
                    <a:pt x="12" y="17"/>
                    <a:pt x="12" y="17"/>
                    <a:pt x="11" y="21"/>
                  </a:cubicBezTo>
                  <a:cubicBezTo>
                    <a:pt x="11" y="21"/>
                    <a:pt x="11" y="21"/>
                    <a:pt x="11" y="22"/>
                  </a:cubicBezTo>
                  <a:cubicBezTo>
                    <a:pt x="7" y="21"/>
                    <a:pt x="4" y="23"/>
                    <a:pt x="2" y="26"/>
                  </a:cubicBezTo>
                  <a:cubicBezTo>
                    <a:pt x="1" y="26"/>
                    <a:pt x="1" y="25"/>
                    <a:pt x="1" y="25"/>
                  </a:cubicBezTo>
                  <a:close/>
                  <a:moveTo>
                    <a:pt x="24" y="8"/>
                  </a:moveTo>
                  <a:cubicBezTo>
                    <a:pt x="23" y="8"/>
                    <a:pt x="22" y="9"/>
                    <a:pt x="22" y="10"/>
                  </a:cubicBezTo>
                  <a:cubicBezTo>
                    <a:pt x="22" y="11"/>
                    <a:pt x="23" y="12"/>
                    <a:pt x="24" y="12"/>
                  </a:cubicBezTo>
                  <a:cubicBezTo>
                    <a:pt x="26" y="12"/>
                    <a:pt x="26" y="11"/>
                    <a:pt x="26" y="10"/>
                  </a:cubicBezTo>
                  <a:cubicBezTo>
                    <a:pt x="26" y="9"/>
                    <a:pt x="26" y="8"/>
                    <a:pt x="24" y="8"/>
                  </a:cubicBezTo>
                  <a:close/>
                  <a:moveTo>
                    <a:pt x="8" y="9"/>
                  </a:moveTo>
                  <a:cubicBezTo>
                    <a:pt x="8" y="11"/>
                    <a:pt x="9" y="12"/>
                    <a:pt x="10" y="12"/>
                  </a:cubicBezTo>
                  <a:cubicBezTo>
                    <a:pt x="11" y="12"/>
                    <a:pt x="12" y="11"/>
                    <a:pt x="12" y="10"/>
                  </a:cubicBezTo>
                  <a:cubicBezTo>
                    <a:pt x="12" y="9"/>
                    <a:pt x="11" y="8"/>
                    <a:pt x="10" y="8"/>
                  </a:cubicBezTo>
                  <a:cubicBezTo>
                    <a:pt x="9" y="8"/>
                    <a:pt x="8" y="9"/>
                    <a:pt x="8" y="9"/>
                  </a:cubicBezTo>
                  <a:close/>
                  <a:moveTo>
                    <a:pt x="15" y="10"/>
                  </a:moveTo>
                  <a:cubicBezTo>
                    <a:pt x="15" y="11"/>
                    <a:pt x="16" y="12"/>
                    <a:pt x="17" y="12"/>
                  </a:cubicBezTo>
                  <a:cubicBezTo>
                    <a:pt x="19" y="12"/>
                    <a:pt x="19" y="11"/>
                    <a:pt x="19" y="10"/>
                  </a:cubicBezTo>
                  <a:cubicBezTo>
                    <a:pt x="19" y="9"/>
                    <a:pt x="19" y="8"/>
                    <a:pt x="17" y="8"/>
                  </a:cubicBezTo>
                  <a:cubicBezTo>
                    <a:pt x="16" y="8"/>
                    <a:pt x="15" y="9"/>
                    <a:pt x="15"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7" name="Freeform 1303">
              <a:extLst>
                <a:ext uri="{FF2B5EF4-FFF2-40B4-BE49-F238E27FC236}">
                  <a16:creationId xmlns="" xmlns:a16="http://schemas.microsoft.com/office/drawing/2014/main" id="{9EB7E981-124C-4F5C-8393-671D57661A74}"/>
                </a:ext>
              </a:extLst>
            </p:cNvPr>
            <p:cNvSpPr>
              <a:spLocks/>
            </p:cNvSpPr>
            <p:nvPr/>
          </p:nvSpPr>
          <p:spPr bwMode="auto">
            <a:xfrm>
              <a:off x="11061922" y="292280"/>
              <a:ext cx="16649" cy="31687"/>
            </a:xfrm>
            <a:custGeom>
              <a:avLst/>
              <a:gdLst>
                <a:gd name="T0" fmla="*/ 7 w 26"/>
                <a:gd name="T1" fmla="*/ 28 h 50"/>
                <a:gd name="T2" fmla="*/ 22 w 26"/>
                <a:gd name="T3" fmla="*/ 28 h 50"/>
                <a:gd name="T4" fmla="*/ 26 w 26"/>
                <a:gd name="T5" fmla="*/ 32 h 50"/>
                <a:gd name="T6" fmla="*/ 26 w 26"/>
                <a:gd name="T7" fmla="*/ 32 h 50"/>
                <a:gd name="T8" fmla="*/ 25 w 26"/>
                <a:gd name="T9" fmla="*/ 41 h 50"/>
                <a:gd name="T10" fmla="*/ 25 w 26"/>
                <a:gd name="T11" fmla="*/ 47 h 50"/>
                <a:gd name="T12" fmla="*/ 23 w 26"/>
                <a:gd name="T13" fmla="*/ 50 h 50"/>
                <a:gd name="T14" fmla="*/ 20 w 26"/>
                <a:gd name="T15" fmla="*/ 47 h 50"/>
                <a:gd name="T16" fmla="*/ 20 w 26"/>
                <a:gd name="T17" fmla="*/ 39 h 50"/>
                <a:gd name="T18" fmla="*/ 17 w 26"/>
                <a:gd name="T19" fmla="*/ 36 h 50"/>
                <a:gd name="T20" fmla="*/ 9 w 26"/>
                <a:gd name="T21" fmla="*/ 36 h 50"/>
                <a:gd name="T22" fmla="*/ 6 w 26"/>
                <a:gd name="T23" fmla="*/ 39 h 50"/>
                <a:gd name="T24" fmla="*/ 6 w 26"/>
                <a:gd name="T25" fmla="*/ 46 h 50"/>
                <a:gd name="T26" fmla="*/ 4 w 26"/>
                <a:gd name="T27" fmla="*/ 50 h 50"/>
                <a:gd name="T28" fmla="*/ 1 w 26"/>
                <a:gd name="T29" fmla="*/ 46 h 50"/>
                <a:gd name="T30" fmla="*/ 1 w 26"/>
                <a:gd name="T31" fmla="*/ 38 h 50"/>
                <a:gd name="T32" fmla="*/ 1 w 26"/>
                <a:gd name="T33" fmla="*/ 36 h 50"/>
                <a:gd name="T34" fmla="*/ 1 w 26"/>
                <a:gd name="T35" fmla="*/ 33 h 50"/>
                <a:gd name="T36" fmla="*/ 0 w 26"/>
                <a:gd name="T37" fmla="*/ 31 h 50"/>
                <a:gd name="T38" fmla="*/ 0 w 26"/>
                <a:gd name="T39" fmla="*/ 3 h 50"/>
                <a:gd name="T40" fmla="*/ 4 w 26"/>
                <a:gd name="T41" fmla="*/ 0 h 50"/>
                <a:gd name="T42" fmla="*/ 7 w 26"/>
                <a:gd name="T43" fmla="*/ 4 h 50"/>
                <a:gd name="T44" fmla="*/ 7 w 26"/>
                <a:gd name="T45" fmla="*/ 26 h 50"/>
                <a:gd name="T46" fmla="*/ 7 w 26"/>
                <a:gd name="T47" fmla="*/ 2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50">
                  <a:moveTo>
                    <a:pt x="7" y="28"/>
                  </a:moveTo>
                  <a:cubicBezTo>
                    <a:pt x="12" y="28"/>
                    <a:pt x="17" y="28"/>
                    <a:pt x="22" y="28"/>
                  </a:cubicBezTo>
                  <a:cubicBezTo>
                    <a:pt x="25" y="28"/>
                    <a:pt x="26" y="30"/>
                    <a:pt x="26" y="32"/>
                  </a:cubicBezTo>
                  <a:cubicBezTo>
                    <a:pt x="26" y="32"/>
                    <a:pt x="26" y="32"/>
                    <a:pt x="26" y="32"/>
                  </a:cubicBezTo>
                  <a:cubicBezTo>
                    <a:pt x="24" y="35"/>
                    <a:pt x="26" y="38"/>
                    <a:pt x="25" y="41"/>
                  </a:cubicBezTo>
                  <a:cubicBezTo>
                    <a:pt x="25" y="43"/>
                    <a:pt x="25" y="45"/>
                    <a:pt x="25" y="47"/>
                  </a:cubicBezTo>
                  <a:cubicBezTo>
                    <a:pt x="25" y="48"/>
                    <a:pt x="24" y="50"/>
                    <a:pt x="23" y="50"/>
                  </a:cubicBezTo>
                  <a:cubicBezTo>
                    <a:pt x="21" y="50"/>
                    <a:pt x="20" y="48"/>
                    <a:pt x="20" y="47"/>
                  </a:cubicBezTo>
                  <a:cubicBezTo>
                    <a:pt x="20" y="44"/>
                    <a:pt x="20" y="41"/>
                    <a:pt x="20" y="39"/>
                  </a:cubicBezTo>
                  <a:cubicBezTo>
                    <a:pt x="20" y="36"/>
                    <a:pt x="19" y="36"/>
                    <a:pt x="17" y="36"/>
                  </a:cubicBezTo>
                  <a:cubicBezTo>
                    <a:pt x="14" y="36"/>
                    <a:pt x="12" y="36"/>
                    <a:pt x="9" y="36"/>
                  </a:cubicBezTo>
                  <a:cubicBezTo>
                    <a:pt x="7" y="36"/>
                    <a:pt x="7" y="37"/>
                    <a:pt x="6" y="39"/>
                  </a:cubicBezTo>
                  <a:cubicBezTo>
                    <a:pt x="6" y="41"/>
                    <a:pt x="6" y="44"/>
                    <a:pt x="6" y="46"/>
                  </a:cubicBezTo>
                  <a:cubicBezTo>
                    <a:pt x="6" y="48"/>
                    <a:pt x="5" y="50"/>
                    <a:pt x="4" y="50"/>
                  </a:cubicBezTo>
                  <a:cubicBezTo>
                    <a:pt x="2" y="50"/>
                    <a:pt x="1" y="48"/>
                    <a:pt x="1" y="46"/>
                  </a:cubicBezTo>
                  <a:cubicBezTo>
                    <a:pt x="1" y="44"/>
                    <a:pt x="1" y="41"/>
                    <a:pt x="1" y="38"/>
                  </a:cubicBezTo>
                  <a:cubicBezTo>
                    <a:pt x="1" y="37"/>
                    <a:pt x="1" y="36"/>
                    <a:pt x="1" y="36"/>
                  </a:cubicBezTo>
                  <a:cubicBezTo>
                    <a:pt x="2" y="35"/>
                    <a:pt x="2" y="34"/>
                    <a:pt x="1" y="33"/>
                  </a:cubicBezTo>
                  <a:cubicBezTo>
                    <a:pt x="1" y="33"/>
                    <a:pt x="0" y="32"/>
                    <a:pt x="0" y="31"/>
                  </a:cubicBezTo>
                  <a:cubicBezTo>
                    <a:pt x="0" y="22"/>
                    <a:pt x="0" y="13"/>
                    <a:pt x="0" y="3"/>
                  </a:cubicBezTo>
                  <a:cubicBezTo>
                    <a:pt x="0" y="1"/>
                    <a:pt x="2" y="0"/>
                    <a:pt x="4" y="0"/>
                  </a:cubicBezTo>
                  <a:cubicBezTo>
                    <a:pt x="6" y="0"/>
                    <a:pt x="7" y="1"/>
                    <a:pt x="7" y="4"/>
                  </a:cubicBezTo>
                  <a:cubicBezTo>
                    <a:pt x="7" y="11"/>
                    <a:pt x="7" y="18"/>
                    <a:pt x="7" y="26"/>
                  </a:cubicBezTo>
                  <a:cubicBezTo>
                    <a:pt x="7" y="27"/>
                    <a:pt x="7" y="27"/>
                    <a:pt x="7" y="2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8" name="Freeform 1304">
              <a:extLst>
                <a:ext uri="{FF2B5EF4-FFF2-40B4-BE49-F238E27FC236}">
                  <a16:creationId xmlns="" xmlns:a16="http://schemas.microsoft.com/office/drawing/2014/main" id="{6391CCF1-224F-49A1-B10A-363A874890E7}"/>
                </a:ext>
              </a:extLst>
            </p:cNvPr>
            <p:cNvSpPr>
              <a:spLocks/>
            </p:cNvSpPr>
            <p:nvPr/>
          </p:nvSpPr>
          <p:spPr bwMode="auto">
            <a:xfrm>
              <a:off x="11114017" y="292280"/>
              <a:ext cx="16649" cy="31687"/>
            </a:xfrm>
            <a:custGeom>
              <a:avLst/>
              <a:gdLst>
                <a:gd name="T0" fmla="*/ 19 w 26"/>
                <a:gd name="T1" fmla="*/ 28 h 50"/>
                <a:gd name="T2" fmla="*/ 19 w 26"/>
                <a:gd name="T3" fmla="*/ 26 h 50"/>
                <a:gd name="T4" fmla="*/ 19 w 26"/>
                <a:gd name="T5" fmla="*/ 4 h 50"/>
                <a:gd name="T6" fmla="*/ 19 w 26"/>
                <a:gd name="T7" fmla="*/ 3 h 50"/>
                <a:gd name="T8" fmla="*/ 22 w 26"/>
                <a:gd name="T9" fmla="*/ 0 h 50"/>
                <a:gd name="T10" fmla="*/ 25 w 26"/>
                <a:gd name="T11" fmla="*/ 3 h 50"/>
                <a:gd name="T12" fmla="*/ 25 w 26"/>
                <a:gd name="T13" fmla="*/ 32 h 50"/>
                <a:gd name="T14" fmla="*/ 25 w 26"/>
                <a:gd name="T15" fmla="*/ 32 h 50"/>
                <a:gd name="T16" fmla="*/ 25 w 26"/>
                <a:gd name="T17" fmla="*/ 40 h 50"/>
                <a:gd name="T18" fmla="*/ 25 w 26"/>
                <a:gd name="T19" fmla="*/ 47 h 50"/>
                <a:gd name="T20" fmla="*/ 22 w 26"/>
                <a:gd name="T21" fmla="*/ 50 h 50"/>
                <a:gd name="T22" fmla="*/ 19 w 26"/>
                <a:gd name="T23" fmla="*/ 47 h 50"/>
                <a:gd name="T24" fmla="*/ 19 w 26"/>
                <a:gd name="T25" fmla="*/ 39 h 50"/>
                <a:gd name="T26" fmla="*/ 17 w 26"/>
                <a:gd name="T27" fmla="*/ 36 h 50"/>
                <a:gd name="T28" fmla="*/ 9 w 26"/>
                <a:gd name="T29" fmla="*/ 36 h 50"/>
                <a:gd name="T30" fmla="*/ 6 w 26"/>
                <a:gd name="T31" fmla="*/ 39 h 50"/>
                <a:gd name="T32" fmla="*/ 6 w 26"/>
                <a:gd name="T33" fmla="*/ 46 h 50"/>
                <a:gd name="T34" fmla="*/ 3 w 26"/>
                <a:gd name="T35" fmla="*/ 50 h 50"/>
                <a:gd name="T36" fmla="*/ 1 w 26"/>
                <a:gd name="T37" fmla="*/ 46 h 50"/>
                <a:gd name="T38" fmla="*/ 1 w 26"/>
                <a:gd name="T39" fmla="*/ 38 h 50"/>
                <a:gd name="T40" fmla="*/ 1 w 26"/>
                <a:gd name="T41" fmla="*/ 36 h 50"/>
                <a:gd name="T42" fmla="*/ 1 w 26"/>
                <a:gd name="T43" fmla="*/ 34 h 50"/>
                <a:gd name="T44" fmla="*/ 0 w 26"/>
                <a:gd name="T45" fmla="*/ 30 h 50"/>
                <a:gd name="T46" fmla="*/ 3 w 26"/>
                <a:gd name="T47" fmla="*/ 28 h 50"/>
                <a:gd name="T48" fmla="*/ 17 w 26"/>
                <a:gd name="T49" fmla="*/ 28 h 50"/>
                <a:gd name="T50" fmla="*/ 19 w 26"/>
                <a:gd name="T51" fmla="*/ 2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50">
                  <a:moveTo>
                    <a:pt x="19" y="28"/>
                  </a:moveTo>
                  <a:cubicBezTo>
                    <a:pt x="19" y="27"/>
                    <a:pt x="19" y="27"/>
                    <a:pt x="19" y="26"/>
                  </a:cubicBezTo>
                  <a:cubicBezTo>
                    <a:pt x="19" y="19"/>
                    <a:pt x="19" y="12"/>
                    <a:pt x="19" y="4"/>
                  </a:cubicBezTo>
                  <a:cubicBezTo>
                    <a:pt x="19" y="4"/>
                    <a:pt x="19" y="3"/>
                    <a:pt x="19" y="3"/>
                  </a:cubicBezTo>
                  <a:cubicBezTo>
                    <a:pt x="19" y="1"/>
                    <a:pt x="20" y="0"/>
                    <a:pt x="22" y="0"/>
                  </a:cubicBezTo>
                  <a:cubicBezTo>
                    <a:pt x="24" y="0"/>
                    <a:pt x="25" y="1"/>
                    <a:pt x="25" y="3"/>
                  </a:cubicBezTo>
                  <a:cubicBezTo>
                    <a:pt x="26" y="13"/>
                    <a:pt x="25" y="22"/>
                    <a:pt x="25" y="32"/>
                  </a:cubicBezTo>
                  <a:cubicBezTo>
                    <a:pt x="25" y="32"/>
                    <a:pt x="26" y="32"/>
                    <a:pt x="25" y="32"/>
                  </a:cubicBezTo>
                  <a:cubicBezTo>
                    <a:pt x="23" y="34"/>
                    <a:pt x="25" y="37"/>
                    <a:pt x="25" y="40"/>
                  </a:cubicBezTo>
                  <a:cubicBezTo>
                    <a:pt x="25" y="42"/>
                    <a:pt x="25" y="44"/>
                    <a:pt x="25" y="47"/>
                  </a:cubicBezTo>
                  <a:cubicBezTo>
                    <a:pt x="25" y="48"/>
                    <a:pt x="24" y="50"/>
                    <a:pt x="22" y="50"/>
                  </a:cubicBezTo>
                  <a:cubicBezTo>
                    <a:pt x="20" y="49"/>
                    <a:pt x="19" y="48"/>
                    <a:pt x="19" y="47"/>
                  </a:cubicBezTo>
                  <a:cubicBezTo>
                    <a:pt x="19" y="44"/>
                    <a:pt x="19" y="41"/>
                    <a:pt x="19" y="39"/>
                  </a:cubicBezTo>
                  <a:cubicBezTo>
                    <a:pt x="19" y="37"/>
                    <a:pt x="19" y="36"/>
                    <a:pt x="17" y="36"/>
                  </a:cubicBezTo>
                  <a:cubicBezTo>
                    <a:pt x="14" y="36"/>
                    <a:pt x="11" y="36"/>
                    <a:pt x="9" y="36"/>
                  </a:cubicBezTo>
                  <a:cubicBezTo>
                    <a:pt x="7" y="36"/>
                    <a:pt x="6" y="37"/>
                    <a:pt x="6" y="39"/>
                  </a:cubicBezTo>
                  <a:cubicBezTo>
                    <a:pt x="6" y="41"/>
                    <a:pt x="6" y="44"/>
                    <a:pt x="6" y="46"/>
                  </a:cubicBezTo>
                  <a:cubicBezTo>
                    <a:pt x="6" y="48"/>
                    <a:pt x="5" y="50"/>
                    <a:pt x="3" y="50"/>
                  </a:cubicBezTo>
                  <a:cubicBezTo>
                    <a:pt x="2" y="49"/>
                    <a:pt x="1" y="48"/>
                    <a:pt x="1" y="46"/>
                  </a:cubicBezTo>
                  <a:cubicBezTo>
                    <a:pt x="1" y="43"/>
                    <a:pt x="1" y="41"/>
                    <a:pt x="1" y="38"/>
                  </a:cubicBezTo>
                  <a:cubicBezTo>
                    <a:pt x="1" y="37"/>
                    <a:pt x="1" y="36"/>
                    <a:pt x="1" y="36"/>
                  </a:cubicBezTo>
                  <a:cubicBezTo>
                    <a:pt x="1" y="35"/>
                    <a:pt x="1" y="34"/>
                    <a:pt x="1" y="34"/>
                  </a:cubicBezTo>
                  <a:cubicBezTo>
                    <a:pt x="1" y="33"/>
                    <a:pt x="0" y="31"/>
                    <a:pt x="0" y="30"/>
                  </a:cubicBezTo>
                  <a:cubicBezTo>
                    <a:pt x="1" y="29"/>
                    <a:pt x="2" y="28"/>
                    <a:pt x="3" y="28"/>
                  </a:cubicBezTo>
                  <a:cubicBezTo>
                    <a:pt x="8" y="28"/>
                    <a:pt x="12" y="28"/>
                    <a:pt x="17" y="28"/>
                  </a:cubicBezTo>
                  <a:cubicBezTo>
                    <a:pt x="17" y="28"/>
                    <a:pt x="18" y="28"/>
                    <a:pt x="19" y="2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19" name="Freeform 1305">
              <a:extLst>
                <a:ext uri="{FF2B5EF4-FFF2-40B4-BE49-F238E27FC236}">
                  <a16:creationId xmlns="" xmlns:a16="http://schemas.microsoft.com/office/drawing/2014/main" id="{15AFB916-EF2B-4F00-B0E9-B5DE21D2F22C}"/>
                </a:ext>
              </a:extLst>
            </p:cNvPr>
            <p:cNvSpPr>
              <a:spLocks/>
            </p:cNvSpPr>
            <p:nvPr/>
          </p:nvSpPr>
          <p:spPr bwMode="auto">
            <a:xfrm>
              <a:off x="10810845" y="304364"/>
              <a:ext cx="20945" cy="45113"/>
            </a:xfrm>
            <a:custGeom>
              <a:avLst/>
              <a:gdLst>
                <a:gd name="T0" fmla="*/ 15 w 33"/>
                <a:gd name="T1" fmla="*/ 32 h 71"/>
                <a:gd name="T2" fmla="*/ 15 w 33"/>
                <a:gd name="T3" fmla="*/ 41 h 71"/>
                <a:gd name="T4" fmla="*/ 21 w 33"/>
                <a:gd name="T5" fmla="*/ 41 h 71"/>
                <a:gd name="T6" fmla="*/ 26 w 33"/>
                <a:gd name="T7" fmla="*/ 45 h 71"/>
                <a:gd name="T8" fmla="*/ 28 w 33"/>
                <a:gd name="T9" fmla="*/ 66 h 71"/>
                <a:gd name="T10" fmla="*/ 25 w 33"/>
                <a:gd name="T11" fmla="*/ 70 h 71"/>
                <a:gd name="T12" fmla="*/ 21 w 33"/>
                <a:gd name="T13" fmla="*/ 67 h 71"/>
                <a:gd name="T14" fmla="*/ 18 w 33"/>
                <a:gd name="T15" fmla="*/ 49 h 71"/>
                <a:gd name="T16" fmla="*/ 10 w 33"/>
                <a:gd name="T17" fmla="*/ 48 h 71"/>
                <a:gd name="T18" fmla="*/ 5 w 33"/>
                <a:gd name="T19" fmla="*/ 48 h 71"/>
                <a:gd name="T20" fmla="*/ 0 w 33"/>
                <a:gd name="T21" fmla="*/ 41 h 71"/>
                <a:gd name="T22" fmla="*/ 0 w 33"/>
                <a:gd name="T23" fmla="*/ 26 h 71"/>
                <a:gd name="T24" fmla="*/ 8 w 33"/>
                <a:gd name="T25" fmla="*/ 17 h 71"/>
                <a:gd name="T26" fmla="*/ 2 w 33"/>
                <a:gd name="T27" fmla="*/ 13 h 71"/>
                <a:gd name="T28" fmla="*/ 2 w 33"/>
                <a:gd name="T29" fmla="*/ 5 h 71"/>
                <a:gd name="T30" fmla="*/ 12 w 33"/>
                <a:gd name="T31" fmla="*/ 1 h 71"/>
                <a:gd name="T32" fmla="*/ 18 w 33"/>
                <a:gd name="T33" fmla="*/ 10 h 71"/>
                <a:gd name="T34" fmla="*/ 9 w 33"/>
                <a:gd name="T35" fmla="*/ 17 h 71"/>
                <a:gd name="T36" fmla="*/ 18 w 33"/>
                <a:gd name="T37" fmla="*/ 25 h 71"/>
                <a:gd name="T38" fmla="*/ 27 w 33"/>
                <a:gd name="T39" fmla="*/ 28 h 71"/>
                <a:gd name="T40" fmla="*/ 32 w 33"/>
                <a:gd name="T41" fmla="*/ 30 h 71"/>
                <a:gd name="T42" fmla="*/ 29 w 33"/>
                <a:gd name="T43" fmla="*/ 34 h 71"/>
                <a:gd name="T44" fmla="*/ 15 w 33"/>
                <a:gd name="T45"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 h="71">
                  <a:moveTo>
                    <a:pt x="15" y="32"/>
                  </a:moveTo>
                  <a:cubicBezTo>
                    <a:pt x="15" y="35"/>
                    <a:pt x="15" y="38"/>
                    <a:pt x="15" y="41"/>
                  </a:cubicBezTo>
                  <a:cubicBezTo>
                    <a:pt x="17" y="41"/>
                    <a:pt x="19" y="41"/>
                    <a:pt x="21" y="41"/>
                  </a:cubicBezTo>
                  <a:cubicBezTo>
                    <a:pt x="24" y="41"/>
                    <a:pt x="25" y="42"/>
                    <a:pt x="26" y="45"/>
                  </a:cubicBezTo>
                  <a:cubicBezTo>
                    <a:pt x="27" y="52"/>
                    <a:pt x="27" y="59"/>
                    <a:pt x="28" y="66"/>
                  </a:cubicBezTo>
                  <a:cubicBezTo>
                    <a:pt x="28" y="68"/>
                    <a:pt x="27" y="70"/>
                    <a:pt x="25" y="70"/>
                  </a:cubicBezTo>
                  <a:cubicBezTo>
                    <a:pt x="23" y="71"/>
                    <a:pt x="21" y="69"/>
                    <a:pt x="21" y="67"/>
                  </a:cubicBezTo>
                  <a:cubicBezTo>
                    <a:pt x="20" y="61"/>
                    <a:pt x="19" y="55"/>
                    <a:pt x="18" y="49"/>
                  </a:cubicBezTo>
                  <a:cubicBezTo>
                    <a:pt x="15" y="49"/>
                    <a:pt x="12" y="49"/>
                    <a:pt x="10" y="48"/>
                  </a:cubicBezTo>
                  <a:cubicBezTo>
                    <a:pt x="8" y="48"/>
                    <a:pt x="6" y="48"/>
                    <a:pt x="5" y="48"/>
                  </a:cubicBezTo>
                  <a:cubicBezTo>
                    <a:pt x="2" y="47"/>
                    <a:pt x="0" y="45"/>
                    <a:pt x="0" y="41"/>
                  </a:cubicBezTo>
                  <a:cubicBezTo>
                    <a:pt x="0" y="36"/>
                    <a:pt x="0" y="31"/>
                    <a:pt x="0" y="26"/>
                  </a:cubicBezTo>
                  <a:cubicBezTo>
                    <a:pt x="0" y="20"/>
                    <a:pt x="2" y="18"/>
                    <a:pt x="8" y="17"/>
                  </a:cubicBezTo>
                  <a:cubicBezTo>
                    <a:pt x="5" y="16"/>
                    <a:pt x="3" y="15"/>
                    <a:pt x="2" y="13"/>
                  </a:cubicBezTo>
                  <a:cubicBezTo>
                    <a:pt x="1" y="10"/>
                    <a:pt x="1" y="8"/>
                    <a:pt x="2" y="5"/>
                  </a:cubicBezTo>
                  <a:cubicBezTo>
                    <a:pt x="4" y="2"/>
                    <a:pt x="8" y="0"/>
                    <a:pt x="12" y="1"/>
                  </a:cubicBezTo>
                  <a:cubicBezTo>
                    <a:pt x="16" y="2"/>
                    <a:pt x="18" y="6"/>
                    <a:pt x="18" y="10"/>
                  </a:cubicBezTo>
                  <a:cubicBezTo>
                    <a:pt x="17" y="14"/>
                    <a:pt x="14" y="17"/>
                    <a:pt x="9" y="17"/>
                  </a:cubicBezTo>
                  <a:cubicBezTo>
                    <a:pt x="14" y="18"/>
                    <a:pt x="15" y="22"/>
                    <a:pt x="18" y="25"/>
                  </a:cubicBezTo>
                  <a:cubicBezTo>
                    <a:pt x="21" y="29"/>
                    <a:pt x="22" y="29"/>
                    <a:pt x="27" y="28"/>
                  </a:cubicBezTo>
                  <a:cubicBezTo>
                    <a:pt x="30" y="27"/>
                    <a:pt x="31" y="28"/>
                    <a:pt x="32" y="30"/>
                  </a:cubicBezTo>
                  <a:cubicBezTo>
                    <a:pt x="33" y="31"/>
                    <a:pt x="32" y="33"/>
                    <a:pt x="29" y="34"/>
                  </a:cubicBezTo>
                  <a:cubicBezTo>
                    <a:pt x="25" y="36"/>
                    <a:pt x="20" y="36"/>
                    <a:pt x="15" y="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0" name="Freeform 1306">
              <a:extLst>
                <a:ext uri="{FF2B5EF4-FFF2-40B4-BE49-F238E27FC236}">
                  <a16:creationId xmlns="" xmlns:a16="http://schemas.microsoft.com/office/drawing/2014/main" id="{7CDF2190-AE65-4FAB-A66C-60E0EB38955C}"/>
                </a:ext>
              </a:extLst>
            </p:cNvPr>
            <p:cNvSpPr>
              <a:spLocks/>
            </p:cNvSpPr>
            <p:nvPr/>
          </p:nvSpPr>
          <p:spPr bwMode="auto">
            <a:xfrm>
              <a:off x="10847634" y="304364"/>
              <a:ext cx="20945" cy="45113"/>
            </a:xfrm>
            <a:custGeom>
              <a:avLst/>
              <a:gdLst>
                <a:gd name="T0" fmla="*/ 14 w 33"/>
                <a:gd name="T1" fmla="*/ 49 h 71"/>
                <a:gd name="T2" fmla="*/ 13 w 33"/>
                <a:gd name="T3" fmla="*/ 65 h 71"/>
                <a:gd name="T4" fmla="*/ 12 w 33"/>
                <a:gd name="T5" fmla="*/ 67 h 71"/>
                <a:gd name="T6" fmla="*/ 8 w 33"/>
                <a:gd name="T7" fmla="*/ 70 h 71"/>
                <a:gd name="T8" fmla="*/ 5 w 33"/>
                <a:gd name="T9" fmla="*/ 66 h 71"/>
                <a:gd name="T10" fmla="*/ 7 w 33"/>
                <a:gd name="T11" fmla="*/ 47 h 71"/>
                <a:gd name="T12" fmla="*/ 7 w 33"/>
                <a:gd name="T13" fmla="*/ 44 h 71"/>
                <a:gd name="T14" fmla="*/ 11 w 33"/>
                <a:gd name="T15" fmla="*/ 41 h 71"/>
                <a:gd name="T16" fmla="*/ 17 w 33"/>
                <a:gd name="T17" fmla="*/ 41 h 71"/>
                <a:gd name="T18" fmla="*/ 17 w 33"/>
                <a:gd name="T19" fmla="*/ 32 h 71"/>
                <a:gd name="T20" fmla="*/ 17 w 33"/>
                <a:gd name="T21" fmla="*/ 33 h 71"/>
                <a:gd name="T22" fmla="*/ 3 w 33"/>
                <a:gd name="T23" fmla="*/ 34 h 71"/>
                <a:gd name="T24" fmla="*/ 1 w 33"/>
                <a:gd name="T25" fmla="*/ 29 h 71"/>
                <a:gd name="T26" fmla="*/ 5 w 33"/>
                <a:gd name="T27" fmla="*/ 28 h 71"/>
                <a:gd name="T28" fmla="*/ 16 w 33"/>
                <a:gd name="T29" fmla="*/ 24 h 71"/>
                <a:gd name="T30" fmla="*/ 17 w 33"/>
                <a:gd name="T31" fmla="*/ 22 h 71"/>
                <a:gd name="T32" fmla="*/ 24 w 33"/>
                <a:gd name="T33" fmla="*/ 17 h 71"/>
                <a:gd name="T34" fmla="*/ 17 w 33"/>
                <a:gd name="T35" fmla="*/ 15 h 71"/>
                <a:gd name="T36" fmla="*/ 15 w 33"/>
                <a:gd name="T37" fmla="*/ 8 h 71"/>
                <a:gd name="T38" fmla="*/ 23 w 33"/>
                <a:gd name="T39" fmla="*/ 1 h 71"/>
                <a:gd name="T40" fmla="*/ 31 w 33"/>
                <a:gd name="T41" fmla="*/ 7 h 71"/>
                <a:gd name="T42" fmla="*/ 25 w 33"/>
                <a:gd name="T43" fmla="*/ 17 h 71"/>
                <a:gd name="T44" fmla="*/ 28 w 33"/>
                <a:gd name="T45" fmla="*/ 18 h 71"/>
                <a:gd name="T46" fmla="*/ 33 w 33"/>
                <a:gd name="T47" fmla="*/ 25 h 71"/>
                <a:gd name="T48" fmla="*/ 33 w 33"/>
                <a:gd name="T49" fmla="*/ 41 h 71"/>
                <a:gd name="T50" fmla="*/ 25 w 33"/>
                <a:gd name="T51" fmla="*/ 48 h 71"/>
                <a:gd name="T52" fmla="*/ 15 w 33"/>
                <a:gd name="T53" fmla="*/ 49 h 71"/>
                <a:gd name="T54" fmla="*/ 14 w 33"/>
                <a:gd name="T55" fmla="*/ 4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 h="71">
                  <a:moveTo>
                    <a:pt x="14" y="49"/>
                  </a:moveTo>
                  <a:cubicBezTo>
                    <a:pt x="14" y="54"/>
                    <a:pt x="13" y="59"/>
                    <a:pt x="13" y="65"/>
                  </a:cubicBezTo>
                  <a:cubicBezTo>
                    <a:pt x="12" y="65"/>
                    <a:pt x="12" y="66"/>
                    <a:pt x="12" y="67"/>
                  </a:cubicBezTo>
                  <a:cubicBezTo>
                    <a:pt x="12" y="69"/>
                    <a:pt x="10" y="71"/>
                    <a:pt x="8" y="70"/>
                  </a:cubicBezTo>
                  <a:cubicBezTo>
                    <a:pt x="6" y="70"/>
                    <a:pt x="4" y="68"/>
                    <a:pt x="5" y="66"/>
                  </a:cubicBezTo>
                  <a:cubicBezTo>
                    <a:pt x="5" y="60"/>
                    <a:pt x="6" y="54"/>
                    <a:pt x="7" y="47"/>
                  </a:cubicBezTo>
                  <a:cubicBezTo>
                    <a:pt x="7" y="46"/>
                    <a:pt x="7" y="45"/>
                    <a:pt x="7" y="44"/>
                  </a:cubicBezTo>
                  <a:cubicBezTo>
                    <a:pt x="8" y="42"/>
                    <a:pt x="9" y="41"/>
                    <a:pt x="11" y="41"/>
                  </a:cubicBezTo>
                  <a:cubicBezTo>
                    <a:pt x="13" y="41"/>
                    <a:pt x="15" y="41"/>
                    <a:pt x="17" y="41"/>
                  </a:cubicBezTo>
                  <a:cubicBezTo>
                    <a:pt x="17" y="38"/>
                    <a:pt x="17" y="35"/>
                    <a:pt x="17" y="32"/>
                  </a:cubicBezTo>
                  <a:cubicBezTo>
                    <a:pt x="17" y="33"/>
                    <a:pt x="17" y="33"/>
                    <a:pt x="17" y="33"/>
                  </a:cubicBezTo>
                  <a:cubicBezTo>
                    <a:pt x="12" y="36"/>
                    <a:pt x="8" y="36"/>
                    <a:pt x="3" y="34"/>
                  </a:cubicBezTo>
                  <a:cubicBezTo>
                    <a:pt x="1" y="33"/>
                    <a:pt x="0" y="31"/>
                    <a:pt x="1" y="29"/>
                  </a:cubicBezTo>
                  <a:cubicBezTo>
                    <a:pt x="1" y="28"/>
                    <a:pt x="3" y="27"/>
                    <a:pt x="5" y="28"/>
                  </a:cubicBezTo>
                  <a:cubicBezTo>
                    <a:pt x="10" y="30"/>
                    <a:pt x="12" y="29"/>
                    <a:pt x="16" y="24"/>
                  </a:cubicBezTo>
                  <a:cubicBezTo>
                    <a:pt x="17" y="24"/>
                    <a:pt x="17" y="23"/>
                    <a:pt x="17" y="22"/>
                  </a:cubicBezTo>
                  <a:cubicBezTo>
                    <a:pt x="19" y="20"/>
                    <a:pt x="21" y="18"/>
                    <a:pt x="24" y="17"/>
                  </a:cubicBezTo>
                  <a:cubicBezTo>
                    <a:pt x="21" y="17"/>
                    <a:pt x="19" y="16"/>
                    <a:pt x="17" y="15"/>
                  </a:cubicBezTo>
                  <a:cubicBezTo>
                    <a:pt x="16" y="13"/>
                    <a:pt x="15" y="11"/>
                    <a:pt x="15" y="8"/>
                  </a:cubicBezTo>
                  <a:cubicBezTo>
                    <a:pt x="15" y="4"/>
                    <a:pt x="19" y="1"/>
                    <a:pt x="23" y="1"/>
                  </a:cubicBezTo>
                  <a:cubicBezTo>
                    <a:pt x="27" y="0"/>
                    <a:pt x="31" y="3"/>
                    <a:pt x="31" y="7"/>
                  </a:cubicBezTo>
                  <a:cubicBezTo>
                    <a:pt x="32" y="12"/>
                    <a:pt x="30" y="15"/>
                    <a:pt x="25" y="17"/>
                  </a:cubicBezTo>
                  <a:cubicBezTo>
                    <a:pt x="26" y="18"/>
                    <a:pt x="27" y="18"/>
                    <a:pt x="28" y="18"/>
                  </a:cubicBezTo>
                  <a:cubicBezTo>
                    <a:pt x="31" y="19"/>
                    <a:pt x="33" y="21"/>
                    <a:pt x="33" y="25"/>
                  </a:cubicBezTo>
                  <a:cubicBezTo>
                    <a:pt x="33" y="30"/>
                    <a:pt x="33" y="36"/>
                    <a:pt x="33" y="41"/>
                  </a:cubicBezTo>
                  <a:cubicBezTo>
                    <a:pt x="33" y="46"/>
                    <a:pt x="30" y="48"/>
                    <a:pt x="25" y="48"/>
                  </a:cubicBezTo>
                  <a:cubicBezTo>
                    <a:pt x="22" y="49"/>
                    <a:pt x="18" y="49"/>
                    <a:pt x="15" y="49"/>
                  </a:cubicBezTo>
                  <a:cubicBezTo>
                    <a:pt x="15" y="49"/>
                    <a:pt x="15" y="49"/>
                    <a:pt x="14" y="4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1" name="Freeform 1307">
              <a:extLst>
                <a:ext uri="{FF2B5EF4-FFF2-40B4-BE49-F238E27FC236}">
                  <a16:creationId xmlns="" xmlns:a16="http://schemas.microsoft.com/office/drawing/2014/main" id="{0DB09CF3-793B-4D5A-9E4A-C94CCCEF21D4}"/>
                </a:ext>
              </a:extLst>
            </p:cNvPr>
            <p:cNvSpPr>
              <a:spLocks/>
            </p:cNvSpPr>
            <p:nvPr/>
          </p:nvSpPr>
          <p:spPr bwMode="auto">
            <a:xfrm>
              <a:off x="10826152" y="327189"/>
              <a:ext cx="26585" cy="20945"/>
            </a:xfrm>
            <a:custGeom>
              <a:avLst/>
              <a:gdLst>
                <a:gd name="T0" fmla="*/ 34 w 42"/>
                <a:gd name="T1" fmla="*/ 6 h 33"/>
                <a:gd name="T2" fmla="*/ 34 w 42"/>
                <a:gd name="T3" fmla="*/ 33 h 33"/>
                <a:gd name="T4" fmla="*/ 7 w 42"/>
                <a:gd name="T5" fmla="*/ 33 h 33"/>
                <a:gd name="T6" fmla="*/ 7 w 42"/>
                <a:gd name="T7" fmla="*/ 6 h 33"/>
                <a:gd name="T8" fmla="*/ 3 w 42"/>
                <a:gd name="T9" fmla="*/ 6 h 33"/>
                <a:gd name="T10" fmla="*/ 0 w 42"/>
                <a:gd name="T11" fmla="*/ 3 h 33"/>
                <a:gd name="T12" fmla="*/ 3 w 42"/>
                <a:gd name="T13" fmla="*/ 0 h 33"/>
                <a:gd name="T14" fmla="*/ 38 w 42"/>
                <a:gd name="T15" fmla="*/ 0 h 33"/>
                <a:gd name="T16" fmla="*/ 42 w 42"/>
                <a:gd name="T17" fmla="*/ 3 h 33"/>
                <a:gd name="T18" fmla="*/ 38 w 42"/>
                <a:gd name="T19" fmla="*/ 6 h 33"/>
                <a:gd name="T20" fmla="*/ 34 w 42"/>
                <a:gd name="T21"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33">
                  <a:moveTo>
                    <a:pt x="34" y="6"/>
                  </a:moveTo>
                  <a:cubicBezTo>
                    <a:pt x="34" y="15"/>
                    <a:pt x="34" y="24"/>
                    <a:pt x="34" y="33"/>
                  </a:cubicBezTo>
                  <a:cubicBezTo>
                    <a:pt x="25" y="33"/>
                    <a:pt x="16" y="33"/>
                    <a:pt x="7" y="33"/>
                  </a:cubicBezTo>
                  <a:cubicBezTo>
                    <a:pt x="7" y="24"/>
                    <a:pt x="7" y="15"/>
                    <a:pt x="7" y="6"/>
                  </a:cubicBezTo>
                  <a:cubicBezTo>
                    <a:pt x="6" y="6"/>
                    <a:pt x="5" y="6"/>
                    <a:pt x="3" y="6"/>
                  </a:cubicBezTo>
                  <a:cubicBezTo>
                    <a:pt x="1" y="6"/>
                    <a:pt x="0" y="5"/>
                    <a:pt x="0" y="3"/>
                  </a:cubicBezTo>
                  <a:cubicBezTo>
                    <a:pt x="0" y="1"/>
                    <a:pt x="1" y="0"/>
                    <a:pt x="3" y="0"/>
                  </a:cubicBezTo>
                  <a:cubicBezTo>
                    <a:pt x="15" y="0"/>
                    <a:pt x="27" y="0"/>
                    <a:pt x="38" y="0"/>
                  </a:cubicBezTo>
                  <a:cubicBezTo>
                    <a:pt x="40" y="0"/>
                    <a:pt x="42" y="1"/>
                    <a:pt x="42" y="3"/>
                  </a:cubicBezTo>
                  <a:cubicBezTo>
                    <a:pt x="42" y="5"/>
                    <a:pt x="40" y="6"/>
                    <a:pt x="38" y="6"/>
                  </a:cubicBezTo>
                  <a:cubicBezTo>
                    <a:pt x="37" y="6"/>
                    <a:pt x="36" y="6"/>
                    <a:pt x="34"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2" name="Freeform 1308">
              <a:extLst>
                <a:ext uri="{FF2B5EF4-FFF2-40B4-BE49-F238E27FC236}">
                  <a16:creationId xmlns="" xmlns:a16="http://schemas.microsoft.com/office/drawing/2014/main" id="{359FD209-9FBD-4757-8321-DA080A2085F3}"/>
                </a:ext>
              </a:extLst>
            </p:cNvPr>
            <p:cNvSpPr>
              <a:spLocks noEditPoints="1"/>
            </p:cNvSpPr>
            <p:nvPr/>
          </p:nvSpPr>
          <p:spPr bwMode="auto">
            <a:xfrm>
              <a:off x="10832596" y="305438"/>
              <a:ext cx="22020" cy="16649"/>
            </a:xfrm>
            <a:custGeom>
              <a:avLst/>
              <a:gdLst>
                <a:gd name="T0" fmla="*/ 32 w 35"/>
                <a:gd name="T1" fmla="*/ 22 h 26"/>
                <a:gd name="T2" fmla="*/ 34 w 35"/>
                <a:gd name="T3" fmla="*/ 26 h 26"/>
                <a:gd name="T4" fmla="*/ 31 w 35"/>
                <a:gd name="T5" fmla="*/ 23 h 26"/>
                <a:gd name="T6" fmla="*/ 26 w 35"/>
                <a:gd name="T7" fmla="*/ 21 h 26"/>
                <a:gd name="T8" fmla="*/ 4 w 35"/>
                <a:gd name="T9" fmla="*/ 21 h 26"/>
                <a:gd name="T10" fmla="*/ 0 w 35"/>
                <a:gd name="T11" fmla="*/ 18 h 26"/>
                <a:gd name="T12" fmla="*/ 0 w 35"/>
                <a:gd name="T13" fmla="*/ 3 h 26"/>
                <a:gd name="T14" fmla="*/ 3 w 35"/>
                <a:gd name="T15" fmla="*/ 0 h 26"/>
                <a:gd name="T16" fmla="*/ 32 w 35"/>
                <a:gd name="T17" fmla="*/ 0 h 26"/>
                <a:gd name="T18" fmla="*/ 35 w 35"/>
                <a:gd name="T19" fmla="*/ 3 h 26"/>
                <a:gd name="T20" fmla="*/ 35 w 35"/>
                <a:gd name="T21" fmla="*/ 18 h 26"/>
                <a:gd name="T22" fmla="*/ 32 w 35"/>
                <a:gd name="T23" fmla="*/ 22 h 26"/>
                <a:gd name="T24" fmla="*/ 13 w 35"/>
                <a:gd name="T25" fmla="*/ 10 h 26"/>
                <a:gd name="T26" fmla="*/ 11 w 35"/>
                <a:gd name="T27" fmla="*/ 8 h 26"/>
                <a:gd name="T28" fmla="*/ 9 w 35"/>
                <a:gd name="T29" fmla="*/ 10 h 26"/>
                <a:gd name="T30" fmla="*/ 11 w 35"/>
                <a:gd name="T31" fmla="*/ 12 h 26"/>
                <a:gd name="T32" fmla="*/ 13 w 35"/>
                <a:gd name="T33" fmla="*/ 10 h 26"/>
                <a:gd name="T34" fmla="*/ 20 w 35"/>
                <a:gd name="T35" fmla="*/ 10 h 26"/>
                <a:gd name="T36" fmla="*/ 18 w 35"/>
                <a:gd name="T37" fmla="*/ 8 h 26"/>
                <a:gd name="T38" fmla="*/ 16 w 35"/>
                <a:gd name="T39" fmla="*/ 10 h 26"/>
                <a:gd name="T40" fmla="*/ 18 w 35"/>
                <a:gd name="T41" fmla="*/ 12 h 26"/>
                <a:gd name="T42" fmla="*/ 20 w 35"/>
                <a:gd name="T43" fmla="*/ 10 h 26"/>
                <a:gd name="T44" fmla="*/ 25 w 35"/>
                <a:gd name="T45" fmla="*/ 8 h 26"/>
                <a:gd name="T46" fmla="*/ 23 w 35"/>
                <a:gd name="T47" fmla="*/ 10 h 26"/>
                <a:gd name="T48" fmla="*/ 25 w 35"/>
                <a:gd name="T49" fmla="*/ 12 h 26"/>
                <a:gd name="T50" fmla="*/ 27 w 35"/>
                <a:gd name="T51" fmla="*/ 10 h 26"/>
                <a:gd name="T52" fmla="*/ 25 w 35"/>
                <a:gd name="T53"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26">
                  <a:moveTo>
                    <a:pt x="32" y="22"/>
                  </a:moveTo>
                  <a:cubicBezTo>
                    <a:pt x="33" y="23"/>
                    <a:pt x="33" y="24"/>
                    <a:pt x="34" y="26"/>
                  </a:cubicBezTo>
                  <a:cubicBezTo>
                    <a:pt x="33" y="24"/>
                    <a:pt x="31" y="24"/>
                    <a:pt x="31" y="23"/>
                  </a:cubicBezTo>
                  <a:cubicBezTo>
                    <a:pt x="29" y="22"/>
                    <a:pt x="28" y="21"/>
                    <a:pt x="26" y="21"/>
                  </a:cubicBezTo>
                  <a:cubicBezTo>
                    <a:pt x="19" y="21"/>
                    <a:pt x="11" y="21"/>
                    <a:pt x="4" y="21"/>
                  </a:cubicBezTo>
                  <a:cubicBezTo>
                    <a:pt x="1" y="21"/>
                    <a:pt x="0" y="21"/>
                    <a:pt x="0" y="18"/>
                  </a:cubicBezTo>
                  <a:cubicBezTo>
                    <a:pt x="0" y="13"/>
                    <a:pt x="0" y="8"/>
                    <a:pt x="0" y="3"/>
                  </a:cubicBezTo>
                  <a:cubicBezTo>
                    <a:pt x="0" y="1"/>
                    <a:pt x="1" y="0"/>
                    <a:pt x="3" y="0"/>
                  </a:cubicBezTo>
                  <a:cubicBezTo>
                    <a:pt x="13" y="0"/>
                    <a:pt x="23" y="0"/>
                    <a:pt x="32" y="0"/>
                  </a:cubicBezTo>
                  <a:cubicBezTo>
                    <a:pt x="34" y="0"/>
                    <a:pt x="35" y="1"/>
                    <a:pt x="35" y="3"/>
                  </a:cubicBezTo>
                  <a:cubicBezTo>
                    <a:pt x="35" y="8"/>
                    <a:pt x="35" y="13"/>
                    <a:pt x="35" y="18"/>
                  </a:cubicBezTo>
                  <a:cubicBezTo>
                    <a:pt x="35" y="20"/>
                    <a:pt x="35" y="21"/>
                    <a:pt x="32" y="22"/>
                  </a:cubicBezTo>
                  <a:close/>
                  <a:moveTo>
                    <a:pt x="13" y="10"/>
                  </a:moveTo>
                  <a:cubicBezTo>
                    <a:pt x="13" y="9"/>
                    <a:pt x="12" y="8"/>
                    <a:pt x="11" y="8"/>
                  </a:cubicBezTo>
                  <a:cubicBezTo>
                    <a:pt x="9" y="8"/>
                    <a:pt x="9" y="9"/>
                    <a:pt x="9" y="10"/>
                  </a:cubicBezTo>
                  <a:cubicBezTo>
                    <a:pt x="9" y="11"/>
                    <a:pt x="9" y="12"/>
                    <a:pt x="11" y="12"/>
                  </a:cubicBezTo>
                  <a:cubicBezTo>
                    <a:pt x="12" y="12"/>
                    <a:pt x="13" y="11"/>
                    <a:pt x="13" y="10"/>
                  </a:cubicBezTo>
                  <a:close/>
                  <a:moveTo>
                    <a:pt x="20" y="10"/>
                  </a:moveTo>
                  <a:cubicBezTo>
                    <a:pt x="20" y="9"/>
                    <a:pt x="19" y="8"/>
                    <a:pt x="18" y="8"/>
                  </a:cubicBezTo>
                  <a:cubicBezTo>
                    <a:pt x="17" y="8"/>
                    <a:pt x="16" y="9"/>
                    <a:pt x="16" y="10"/>
                  </a:cubicBezTo>
                  <a:cubicBezTo>
                    <a:pt x="16" y="11"/>
                    <a:pt x="17" y="12"/>
                    <a:pt x="18" y="12"/>
                  </a:cubicBezTo>
                  <a:cubicBezTo>
                    <a:pt x="19" y="12"/>
                    <a:pt x="20" y="11"/>
                    <a:pt x="20" y="10"/>
                  </a:cubicBezTo>
                  <a:close/>
                  <a:moveTo>
                    <a:pt x="25" y="8"/>
                  </a:moveTo>
                  <a:cubicBezTo>
                    <a:pt x="24" y="8"/>
                    <a:pt x="23" y="9"/>
                    <a:pt x="23" y="10"/>
                  </a:cubicBezTo>
                  <a:cubicBezTo>
                    <a:pt x="23" y="11"/>
                    <a:pt x="24" y="12"/>
                    <a:pt x="25" y="12"/>
                  </a:cubicBezTo>
                  <a:cubicBezTo>
                    <a:pt x="26" y="12"/>
                    <a:pt x="27" y="11"/>
                    <a:pt x="27" y="10"/>
                  </a:cubicBezTo>
                  <a:cubicBezTo>
                    <a:pt x="27" y="9"/>
                    <a:pt x="26" y="8"/>
                    <a:pt x="25"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3" name="Freeform 1309">
              <a:extLst>
                <a:ext uri="{FF2B5EF4-FFF2-40B4-BE49-F238E27FC236}">
                  <a16:creationId xmlns="" xmlns:a16="http://schemas.microsoft.com/office/drawing/2014/main" id="{D60F4209-3BBA-4311-9E52-D1FFB5A470B7}"/>
                </a:ext>
              </a:extLst>
            </p:cNvPr>
            <p:cNvSpPr>
              <a:spLocks noEditPoints="1"/>
            </p:cNvSpPr>
            <p:nvPr/>
          </p:nvSpPr>
          <p:spPr bwMode="auto">
            <a:xfrm>
              <a:off x="10824272" y="293355"/>
              <a:ext cx="22288" cy="16649"/>
            </a:xfrm>
            <a:custGeom>
              <a:avLst/>
              <a:gdLst>
                <a:gd name="T0" fmla="*/ 2 w 35"/>
                <a:gd name="T1" fmla="*/ 26 h 26"/>
                <a:gd name="T2" fmla="*/ 3 w 35"/>
                <a:gd name="T3" fmla="*/ 22 h 26"/>
                <a:gd name="T4" fmla="*/ 0 w 35"/>
                <a:gd name="T5" fmla="*/ 18 h 26"/>
                <a:gd name="T6" fmla="*/ 0 w 35"/>
                <a:gd name="T7" fmla="*/ 4 h 26"/>
                <a:gd name="T8" fmla="*/ 3 w 35"/>
                <a:gd name="T9" fmla="*/ 0 h 26"/>
                <a:gd name="T10" fmla="*/ 32 w 35"/>
                <a:gd name="T11" fmla="*/ 0 h 26"/>
                <a:gd name="T12" fmla="*/ 35 w 35"/>
                <a:gd name="T13" fmla="*/ 4 h 26"/>
                <a:gd name="T14" fmla="*/ 35 w 35"/>
                <a:gd name="T15" fmla="*/ 17 h 26"/>
                <a:gd name="T16" fmla="*/ 33 w 35"/>
                <a:gd name="T17" fmla="*/ 17 h 26"/>
                <a:gd name="T18" fmla="*/ 16 w 35"/>
                <a:gd name="T19" fmla="*/ 17 h 26"/>
                <a:gd name="T20" fmla="*/ 12 w 35"/>
                <a:gd name="T21" fmla="*/ 21 h 26"/>
                <a:gd name="T22" fmla="*/ 12 w 35"/>
                <a:gd name="T23" fmla="*/ 22 h 26"/>
                <a:gd name="T24" fmla="*/ 2 w 35"/>
                <a:gd name="T25" fmla="*/ 26 h 26"/>
                <a:gd name="T26" fmla="*/ 2 w 35"/>
                <a:gd name="T27" fmla="*/ 26 h 26"/>
                <a:gd name="T28" fmla="*/ 25 w 35"/>
                <a:gd name="T29" fmla="*/ 8 h 26"/>
                <a:gd name="T30" fmla="*/ 23 w 35"/>
                <a:gd name="T31" fmla="*/ 10 h 26"/>
                <a:gd name="T32" fmla="*/ 25 w 35"/>
                <a:gd name="T33" fmla="*/ 12 h 26"/>
                <a:gd name="T34" fmla="*/ 27 w 35"/>
                <a:gd name="T35" fmla="*/ 10 h 26"/>
                <a:gd name="T36" fmla="*/ 25 w 35"/>
                <a:gd name="T37" fmla="*/ 8 h 26"/>
                <a:gd name="T38" fmla="*/ 8 w 35"/>
                <a:gd name="T39" fmla="*/ 9 h 26"/>
                <a:gd name="T40" fmla="*/ 10 w 35"/>
                <a:gd name="T41" fmla="*/ 12 h 26"/>
                <a:gd name="T42" fmla="*/ 13 w 35"/>
                <a:gd name="T43" fmla="*/ 10 h 26"/>
                <a:gd name="T44" fmla="*/ 10 w 35"/>
                <a:gd name="T45" fmla="*/ 8 h 26"/>
                <a:gd name="T46" fmla="*/ 8 w 35"/>
                <a:gd name="T47" fmla="*/ 9 h 26"/>
                <a:gd name="T48" fmla="*/ 16 w 35"/>
                <a:gd name="T49" fmla="*/ 10 h 26"/>
                <a:gd name="T50" fmla="*/ 18 w 35"/>
                <a:gd name="T51" fmla="*/ 12 h 26"/>
                <a:gd name="T52" fmla="*/ 20 w 35"/>
                <a:gd name="T53" fmla="*/ 10 h 26"/>
                <a:gd name="T54" fmla="*/ 18 w 35"/>
                <a:gd name="T55" fmla="*/ 8 h 26"/>
                <a:gd name="T56" fmla="*/ 16 w 35"/>
                <a:gd name="T57"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26">
                  <a:moveTo>
                    <a:pt x="2" y="26"/>
                  </a:moveTo>
                  <a:cubicBezTo>
                    <a:pt x="2" y="24"/>
                    <a:pt x="3" y="23"/>
                    <a:pt x="3" y="22"/>
                  </a:cubicBezTo>
                  <a:cubicBezTo>
                    <a:pt x="0" y="21"/>
                    <a:pt x="0" y="21"/>
                    <a:pt x="0" y="18"/>
                  </a:cubicBezTo>
                  <a:cubicBezTo>
                    <a:pt x="0" y="13"/>
                    <a:pt x="0" y="8"/>
                    <a:pt x="0" y="4"/>
                  </a:cubicBezTo>
                  <a:cubicBezTo>
                    <a:pt x="0" y="1"/>
                    <a:pt x="1" y="0"/>
                    <a:pt x="3" y="0"/>
                  </a:cubicBezTo>
                  <a:cubicBezTo>
                    <a:pt x="13" y="0"/>
                    <a:pt x="22" y="0"/>
                    <a:pt x="32" y="0"/>
                  </a:cubicBezTo>
                  <a:cubicBezTo>
                    <a:pt x="34" y="0"/>
                    <a:pt x="35" y="1"/>
                    <a:pt x="35" y="4"/>
                  </a:cubicBezTo>
                  <a:cubicBezTo>
                    <a:pt x="35" y="8"/>
                    <a:pt x="35" y="13"/>
                    <a:pt x="35" y="17"/>
                  </a:cubicBezTo>
                  <a:cubicBezTo>
                    <a:pt x="34" y="17"/>
                    <a:pt x="34" y="17"/>
                    <a:pt x="33" y="17"/>
                  </a:cubicBezTo>
                  <a:cubicBezTo>
                    <a:pt x="27" y="17"/>
                    <a:pt x="21" y="17"/>
                    <a:pt x="16" y="17"/>
                  </a:cubicBezTo>
                  <a:cubicBezTo>
                    <a:pt x="12" y="17"/>
                    <a:pt x="12" y="18"/>
                    <a:pt x="12" y="21"/>
                  </a:cubicBezTo>
                  <a:cubicBezTo>
                    <a:pt x="12" y="21"/>
                    <a:pt x="12" y="21"/>
                    <a:pt x="12" y="22"/>
                  </a:cubicBezTo>
                  <a:cubicBezTo>
                    <a:pt x="7" y="21"/>
                    <a:pt x="5" y="23"/>
                    <a:pt x="2" y="26"/>
                  </a:cubicBezTo>
                  <a:cubicBezTo>
                    <a:pt x="2" y="26"/>
                    <a:pt x="2" y="26"/>
                    <a:pt x="2" y="26"/>
                  </a:cubicBezTo>
                  <a:close/>
                  <a:moveTo>
                    <a:pt x="25" y="8"/>
                  </a:moveTo>
                  <a:cubicBezTo>
                    <a:pt x="23" y="8"/>
                    <a:pt x="23" y="9"/>
                    <a:pt x="23" y="10"/>
                  </a:cubicBezTo>
                  <a:cubicBezTo>
                    <a:pt x="23" y="12"/>
                    <a:pt x="24" y="12"/>
                    <a:pt x="25" y="12"/>
                  </a:cubicBezTo>
                  <a:cubicBezTo>
                    <a:pt x="26" y="12"/>
                    <a:pt x="27" y="11"/>
                    <a:pt x="27" y="10"/>
                  </a:cubicBezTo>
                  <a:cubicBezTo>
                    <a:pt x="27" y="9"/>
                    <a:pt x="26" y="8"/>
                    <a:pt x="25" y="8"/>
                  </a:cubicBezTo>
                  <a:close/>
                  <a:moveTo>
                    <a:pt x="8" y="9"/>
                  </a:moveTo>
                  <a:cubicBezTo>
                    <a:pt x="8" y="11"/>
                    <a:pt x="9" y="12"/>
                    <a:pt x="10" y="12"/>
                  </a:cubicBezTo>
                  <a:cubicBezTo>
                    <a:pt x="12" y="12"/>
                    <a:pt x="13" y="11"/>
                    <a:pt x="13" y="10"/>
                  </a:cubicBezTo>
                  <a:cubicBezTo>
                    <a:pt x="13" y="9"/>
                    <a:pt x="12" y="8"/>
                    <a:pt x="10" y="8"/>
                  </a:cubicBezTo>
                  <a:cubicBezTo>
                    <a:pt x="10" y="8"/>
                    <a:pt x="9" y="9"/>
                    <a:pt x="8" y="9"/>
                  </a:cubicBezTo>
                  <a:close/>
                  <a:moveTo>
                    <a:pt x="16" y="10"/>
                  </a:moveTo>
                  <a:cubicBezTo>
                    <a:pt x="16" y="11"/>
                    <a:pt x="16" y="12"/>
                    <a:pt x="18" y="12"/>
                  </a:cubicBezTo>
                  <a:cubicBezTo>
                    <a:pt x="19" y="12"/>
                    <a:pt x="20" y="11"/>
                    <a:pt x="20" y="10"/>
                  </a:cubicBezTo>
                  <a:cubicBezTo>
                    <a:pt x="20" y="9"/>
                    <a:pt x="19" y="8"/>
                    <a:pt x="18" y="8"/>
                  </a:cubicBezTo>
                  <a:cubicBezTo>
                    <a:pt x="16" y="8"/>
                    <a:pt x="16" y="9"/>
                    <a:pt x="16" y="1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4" name="Freeform 1310">
              <a:extLst>
                <a:ext uri="{FF2B5EF4-FFF2-40B4-BE49-F238E27FC236}">
                  <a16:creationId xmlns="" xmlns:a16="http://schemas.microsoft.com/office/drawing/2014/main" id="{48D163F5-0B0E-4F80-8CD4-93B331089389}"/>
                </a:ext>
              </a:extLst>
            </p:cNvPr>
            <p:cNvSpPr>
              <a:spLocks/>
            </p:cNvSpPr>
            <p:nvPr/>
          </p:nvSpPr>
          <p:spPr bwMode="auto">
            <a:xfrm>
              <a:off x="10805743" y="317522"/>
              <a:ext cx="16649" cy="31955"/>
            </a:xfrm>
            <a:custGeom>
              <a:avLst/>
              <a:gdLst>
                <a:gd name="T0" fmla="*/ 6 w 26"/>
                <a:gd name="T1" fmla="*/ 29 h 50"/>
                <a:gd name="T2" fmla="*/ 22 w 26"/>
                <a:gd name="T3" fmla="*/ 29 h 50"/>
                <a:gd name="T4" fmla="*/ 25 w 26"/>
                <a:gd name="T5" fmla="*/ 32 h 50"/>
                <a:gd name="T6" fmla="*/ 25 w 26"/>
                <a:gd name="T7" fmla="*/ 32 h 50"/>
                <a:gd name="T8" fmla="*/ 25 w 26"/>
                <a:gd name="T9" fmla="*/ 41 h 50"/>
                <a:gd name="T10" fmla="*/ 25 w 26"/>
                <a:gd name="T11" fmla="*/ 47 h 50"/>
                <a:gd name="T12" fmla="*/ 22 w 26"/>
                <a:gd name="T13" fmla="*/ 50 h 50"/>
                <a:gd name="T14" fmla="*/ 19 w 26"/>
                <a:gd name="T15" fmla="*/ 47 h 50"/>
                <a:gd name="T16" fmla="*/ 19 w 26"/>
                <a:gd name="T17" fmla="*/ 39 h 50"/>
                <a:gd name="T18" fmla="*/ 16 w 26"/>
                <a:gd name="T19" fmla="*/ 36 h 50"/>
                <a:gd name="T20" fmla="*/ 9 w 26"/>
                <a:gd name="T21" fmla="*/ 36 h 50"/>
                <a:gd name="T22" fmla="*/ 6 w 26"/>
                <a:gd name="T23" fmla="*/ 39 h 50"/>
                <a:gd name="T24" fmla="*/ 6 w 26"/>
                <a:gd name="T25" fmla="*/ 47 h 50"/>
                <a:gd name="T26" fmla="*/ 3 w 26"/>
                <a:gd name="T27" fmla="*/ 50 h 50"/>
                <a:gd name="T28" fmla="*/ 1 w 26"/>
                <a:gd name="T29" fmla="*/ 47 h 50"/>
                <a:gd name="T30" fmla="*/ 1 w 26"/>
                <a:gd name="T31" fmla="*/ 38 h 50"/>
                <a:gd name="T32" fmla="*/ 1 w 26"/>
                <a:gd name="T33" fmla="*/ 36 h 50"/>
                <a:gd name="T34" fmla="*/ 1 w 26"/>
                <a:gd name="T35" fmla="*/ 34 h 50"/>
                <a:gd name="T36" fmla="*/ 0 w 26"/>
                <a:gd name="T37" fmla="*/ 31 h 50"/>
                <a:gd name="T38" fmla="*/ 0 w 26"/>
                <a:gd name="T39" fmla="*/ 4 h 50"/>
                <a:gd name="T40" fmla="*/ 3 w 26"/>
                <a:gd name="T41" fmla="*/ 0 h 50"/>
                <a:gd name="T42" fmla="*/ 6 w 26"/>
                <a:gd name="T43" fmla="*/ 4 h 50"/>
                <a:gd name="T44" fmla="*/ 6 w 26"/>
                <a:gd name="T45" fmla="*/ 26 h 50"/>
                <a:gd name="T46" fmla="*/ 6 w 26"/>
                <a:gd name="T4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50">
                  <a:moveTo>
                    <a:pt x="6" y="29"/>
                  </a:moveTo>
                  <a:cubicBezTo>
                    <a:pt x="12" y="29"/>
                    <a:pt x="17" y="28"/>
                    <a:pt x="22" y="29"/>
                  </a:cubicBezTo>
                  <a:cubicBezTo>
                    <a:pt x="24" y="29"/>
                    <a:pt x="26" y="30"/>
                    <a:pt x="25" y="32"/>
                  </a:cubicBezTo>
                  <a:cubicBezTo>
                    <a:pt x="25" y="32"/>
                    <a:pt x="25" y="32"/>
                    <a:pt x="25" y="32"/>
                  </a:cubicBezTo>
                  <a:cubicBezTo>
                    <a:pt x="23" y="35"/>
                    <a:pt x="25" y="38"/>
                    <a:pt x="25" y="41"/>
                  </a:cubicBezTo>
                  <a:cubicBezTo>
                    <a:pt x="24" y="43"/>
                    <a:pt x="25" y="45"/>
                    <a:pt x="25" y="47"/>
                  </a:cubicBezTo>
                  <a:cubicBezTo>
                    <a:pt x="25" y="49"/>
                    <a:pt x="24" y="50"/>
                    <a:pt x="22" y="50"/>
                  </a:cubicBezTo>
                  <a:cubicBezTo>
                    <a:pt x="20" y="50"/>
                    <a:pt x="19" y="49"/>
                    <a:pt x="19" y="47"/>
                  </a:cubicBezTo>
                  <a:cubicBezTo>
                    <a:pt x="19" y="44"/>
                    <a:pt x="19" y="41"/>
                    <a:pt x="19" y="39"/>
                  </a:cubicBezTo>
                  <a:cubicBezTo>
                    <a:pt x="19" y="37"/>
                    <a:pt x="18" y="36"/>
                    <a:pt x="16" y="36"/>
                  </a:cubicBezTo>
                  <a:cubicBezTo>
                    <a:pt x="14" y="36"/>
                    <a:pt x="11" y="36"/>
                    <a:pt x="9" y="36"/>
                  </a:cubicBezTo>
                  <a:cubicBezTo>
                    <a:pt x="7" y="36"/>
                    <a:pt x="6" y="37"/>
                    <a:pt x="6" y="39"/>
                  </a:cubicBezTo>
                  <a:cubicBezTo>
                    <a:pt x="6" y="41"/>
                    <a:pt x="6" y="44"/>
                    <a:pt x="6" y="47"/>
                  </a:cubicBezTo>
                  <a:cubicBezTo>
                    <a:pt x="6" y="49"/>
                    <a:pt x="5" y="50"/>
                    <a:pt x="3" y="50"/>
                  </a:cubicBezTo>
                  <a:cubicBezTo>
                    <a:pt x="2" y="50"/>
                    <a:pt x="1" y="49"/>
                    <a:pt x="1" y="47"/>
                  </a:cubicBezTo>
                  <a:cubicBezTo>
                    <a:pt x="1" y="44"/>
                    <a:pt x="1" y="41"/>
                    <a:pt x="1" y="38"/>
                  </a:cubicBezTo>
                  <a:cubicBezTo>
                    <a:pt x="1" y="37"/>
                    <a:pt x="1" y="37"/>
                    <a:pt x="1" y="36"/>
                  </a:cubicBezTo>
                  <a:cubicBezTo>
                    <a:pt x="1" y="35"/>
                    <a:pt x="1" y="34"/>
                    <a:pt x="1" y="34"/>
                  </a:cubicBezTo>
                  <a:cubicBezTo>
                    <a:pt x="0" y="33"/>
                    <a:pt x="0" y="32"/>
                    <a:pt x="0" y="31"/>
                  </a:cubicBezTo>
                  <a:cubicBezTo>
                    <a:pt x="0" y="22"/>
                    <a:pt x="0" y="13"/>
                    <a:pt x="0" y="4"/>
                  </a:cubicBezTo>
                  <a:cubicBezTo>
                    <a:pt x="0" y="1"/>
                    <a:pt x="1" y="0"/>
                    <a:pt x="3" y="0"/>
                  </a:cubicBezTo>
                  <a:cubicBezTo>
                    <a:pt x="5" y="0"/>
                    <a:pt x="6" y="1"/>
                    <a:pt x="6" y="4"/>
                  </a:cubicBezTo>
                  <a:cubicBezTo>
                    <a:pt x="6" y="11"/>
                    <a:pt x="6" y="19"/>
                    <a:pt x="6" y="26"/>
                  </a:cubicBezTo>
                  <a:cubicBezTo>
                    <a:pt x="6" y="27"/>
                    <a:pt x="6" y="27"/>
                    <a:pt x="6" y="2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5" name="Freeform 1311">
              <a:extLst>
                <a:ext uri="{FF2B5EF4-FFF2-40B4-BE49-F238E27FC236}">
                  <a16:creationId xmlns="" xmlns:a16="http://schemas.microsoft.com/office/drawing/2014/main" id="{70237894-53E7-4EEB-A92C-9B9FB095DCC9}"/>
                </a:ext>
              </a:extLst>
            </p:cNvPr>
            <p:cNvSpPr>
              <a:spLocks/>
            </p:cNvSpPr>
            <p:nvPr/>
          </p:nvSpPr>
          <p:spPr bwMode="auto">
            <a:xfrm>
              <a:off x="10857838" y="317522"/>
              <a:ext cx="15843" cy="31955"/>
            </a:xfrm>
            <a:custGeom>
              <a:avLst/>
              <a:gdLst>
                <a:gd name="T0" fmla="*/ 18 w 25"/>
                <a:gd name="T1" fmla="*/ 29 h 50"/>
                <a:gd name="T2" fmla="*/ 18 w 25"/>
                <a:gd name="T3" fmla="*/ 26 h 50"/>
                <a:gd name="T4" fmla="*/ 18 w 25"/>
                <a:gd name="T5" fmla="*/ 5 h 50"/>
                <a:gd name="T6" fmla="*/ 18 w 25"/>
                <a:gd name="T7" fmla="*/ 3 h 50"/>
                <a:gd name="T8" fmla="*/ 22 w 25"/>
                <a:gd name="T9" fmla="*/ 0 h 50"/>
                <a:gd name="T10" fmla="*/ 25 w 25"/>
                <a:gd name="T11" fmla="*/ 3 h 50"/>
                <a:gd name="T12" fmla="*/ 25 w 25"/>
                <a:gd name="T13" fmla="*/ 32 h 50"/>
                <a:gd name="T14" fmla="*/ 25 w 25"/>
                <a:gd name="T15" fmla="*/ 32 h 50"/>
                <a:gd name="T16" fmla="*/ 24 w 25"/>
                <a:gd name="T17" fmla="*/ 40 h 50"/>
                <a:gd name="T18" fmla="*/ 24 w 25"/>
                <a:gd name="T19" fmla="*/ 47 h 50"/>
                <a:gd name="T20" fmla="*/ 22 w 25"/>
                <a:gd name="T21" fmla="*/ 50 h 50"/>
                <a:gd name="T22" fmla="*/ 19 w 25"/>
                <a:gd name="T23" fmla="*/ 47 h 50"/>
                <a:gd name="T24" fmla="*/ 19 w 25"/>
                <a:gd name="T25" fmla="*/ 39 h 50"/>
                <a:gd name="T26" fmla="*/ 16 w 25"/>
                <a:gd name="T27" fmla="*/ 36 h 50"/>
                <a:gd name="T28" fmla="*/ 8 w 25"/>
                <a:gd name="T29" fmla="*/ 36 h 50"/>
                <a:gd name="T30" fmla="*/ 6 w 25"/>
                <a:gd name="T31" fmla="*/ 39 h 50"/>
                <a:gd name="T32" fmla="*/ 6 w 25"/>
                <a:gd name="T33" fmla="*/ 46 h 50"/>
                <a:gd name="T34" fmla="*/ 3 w 25"/>
                <a:gd name="T35" fmla="*/ 50 h 50"/>
                <a:gd name="T36" fmla="*/ 0 w 25"/>
                <a:gd name="T37" fmla="*/ 46 h 50"/>
                <a:gd name="T38" fmla="*/ 0 w 25"/>
                <a:gd name="T39" fmla="*/ 38 h 50"/>
                <a:gd name="T40" fmla="*/ 0 w 25"/>
                <a:gd name="T41" fmla="*/ 36 h 50"/>
                <a:gd name="T42" fmla="*/ 0 w 25"/>
                <a:gd name="T43" fmla="*/ 34 h 50"/>
                <a:gd name="T44" fmla="*/ 0 w 25"/>
                <a:gd name="T45" fmla="*/ 30 h 50"/>
                <a:gd name="T46" fmla="*/ 3 w 25"/>
                <a:gd name="T47" fmla="*/ 29 h 50"/>
                <a:gd name="T48" fmla="*/ 16 w 25"/>
                <a:gd name="T49" fmla="*/ 29 h 50"/>
                <a:gd name="T50" fmla="*/ 18 w 25"/>
                <a:gd name="T51"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 h="50">
                  <a:moveTo>
                    <a:pt x="18" y="29"/>
                  </a:moveTo>
                  <a:cubicBezTo>
                    <a:pt x="18" y="28"/>
                    <a:pt x="18" y="27"/>
                    <a:pt x="18" y="26"/>
                  </a:cubicBezTo>
                  <a:cubicBezTo>
                    <a:pt x="18" y="19"/>
                    <a:pt x="18" y="12"/>
                    <a:pt x="18" y="5"/>
                  </a:cubicBezTo>
                  <a:cubicBezTo>
                    <a:pt x="18" y="4"/>
                    <a:pt x="18" y="4"/>
                    <a:pt x="18" y="3"/>
                  </a:cubicBezTo>
                  <a:cubicBezTo>
                    <a:pt x="19" y="1"/>
                    <a:pt x="20" y="0"/>
                    <a:pt x="22" y="0"/>
                  </a:cubicBezTo>
                  <a:cubicBezTo>
                    <a:pt x="24" y="0"/>
                    <a:pt x="25" y="1"/>
                    <a:pt x="25" y="3"/>
                  </a:cubicBezTo>
                  <a:cubicBezTo>
                    <a:pt x="25" y="13"/>
                    <a:pt x="25" y="22"/>
                    <a:pt x="25" y="32"/>
                  </a:cubicBezTo>
                  <a:cubicBezTo>
                    <a:pt x="25" y="32"/>
                    <a:pt x="25" y="32"/>
                    <a:pt x="25" y="32"/>
                  </a:cubicBezTo>
                  <a:cubicBezTo>
                    <a:pt x="23" y="35"/>
                    <a:pt x="25" y="37"/>
                    <a:pt x="24" y="40"/>
                  </a:cubicBezTo>
                  <a:cubicBezTo>
                    <a:pt x="24" y="42"/>
                    <a:pt x="24" y="44"/>
                    <a:pt x="24" y="47"/>
                  </a:cubicBezTo>
                  <a:cubicBezTo>
                    <a:pt x="24" y="49"/>
                    <a:pt x="23" y="50"/>
                    <a:pt x="22" y="50"/>
                  </a:cubicBezTo>
                  <a:cubicBezTo>
                    <a:pt x="20" y="50"/>
                    <a:pt x="19" y="49"/>
                    <a:pt x="19" y="47"/>
                  </a:cubicBezTo>
                  <a:cubicBezTo>
                    <a:pt x="19" y="44"/>
                    <a:pt x="19" y="41"/>
                    <a:pt x="19" y="39"/>
                  </a:cubicBezTo>
                  <a:cubicBezTo>
                    <a:pt x="19" y="37"/>
                    <a:pt x="18" y="36"/>
                    <a:pt x="16" y="36"/>
                  </a:cubicBezTo>
                  <a:cubicBezTo>
                    <a:pt x="14" y="36"/>
                    <a:pt x="11" y="36"/>
                    <a:pt x="8" y="36"/>
                  </a:cubicBezTo>
                  <a:cubicBezTo>
                    <a:pt x="6" y="36"/>
                    <a:pt x="6" y="37"/>
                    <a:pt x="6" y="39"/>
                  </a:cubicBezTo>
                  <a:cubicBezTo>
                    <a:pt x="6" y="41"/>
                    <a:pt x="6" y="44"/>
                    <a:pt x="6" y="46"/>
                  </a:cubicBezTo>
                  <a:cubicBezTo>
                    <a:pt x="6" y="49"/>
                    <a:pt x="5" y="50"/>
                    <a:pt x="3" y="50"/>
                  </a:cubicBezTo>
                  <a:cubicBezTo>
                    <a:pt x="1" y="50"/>
                    <a:pt x="0" y="48"/>
                    <a:pt x="0" y="46"/>
                  </a:cubicBezTo>
                  <a:cubicBezTo>
                    <a:pt x="0" y="44"/>
                    <a:pt x="0" y="41"/>
                    <a:pt x="0" y="38"/>
                  </a:cubicBezTo>
                  <a:cubicBezTo>
                    <a:pt x="0" y="37"/>
                    <a:pt x="0" y="37"/>
                    <a:pt x="0" y="36"/>
                  </a:cubicBezTo>
                  <a:cubicBezTo>
                    <a:pt x="1" y="35"/>
                    <a:pt x="0" y="35"/>
                    <a:pt x="0" y="34"/>
                  </a:cubicBezTo>
                  <a:cubicBezTo>
                    <a:pt x="0" y="33"/>
                    <a:pt x="0" y="31"/>
                    <a:pt x="0" y="30"/>
                  </a:cubicBezTo>
                  <a:cubicBezTo>
                    <a:pt x="0" y="29"/>
                    <a:pt x="1" y="28"/>
                    <a:pt x="3" y="29"/>
                  </a:cubicBezTo>
                  <a:cubicBezTo>
                    <a:pt x="7" y="29"/>
                    <a:pt x="12" y="29"/>
                    <a:pt x="16" y="29"/>
                  </a:cubicBezTo>
                  <a:cubicBezTo>
                    <a:pt x="17" y="29"/>
                    <a:pt x="18" y="29"/>
                    <a:pt x="18" y="2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6" name="Freeform 1312">
              <a:extLst>
                <a:ext uri="{FF2B5EF4-FFF2-40B4-BE49-F238E27FC236}">
                  <a16:creationId xmlns="" xmlns:a16="http://schemas.microsoft.com/office/drawing/2014/main" id="{163264B7-59D3-4C6F-A8E8-E1B657DCC311}"/>
                </a:ext>
              </a:extLst>
            </p:cNvPr>
            <p:cNvSpPr>
              <a:spLocks/>
            </p:cNvSpPr>
            <p:nvPr/>
          </p:nvSpPr>
          <p:spPr bwMode="auto">
            <a:xfrm>
              <a:off x="11231633" y="202054"/>
              <a:ext cx="22288" cy="48336"/>
            </a:xfrm>
            <a:custGeom>
              <a:avLst/>
              <a:gdLst>
                <a:gd name="T0" fmla="*/ 16 w 35"/>
                <a:gd name="T1" fmla="*/ 35 h 76"/>
                <a:gd name="T2" fmla="*/ 16 w 35"/>
                <a:gd name="T3" fmla="*/ 44 h 76"/>
                <a:gd name="T4" fmla="*/ 23 w 35"/>
                <a:gd name="T5" fmla="*/ 44 h 76"/>
                <a:gd name="T6" fmla="*/ 27 w 35"/>
                <a:gd name="T7" fmla="*/ 48 h 76"/>
                <a:gd name="T8" fmla="*/ 30 w 35"/>
                <a:gd name="T9" fmla="*/ 71 h 76"/>
                <a:gd name="T10" fmla="*/ 27 w 35"/>
                <a:gd name="T11" fmla="*/ 75 h 76"/>
                <a:gd name="T12" fmla="*/ 22 w 35"/>
                <a:gd name="T13" fmla="*/ 72 h 76"/>
                <a:gd name="T14" fmla="*/ 20 w 35"/>
                <a:gd name="T15" fmla="*/ 52 h 76"/>
                <a:gd name="T16" fmla="*/ 10 w 35"/>
                <a:gd name="T17" fmla="*/ 52 h 76"/>
                <a:gd name="T18" fmla="*/ 5 w 35"/>
                <a:gd name="T19" fmla="*/ 52 h 76"/>
                <a:gd name="T20" fmla="*/ 0 w 35"/>
                <a:gd name="T21" fmla="*/ 44 h 76"/>
                <a:gd name="T22" fmla="*/ 0 w 35"/>
                <a:gd name="T23" fmla="*/ 28 h 76"/>
                <a:gd name="T24" fmla="*/ 8 w 35"/>
                <a:gd name="T25" fmla="*/ 19 h 76"/>
                <a:gd name="T26" fmla="*/ 2 w 35"/>
                <a:gd name="T27" fmla="*/ 14 h 76"/>
                <a:gd name="T28" fmla="*/ 2 w 35"/>
                <a:gd name="T29" fmla="*/ 6 h 76"/>
                <a:gd name="T30" fmla="*/ 13 w 35"/>
                <a:gd name="T31" fmla="*/ 2 h 76"/>
                <a:gd name="T32" fmla="*/ 19 w 35"/>
                <a:gd name="T33" fmla="*/ 11 h 76"/>
                <a:gd name="T34" fmla="*/ 10 w 35"/>
                <a:gd name="T35" fmla="*/ 19 h 76"/>
                <a:gd name="T36" fmla="*/ 19 w 35"/>
                <a:gd name="T37" fmla="*/ 27 h 76"/>
                <a:gd name="T38" fmla="*/ 29 w 35"/>
                <a:gd name="T39" fmla="*/ 30 h 76"/>
                <a:gd name="T40" fmla="*/ 34 w 35"/>
                <a:gd name="T41" fmla="*/ 32 h 76"/>
                <a:gd name="T42" fmla="*/ 31 w 35"/>
                <a:gd name="T43" fmla="*/ 37 h 76"/>
                <a:gd name="T44" fmla="*/ 16 w 35"/>
                <a:gd name="T45" fmla="*/ 35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 h="76">
                  <a:moveTo>
                    <a:pt x="16" y="35"/>
                  </a:moveTo>
                  <a:cubicBezTo>
                    <a:pt x="16" y="38"/>
                    <a:pt x="16" y="41"/>
                    <a:pt x="16" y="44"/>
                  </a:cubicBezTo>
                  <a:cubicBezTo>
                    <a:pt x="19" y="44"/>
                    <a:pt x="21" y="44"/>
                    <a:pt x="23" y="44"/>
                  </a:cubicBezTo>
                  <a:cubicBezTo>
                    <a:pt x="26" y="44"/>
                    <a:pt x="27" y="45"/>
                    <a:pt x="27" y="48"/>
                  </a:cubicBezTo>
                  <a:cubicBezTo>
                    <a:pt x="28" y="56"/>
                    <a:pt x="29" y="63"/>
                    <a:pt x="30" y="71"/>
                  </a:cubicBezTo>
                  <a:cubicBezTo>
                    <a:pt x="30" y="73"/>
                    <a:pt x="29" y="75"/>
                    <a:pt x="27" y="75"/>
                  </a:cubicBezTo>
                  <a:cubicBezTo>
                    <a:pt x="24" y="76"/>
                    <a:pt x="22" y="74"/>
                    <a:pt x="22" y="72"/>
                  </a:cubicBezTo>
                  <a:cubicBezTo>
                    <a:pt x="21" y="65"/>
                    <a:pt x="20" y="59"/>
                    <a:pt x="20" y="52"/>
                  </a:cubicBezTo>
                  <a:cubicBezTo>
                    <a:pt x="17" y="52"/>
                    <a:pt x="13" y="52"/>
                    <a:pt x="10" y="52"/>
                  </a:cubicBezTo>
                  <a:cubicBezTo>
                    <a:pt x="9" y="52"/>
                    <a:pt x="7" y="52"/>
                    <a:pt x="5" y="52"/>
                  </a:cubicBezTo>
                  <a:cubicBezTo>
                    <a:pt x="2" y="51"/>
                    <a:pt x="0" y="48"/>
                    <a:pt x="0" y="44"/>
                  </a:cubicBezTo>
                  <a:cubicBezTo>
                    <a:pt x="0" y="39"/>
                    <a:pt x="0" y="33"/>
                    <a:pt x="0" y="28"/>
                  </a:cubicBezTo>
                  <a:cubicBezTo>
                    <a:pt x="0" y="22"/>
                    <a:pt x="2" y="20"/>
                    <a:pt x="8" y="19"/>
                  </a:cubicBezTo>
                  <a:cubicBezTo>
                    <a:pt x="6" y="18"/>
                    <a:pt x="3" y="16"/>
                    <a:pt x="2" y="14"/>
                  </a:cubicBezTo>
                  <a:cubicBezTo>
                    <a:pt x="1" y="11"/>
                    <a:pt x="1" y="8"/>
                    <a:pt x="2" y="6"/>
                  </a:cubicBezTo>
                  <a:cubicBezTo>
                    <a:pt x="4" y="2"/>
                    <a:pt x="9" y="0"/>
                    <a:pt x="13" y="2"/>
                  </a:cubicBezTo>
                  <a:cubicBezTo>
                    <a:pt x="17" y="3"/>
                    <a:pt x="19" y="7"/>
                    <a:pt x="19" y="11"/>
                  </a:cubicBezTo>
                  <a:cubicBezTo>
                    <a:pt x="19" y="15"/>
                    <a:pt x="15" y="18"/>
                    <a:pt x="10" y="19"/>
                  </a:cubicBezTo>
                  <a:cubicBezTo>
                    <a:pt x="14" y="20"/>
                    <a:pt x="16" y="24"/>
                    <a:pt x="19" y="27"/>
                  </a:cubicBezTo>
                  <a:cubicBezTo>
                    <a:pt x="22" y="31"/>
                    <a:pt x="24" y="32"/>
                    <a:pt x="29" y="30"/>
                  </a:cubicBezTo>
                  <a:cubicBezTo>
                    <a:pt x="32" y="29"/>
                    <a:pt x="34" y="30"/>
                    <a:pt x="34" y="32"/>
                  </a:cubicBezTo>
                  <a:cubicBezTo>
                    <a:pt x="35" y="34"/>
                    <a:pt x="34" y="36"/>
                    <a:pt x="31" y="37"/>
                  </a:cubicBezTo>
                  <a:cubicBezTo>
                    <a:pt x="26" y="38"/>
                    <a:pt x="21" y="39"/>
                    <a:pt x="16" y="3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7" name="Freeform 1313">
              <a:extLst>
                <a:ext uri="{FF2B5EF4-FFF2-40B4-BE49-F238E27FC236}">
                  <a16:creationId xmlns="" xmlns:a16="http://schemas.microsoft.com/office/drawing/2014/main" id="{323A9944-3566-4964-8F50-6A79F1C8EA90}"/>
                </a:ext>
              </a:extLst>
            </p:cNvPr>
            <p:cNvSpPr>
              <a:spLocks/>
            </p:cNvSpPr>
            <p:nvPr/>
          </p:nvSpPr>
          <p:spPr bwMode="auto">
            <a:xfrm>
              <a:off x="11271107" y="202591"/>
              <a:ext cx="22288" cy="47798"/>
            </a:xfrm>
            <a:custGeom>
              <a:avLst/>
              <a:gdLst>
                <a:gd name="T0" fmla="*/ 15 w 35"/>
                <a:gd name="T1" fmla="*/ 51 h 75"/>
                <a:gd name="T2" fmla="*/ 13 w 35"/>
                <a:gd name="T3" fmla="*/ 68 h 75"/>
                <a:gd name="T4" fmla="*/ 13 w 35"/>
                <a:gd name="T5" fmla="*/ 71 h 75"/>
                <a:gd name="T6" fmla="*/ 8 w 35"/>
                <a:gd name="T7" fmla="*/ 74 h 75"/>
                <a:gd name="T8" fmla="*/ 5 w 35"/>
                <a:gd name="T9" fmla="*/ 70 h 75"/>
                <a:gd name="T10" fmla="*/ 7 w 35"/>
                <a:gd name="T11" fmla="*/ 50 h 75"/>
                <a:gd name="T12" fmla="*/ 8 w 35"/>
                <a:gd name="T13" fmla="*/ 47 h 75"/>
                <a:gd name="T14" fmla="*/ 12 w 35"/>
                <a:gd name="T15" fmla="*/ 43 h 75"/>
                <a:gd name="T16" fmla="*/ 19 w 35"/>
                <a:gd name="T17" fmla="*/ 43 h 75"/>
                <a:gd name="T18" fmla="*/ 19 w 35"/>
                <a:gd name="T19" fmla="*/ 34 h 75"/>
                <a:gd name="T20" fmla="*/ 18 w 35"/>
                <a:gd name="T21" fmla="*/ 34 h 75"/>
                <a:gd name="T22" fmla="*/ 3 w 35"/>
                <a:gd name="T23" fmla="*/ 35 h 75"/>
                <a:gd name="T24" fmla="*/ 1 w 35"/>
                <a:gd name="T25" fmla="*/ 31 h 75"/>
                <a:gd name="T26" fmla="*/ 5 w 35"/>
                <a:gd name="T27" fmla="*/ 29 h 75"/>
                <a:gd name="T28" fmla="*/ 17 w 35"/>
                <a:gd name="T29" fmla="*/ 25 h 75"/>
                <a:gd name="T30" fmla="*/ 18 w 35"/>
                <a:gd name="T31" fmla="*/ 23 h 75"/>
                <a:gd name="T32" fmla="*/ 25 w 35"/>
                <a:gd name="T33" fmla="*/ 18 h 75"/>
                <a:gd name="T34" fmla="*/ 18 w 35"/>
                <a:gd name="T35" fmla="*/ 15 h 75"/>
                <a:gd name="T36" fmla="*/ 16 w 35"/>
                <a:gd name="T37" fmla="*/ 8 h 75"/>
                <a:gd name="T38" fmla="*/ 24 w 35"/>
                <a:gd name="T39" fmla="*/ 0 h 75"/>
                <a:gd name="T40" fmla="*/ 33 w 35"/>
                <a:gd name="T41" fmla="*/ 7 h 75"/>
                <a:gd name="T42" fmla="*/ 27 w 35"/>
                <a:gd name="T43" fmla="*/ 18 h 75"/>
                <a:gd name="T44" fmla="*/ 30 w 35"/>
                <a:gd name="T45" fmla="*/ 19 h 75"/>
                <a:gd name="T46" fmla="*/ 35 w 35"/>
                <a:gd name="T47" fmla="*/ 26 h 75"/>
                <a:gd name="T48" fmla="*/ 35 w 35"/>
                <a:gd name="T49" fmla="*/ 43 h 75"/>
                <a:gd name="T50" fmla="*/ 27 w 35"/>
                <a:gd name="T51" fmla="*/ 51 h 75"/>
                <a:gd name="T52" fmla="*/ 16 w 35"/>
                <a:gd name="T53" fmla="*/ 51 h 75"/>
                <a:gd name="T54" fmla="*/ 15 w 35"/>
                <a:gd name="T55" fmla="*/ 5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75">
                  <a:moveTo>
                    <a:pt x="15" y="51"/>
                  </a:moveTo>
                  <a:cubicBezTo>
                    <a:pt x="15" y="57"/>
                    <a:pt x="14" y="63"/>
                    <a:pt x="13" y="68"/>
                  </a:cubicBezTo>
                  <a:cubicBezTo>
                    <a:pt x="13" y="69"/>
                    <a:pt x="13" y="70"/>
                    <a:pt x="13" y="71"/>
                  </a:cubicBezTo>
                  <a:cubicBezTo>
                    <a:pt x="13" y="73"/>
                    <a:pt x="11" y="75"/>
                    <a:pt x="8" y="74"/>
                  </a:cubicBezTo>
                  <a:cubicBezTo>
                    <a:pt x="6" y="74"/>
                    <a:pt x="5" y="72"/>
                    <a:pt x="5" y="70"/>
                  </a:cubicBezTo>
                  <a:cubicBezTo>
                    <a:pt x="6" y="63"/>
                    <a:pt x="6" y="56"/>
                    <a:pt x="7" y="50"/>
                  </a:cubicBezTo>
                  <a:cubicBezTo>
                    <a:pt x="7" y="49"/>
                    <a:pt x="7" y="48"/>
                    <a:pt x="8" y="47"/>
                  </a:cubicBezTo>
                  <a:cubicBezTo>
                    <a:pt x="8" y="44"/>
                    <a:pt x="10" y="43"/>
                    <a:pt x="12" y="43"/>
                  </a:cubicBezTo>
                  <a:cubicBezTo>
                    <a:pt x="14" y="43"/>
                    <a:pt x="16" y="43"/>
                    <a:pt x="19" y="43"/>
                  </a:cubicBezTo>
                  <a:cubicBezTo>
                    <a:pt x="19" y="40"/>
                    <a:pt x="19" y="37"/>
                    <a:pt x="19" y="34"/>
                  </a:cubicBezTo>
                  <a:cubicBezTo>
                    <a:pt x="18" y="34"/>
                    <a:pt x="18" y="34"/>
                    <a:pt x="18" y="34"/>
                  </a:cubicBezTo>
                  <a:cubicBezTo>
                    <a:pt x="13" y="38"/>
                    <a:pt x="8" y="37"/>
                    <a:pt x="3" y="35"/>
                  </a:cubicBezTo>
                  <a:cubicBezTo>
                    <a:pt x="1" y="34"/>
                    <a:pt x="0" y="33"/>
                    <a:pt x="1" y="31"/>
                  </a:cubicBezTo>
                  <a:cubicBezTo>
                    <a:pt x="2" y="29"/>
                    <a:pt x="3" y="28"/>
                    <a:pt x="5" y="29"/>
                  </a:cubicBezTo>
                  <a:cubicBezTo>
                    <a:pt x="11" y="31"/>
                    <a:pt x="13" y="31"/>
                    <a:pt x="17" y="25"/>
                  </a:cubicBezTo>
                  <a:cubicBezTo>
                    <a:pt x="18" y="24"/>
                    <a:pt x="18" y="24"/>
                    <a:pt x="18" y="23"/>
                  </a:cubicBezTo>
                  <a:cubicBezTo>
                    <a:pt x="20" y="21"/>
                    <a:pt x="22" y="19"/>
                    <a:pt x="25" y="18"/>
                  </a:cubicBezTo>
                  <a:cubicBezTo>
                    <a:pt x="22" y="18"/>
                    <a:pt x="20" y="17"/>
                    <a:pt x="18" y="15"/>
                  </a:cubicBezTo>
                  <a:cubicBezTo>
                    <a:pt x="17" y="13"/>
                    <a:pt x="16" y="11"/>
                    <a:pt x="16" y="8"/>
                  </a:cubicBezTo>
                  <a:cubicBezTo>
                    <a:pt x="16" y="4"/>
                    <a:pt x="20" y="1"/>
                    <a:pt x="24" y="0"/>
                  </a:cubicBezTo>
                  <a:cubicBezTo>
                    <a:pt x="28" y="0"/>
                    <a:pt x="33" y="3"/>
                    <a:pt x="33" y="7"/>
                  </a:cubicBezTo>
                  <a:cubicBezTo>
                    <a:pt x="35" y="12"/>
                    <a:pt x="32" y="15"/>
                    <a:pt x="27" y="18"/>
                  </a:cubicBezTo>
                  <a:cubicBezTo>
                    <a:pt x="28" y="18"/>
                    <a:pt x="29" y="18"/>
                    <a:pt x="30" y="19"/>
                  </a:cubicBezTo>
                  <a:cubicBezTo>
                    <a:pt x="33" y="20"/>
                    <a:pt x="35" y="22"/>
                    <a:pt x="35" y="26"/>
                  </a:cubicBezTo>
                  <a:cubicBezTo>
                    <a:pt x="35" y="32"/>
                    <a:pt x="35" y="37"/>
                    <a:pt x="35" y="43"/>
                  </a:cubicBezTo>
                  <a:cubicBezTo>
                    <a:pt x="35" y="48"/>
                    <a:pt x="32" y="51"/>
                    <a:pt x="27" y="51"/>
                  </a:cubicBezTo>
                  <a:cubicBezTo>
                    <a:pt x="23" y="51"/>
                    <a:pt x="20" y="51"/>
                    <a:pt x="16" y="51"/>
                  </a:cubicBezTo>
                  <a:cubicBezTo>
                    <a:pt x="16" y="51"/>
                    <a:pt x="16" y="51"/>
                    <a:pt x="15" y="5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8" name="Freeform 1314">
              <a:extLst>
                <a:ext uri="{FF2B5EF4-FFF2-40B4-BE49-F238E27FC236}">
                  <a16:creationId xmlns="" xmlns:a16="http://schemas.microsoft.com/office/drawing/2014/main" id="{25BA9B85-95FC-43AC-BF58-93BAE387C932}"/>
                </a:ext>
              </a:extLst>
            </p:cNvPr>
            <p:cNvSpPr>
              <a:spLocks/>
            </p:cNvSpPr>
            <p:nvPr/>
          </p:nvSpPr>
          <p:spPr bwMode="auto">
            <a:xfrm>
              <a:off x="11247745" y="226222"/>
              <a:ext cx="28464" cy="22825"/>
            </a:xfrm>
            <a:custGeom>
              <a:avLst/>
              <a:gdLst>
                <a:gd name="T0" fmla="*/ 37 w 45"/>
                <a:gd name="T1" fmla="*/ 7 h 36"/>
                <a:gd name="T2" fmla="*/ 37 w 45"/>
                <a:gd name="T3" fmla="*/ 36 h 36"/>
                <a:gd name="T4" fmla="*/ 8 w 45"/>
                <a:gd name="T5" fmla="*/ 36 h 36"/>
                <a:gd name="T6" fmla="*/ 8 w 45"/>
                <a:gd name="T7" fmla="*/ 7 h 36"/>
                <a:gd name="T8" fmla="*/ 4 w 45"/>
                <a:gd name="T9" fmla="*/ 7 h 36"/>
                <a:gd name="T10" fmla="*/ 0 w 45"/>
                <a:gd name="T11" fmla="*/ 4 h 36"/>
                <a:gd name="T12" fmla="*/ 4 w 45"/>
                <a:gd name="T13" fmla="*/ 0 h 36"/>
                <a:gd name="T14" fmla="*/ 41 w 45"/>
                <a:gd name="T15" fmla="*/ 0 h 36"/>
                <a:gd name="T16" fmla="*/ 45 w 45"/>
                <a:gd name="T17" fmla="*/ 4 h 36"/>
                <a:gd name="T18" fmla="*/ 42 w 45"/>
                <a:gd name="T19" fmla="*/ 7 h 36"/>
                <a:gd name="T20" fmla="*/ 37 w 45"/>
                <a:gd name="T2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36">
                  <a:moveTo>
                    <a:pt x="37" y="7"/>
                  </a:moveTo>
                  <a:cubicBezTo>
                    <a:pt x="37" y="17"/>
                    <a:pt x="37" y="26"/>
                    <a:pt x="37" y="36"/>
                  </a:cubicBezTo>
                  <a:cubicBezTo>
                    <a:pt x="28" y="36"/>
                    <a:pt x="18" y="36"/>
                    <a:pt x="8" y="36"/>
                  </a:cubicBezTo>
                  <a:cubicBezTo>
                    <a:pt x="8" y="26"/>
                    <a:pt x="8" y="17"/>
                    <a:pt x="8" y="7"/>
                  </a:cubicBezTo>
                  <a:cubicBezTo>
                    <a:pt x="7" y="7"/>
                    <a:pt x="5" y="7"/>
                    <a:pt x="4" y="7"/>
                  </a:cubicBezTo>
                  <a:cubicBezTo>
                    <a:pt x="2" y="7"/>
                    <a:pt x="0" y="6"/>
                    <a:pt x="0" y="4"/>
                  </a:cubicBezTo>
                  <a:cubicBezTo>
                    <a:pt x="0" y="2"/>
                    <a:pt x="2" y="0"/>
                    <a:pt x="4" y="0"/>
                  </a:cubicBezTo>
                  <a:cubicBezTo>
                    <a:pt x="17" y="0"/>
                    <a:pt x="29" y="0"/>
                    <a:pt x="41" y="0"/>
                  </a:cubicBezTo>
                  <a:cubicBezTo>
                    <a:pt x="44" y="0"/>
                    <a:pt x="45" y="2"/>
                    <a:pt x="45" y="4"/>
                  </a:cubicBezTo>
                  <a:cubicBezTo>
                    <a:pt x="45" y="6"/>
                    <a:pt x="44" y="7"/>
                    <a:pt x="42" y="7"/>
                  </a:cubicBezTo>
                  <a:cubicBezTo>
                    <a:pt x="40" y="7"/>
                    <a:pt x="39" y="7"/>
                    <a:pt x="37" y="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29" name="Freeform 1315">
              <a:extLst>
                <a:ext uri="{FF2B5EF4-FFF2-40B4-BE49-F238E27FC236}">
                  <a16:creationId xmlns="" xmlns:a16="http://schemas.microsoft.com/office/drawing/2014/main" id="{8127F9ED-B297-4480-B3EE-17C3E4E6F0E7}"/>
                </a:ext>
              </a:extLst>
            </p:cNvPr>
            <p:cNvSpPr>
              <a:spLocks noEditPoints="1"/>
            </p:cNvSpPr>
            <p:nvPr/>
          </p:nvSpPr>
          <p:spPr bwMode="auto">
            <a:xfrm>
              <a:off x="11255264" y="203128"/>
              <a:ext cx="23631" cy="17992"/>
            </a:xfrm>
            <a:custGeom>
              <a:avLst/>
              <a:gdLst>
                <a:gd name="T0" fmla="*/ 34 w 37"/>
                <a:gd name="T1" fmla="*/ 23 h 28"/>
                <a:gd name="T2" fmla="*/ 36 w 37"/>
                <a:gd name="T3" fmla="*/ 28 h 28"/>
                <a:gd name="T4" fmla="*/ 32 w 37"/>
                <a:gd name="T5" fmla="*/ 25 h 28"/>
                <a:gd name="T6" fmla="*/ 27 w 37"/>
                <a:gd name="T7" fmla="*/ 23 h 28"/>
                <a:gd name="T8" fmla="*/ 4 w 37"/>
                <a:gd name="T9" fmla="*/ 23 h 28"/>
                <a:gd name="T10" fmla="*/ 0 w 37"/>
                <a:gd name="T11" fmla="*/ 19 h 28"/>
                <a:gd name="T12" fmla="*/ 0 w 37"/>
                <a:gd name="T13" fmla="*/ 3 h 28"/>
                <a:gd name="T14" fmla="*/ 3 w 37"/>
                <a:gd name="T15" fmla="*/ 0 h 28"/>
                <a:gd name="T16" fmla="*/ 34 w 37"/>
                <a:gd name="T17" fmla="*/ 0 h 28"/>
                <a:gd name="T18" fmla="*/ 37 w 37"/>
                <a:gd name="T19" fmla="*/ 3 h 28"/>
                <a:gd name="T20" fmla="*/ 37 w 37"/>
                <a:gd name="T21" fmla="*/ 19 h 28"/>
                <a:gd name="T22" fmla="*/ 34 w 37"/>
                <a:gd name="T23" fmla="*/ 23 h 28"/>
                <a:gd name="T24" fmla="*/ 13 w 37"/>
                <a:gd name="T25" fmla="*/ 11 h 28"/>
                <a:gd name="T26" fmla="*/ 11 w 37"/>
                <a:gd name="T27" fmla="*/ 9 h 28"/>
                <a:gd name="T28" fmla="*/ 8 w 37"/>
                <a:gd name="T29" fmla="*/ 11 h 28"/>
                <a:gd name="T30" fmla="*/ 11 w 37"/>
                <a:gd name="T31" fmla="*/ 13 h 28"/>
                <a:gd name="T32" fmla="*/ 13 w 37"/>
                <a:gd name="T33" fmla="*/ 11 h 28"/>
                <a:gd name="T34" fmla="*/ 21 w 37"/>
                <a:gd name="T35" fmla="*/ 11 h 28"/>
                <a:gd name="T36" fmla="*/ 19 w 37"/>
                <a:gd name="T37" fmla="*/ 9 h 28"/>
                <a:gd name="T38" fmla="*/ 16 w 37"/>
                <a:gd name="T39" fmla="*/ 11 h 28"/>
                <a:gd name="T40" fmla="*/ 18 w 37"/>
                <a:gd name="T41" fmla="*/ 13 h 28"/>
                <a:gd name="T42" fmla="*/ 21 w 37"/>
                <a:gd name="T43" fmla="*/ 11 h 28"/>
                <a:gd name="T44" fmla="*/ 26 w 37"/>
                <a:gd name="T45" fmla="*/ 9 h 28"/>
                <a:gd name="T46" fmla="*/ 24 w 37"/>
                <a:gd name="T47" fmla="*/ 11 h 28"/>
                <a:gd name="T48" fmla="*/ 26 w 37"/>
                <a:gd name="T49" fmla="*/ 13 h 28"/>
                <a:gd name="T50" fmla="*/ 28 w 37"/>
                <a:gd name="T51" fmla="*/ 11 h 28"/>
                <a:gd name="T52" fmla="*/ 26 w 37"/>
                <a:gd name="T53" fmla="*/ 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28">
                  <a:moveTo>
                    <a:pt x="34" y="23"/>
                  </a:moveTo>
                  <a:cubicBezTo>
                    <a:pt x="34" y="25"/>
                    <a:pt x="35" y="26"/>
                    <a:pt x="36" y="28"/>
                  </a:cubicBezTo>
                  <a:cubicBezTo>
                    <a:pt x="34" y="27"/>
                    <a:pt x="33" y="26"/>
                    <a:pt x="32" y="25"/>
                  </a:cubicBezTo>
                  <a:cubicBezTo>
                    <a:pt x="31" y="23"/>
                    <a:pt x="29" y="23"/>
                    <a:pt x="27" y="23"/>
                  </a:cubicBezTo>
                  <a:cubicBezTo>
                    <a:pt x="19" y="23"/>
                    <a:pt x="12" y="23"/>
                    <a:pt x="4" y="23"/>
                  </a:cubicBezTo>
                  <a:cubicBezTo>
                    <a:pt x="1" y="23"/>
                    <a:pt x="0" y="22"/>
                    <a:pt x="0" y="19"/>
                  </a:cubicBezTo>
                  <a:cubicBezTo>
                    <a:pt x="0" y="14"/>
                    <a:pt x="0" y="9"/>
                    <a:pt x="0" y="3"/>
                  </a:cubicBezTo>
                  <a:cubicBezTo>
                    <a:pt x="0" y="1"/>
                    <a:pt x="1" y="0"/>
                    <a:pt x="3" y="0"/>
                  </a:cubicBezTo>
                  <a:cubicBezTo>
                    <a:pt x="13" y="0"/>
                    <a:pt x="24" y="0"/>
                    <a:pt x="34" y="0"/>
                  </a:cubicBezTo>
                  <a:cubicBezTo>
                    <a:pt x="36" y="0"/>
                    <a:pt x="37" y="1"/>
                    <a:pt x="37" y="3"/>
                  </a:cubicBezTo>
                  <a:cubicBezTo>
                    <a:pt x="37" y="9"/>
                    <a:pt x="37" y="14"/>
                    <a:pt x="37" y="19"/>
                  </a:cubicBezTo>
                  <a:cubicBezTo>
                    <a:pt x="37" y="22"/>
                    <a:pt x="37" y="23"/>
                    <a:pt x="34" y="23"/>
                  </a:cubicBezTo>
                  <a:close/>
                  <a:moveTo>
                    <a:pt x="13" y="11"/>
                  </a:moveTo>
                  <a:cubicBezTo>
                    <a:pt x="13" y="10"/>
                    <a:pt x="12" y="9"/>
                    <a:pt x="11" y="9"/>
                  </a:cubicBezTo>
                  <a:cubicBezTo>
                    <a:pt x="9" y="9"/>
                    <a:pt x="9" y="10"/>
                    <a:pt x="8" y="11"/>
                  </a:cubicBezTo>
                  <a:cubicBezTo>
                    <a:pt x="8" y="12"/>
                    <a:pt x="9" y="13"/>
                    <a:pt x="11" y="13"/>
                  </a:cubicBezTo>
                  <a:cubicBezTo>
                    <a:pt x="12" y="13"/>
                    <a:pt x="13" y="13"/>
                    <a:pt x="13" y="11"/>
                  </a:cubicBezTo>
                  <a:close/>
                  <a:moveTo>
                    <a:pt x="21" y="11"/>
                  </a:moveTo>
                  <a:cubicBezTo>
                    <a:pt x="21" y="10"/>
                    <a:pt x="20" y="9"/>
                    <a:pt x="19" y="9"/>
                  </a:cubicBezTo>
                  <a:cubicBezTo>
                    <a:pt x="17" y="9"/>
                    <a:pt x="16" y="10"/>
                    <a:pt x="16" y="11"/>
                  </a:cubicBezTo>
                  <a:cubicBezTo>
                    <a:pt x="16" y="12"/>
                    <a:pt x="17" y="13"/>
                    <a:pt x="18" y="13"/>
                  </a:cubicBezTo>
                  <a:cubicBezTo>
                    <a:pt x="20" y="14"/>
                    <a:pt x="21" y="13"/>
                    <a:pt x="21" y="11"/>
                  </a:cubicBezTo>
                  <a:close/>
                  <a:moveTo>
                    <a:pt x="26" y="9"/>
                  </a:moveTo>
                  <a:cubicBezTo>
                    <a:pt x="24" y="9"/>
                    <a:pt x="24" y="10"/>
                    <a:pt x="24" y="11"/>
                  </a:cubicBezTo>
                  <a:cubicBezTo>
                    <a:pt x="24" y="13"/>
                    <a:pt x="25" y="14"/>
                    <a:pt x="26" y="13"/>
                  </a:cubicBezTo>
                  <a:cubicBezTo>
                    <a:pt x="27" y="13"/>
                    <a:pt x="28" y="12"/>
                    <a:pt x="28" y="11"/>
                  </a:cubicBezTo>
                  <a:cubicBezTo>
                    <a:pt x="28" y="10"/>
                    <a:pt x="27" y="9"/>
                    <a:pt x="26"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0" name="Freeform 1316">
              <a:extLst>
                <a:ext uri="{FF2B5EF4-FFF2-40B4-BE49-F238E27FC236}">
                  <a16:creationId xmlns="" xmlns:a16="http://schemas.microsoft.com/office/drawing/2014/main" id="{66C50443-C406-428C-A615-1BC2637B2EB6}"/>
                </a:ext>
              </a:extLst>
            </p:cNvPr>
            <p:cNvSpPr>
              <a:spLocks noEditPoints="1"/>
            </p:cNvSpPr>
            <p:nvPr/>
          </p:nvSpPr>
          <p:spPr bwMode="auto">
            <a:xfrm>
              <a:off x="11246402" y="190507"/>
              <a:ext cx="23362" cy="17723"/>
            </a:xfrm>
            <a:custGeom>
              <a:avLst/>
              <a:gdLst>
                <a:gd name="T0" fmla="*/ 1 w 37"/>
                <a:gd name="T1" fmla="*/ 27 h 28"/>
                <a:gd name="T2" fmla="*/ 3 w 37"/>
                <a:gd name="T3" fmla="*/ 24 h 28"/>
                <a:gd name="T4" fmla="*/ 0 w 37"/>
                <a:gd name="T5" fmla="*/ 19 h 28"/>
                <a:gd name="T6" fmla="*/ 0 w 37"/>
                <a:gd name="T7" fmla="*/ 4 h 28"/>
                <a:gd name="T8" fmla="*/ 3 w 37"/>
                <a:gd name="T9" fmla="*/ 0 h 28"/>
                <a:gd name="T10" fmla="*/ 33 w 37"/>
                <a:gd name="T11" fmla="*/ 0 h 28"/>
                <a:gd name="T12" fmla="*/ 37 w 37"/>
                <a:gd name="T13" fmla="*/ 4 h 28"/>
                <a:gd name="T14" fmla="*/ 37 w 37"/>
                <a:gd name="T15" fmla="*/ 19 h 28"/>
                <a:gd name="T16" fmla="*/ 35 w 37"/>
                <a:gd name="T17" fmla="*/ 19 h 28"/>
                <a:gd name="T18" fmla="*/ 16 w 37"/>
                <a:gd name="T19" fmla="*/ 19 h 28"/>
                <a:gd name="T20" fmla="*/ 12 w 37"/>
                <a:gd name="T21" fmla="*/ 22 h 28"/>
                <a:gd name="T22" fmla="*/ 12 w 37"/>
                <a:gd name="T23" fmla="*/ 24 h 28"/>
                <a:gd name="T24" fmla="*/ 2 w 37"/>
                <a:gd name="T25" fmla="*/ 28 h 28"/>
                <a:gd name="T26" fmla="*/ 1 w 37"/>
                <a:gd name="T27" fmla="*/ 27 h 28"/>
                <a:gd name="T28" fmla="*/ 26 w 37"/>
                <a:gd name="T29" fmla="*/ 9 h 28"/>
                <a:gd name="T30" fmla="*/ 24 w 37"/>
                <a:gd name="T31" fmla="*/ 11 h 28"/>
                <a:gd name="T32" fmla="*/ 26 w 37"/>
                <a:gd name="T33" fmla="*/ 13 h 28"/>
                <a:gd name="T34" fmla="*/ 28 w 37"/>
                <a:gd name="T35" fmla="*/ 11 h 28"/>
                <a:gd name="T36" fmla="*/ 26 w 37"/>
                <a:gd name="T37" fmla="*/ 9 h 28"/>
                <a:gd name="T38" fmla="*/ 8 w 37"/>
                <a:gd name="T39" fmla="*/ 10 h 28"/>
                <a:gd name="T40" fmla="*/ 11 w 37"/>
                <a:gd name="T41" fmla="*/ 13 h 28"/>
                <a:gd name="T42" fmla="*/ 13 w 37"/>
                <a:gd name="T43" fmla="*/ 11 h 28"/>
                <a:gd name="T44" fmla="*/ 11 w 37"/>
                <a:gd name="T45" fmla="*/ 9 h 28"/>
                <a:gd name="T46" fmla="*/ 8 w 37"/>
                <a:gd name="T47" fmla="*/ 10 h 28"/>
                <a:gd name="T48" fmla="*/ 16 w 37"/>
                <a:gd name="T49" fmla="*/ 11 h 28"/>
                <a:gd name="T50" fmla="*/ 18 w 37"/>
                <a:gd name="T51" fmla="*/ 13 h 28"/>
                <a:gd name="T52" fmla="*/ 21 w 37"/>
                <a:gd name="T53" fmla="*/ 11 h 28"/>
                <a:gd name="T54" fmla="*/ 18 w 37"/>
                <a:gd name="T55" fmla="*/ 9 h 28"/>
                <a:gd name="T56" fmla="*/ 16 w 37"/>
                <a:gd name="T57"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28">
                  <a:moveTo>
                    <a:pt x="1" y="27"/>
                  </a:moveTo>
                  <a:cubicBezTo>
                    <a:pt x="2" y="26"/>
                    <a:pt x="2" y="25"/>
                    <a:pt x="3" y="24"/>
                  </a:cubicBezTo>
                  <a:cubicBezTo>
                    <a:pt x="0" y="23"/>
                    <a:pt x="0" y="22"/>
                    <a:pt x="0" y="19"/>
                  </a:cubicBezTo>
                  <a:cubicBezTo>
                    <a:pt x="0" y="14"/>
                    <a:pt x="0" y="9"/>
                    <a:pt x="0" y="4"/>
                  </a:cubicBezTo>
                  <a:cubicBezTo>
                    <a:pt x="0" y="1"/>
                    <a:pt x="0" y="0"/>
                    <a:pt x="3" y="0"/>
                  </a:cubicBezTo>
                  <a:cubicBezTo>
                    <a:pt x="13" y="0"/>
                    <a:pt x="23" y="0"/>
                    <a:pt x="33" y="0"/>
                  </a:cubicBezTo>
                  <a:cubicBezTo>
                    <a:pt x="36" y="0"/>
                    <a:pt x="37" y="1"/>
                    <a:pt x="37" y="4"/>
                  </a:cubicBezTo>
                  <a:cubicBezTo>
                    <a:pt x="37" y="9"/>
                    <a:pt x="37" y="14"/>
                    <a:pt x="37" y="19"/>
                  </a:cubicBezTo>
                  <a:cubicBezTo>
                    <a:pt x="36" y="19"/>
                    <a:pt x="35" y="19"/>
                    <a:pt x="35" y="19"/>
                  </a:cubicBezTo>
                  <a:cubicBezTo>
                    <a:pt x="28" y="19"/>
                    <a:pt x="22" y="19"/>
                    <a:pt x="16" y="19"/>
                  </a:cubicBezTo>
                  <a:cubicBezTo>
                    <a:pt x="13" y="19"/>
                    <a:pt x="12" y="19"/>
                    <a:pt x="12" y="22"/>
                  </a:cubicBezTo>
                  <a:cubicBezTo>
                    <a:pt x="12" y="23"/>
                    <a:pt x="12" y="23"/>
                    <a:pt x="12" y="24"/>
                  </a:cubicBezTo>
                  <a:cubicBezTo>
                    <a:pt x="7" y="22"/>
                    <a:pt x="4" y="25"/>
                    <a:pt x="2" y="28"/>
                  </a:cubicBezTo>
                  <a:cubicBezTo>
                    <a:pt x="2" y="28"/>
                    <a:pt x="1" y="28"/>
                    <a:pt x="1" y="27"/>
                  </a:cubicBezTo>
                  <a:close/>
                  <a:moveTo>
                    <a:pt x="26" y="9"/>
                  </a:moveTo>
                  <a:cubicBezTo>
                    <a:pt x="24" y="9"/>
                    <a:pt x="23" y="10"/>
                    <a:pt x="24" y="11"/>
                  </a:cubicBezTo>
                  <a:cubicBezTo>
                    <a:pt x="24" y="12"/>
                    <a:pt x="25" y="13"/>
                    <a:pt x="26" y="13"/>
                  </a:cubicBezTo>
                  <a:cubicBezTo>
                    <a:pt x="27" y="13"/>
                    <a:pt x="28" y="12"/>
                    <a:pt x="28" y="11"/>
                  </a:cubicBezTo>
                  <a:cubicBezTo>
                    <a:pt x="28" y="9"/>
                    <a:pt x="27" y="9"/>
                    <a:pt x="26" y="9"/>
                  </a:cubicBezTo>
                  <a:close/>
                  <a:moveTo>
                    <a:pt x="8" y="10"/>
                  </a:moveTo>
                  <a:cubicBezTo>
                    <a:pt x="8" y="12"/>
                    <a:pt x="9" y="13"/>
                    <a:pt x="11" y="13"/>
                  </a:cubicBezTo>
                  <a:cubicBezTo>
                    <a:pt x="12" y="13"/>
                    <a:pt x="13" y="12"/>
                    <a:pt x="13" y="11"/>
                  </a:cubicBezTo>
                  <a:cubicBezTo>
                    <a:pt x="13" y="10"/>
                    <a:pt x="12" y="9"/>
                    <a:pt x="11" y="9"/>
                  </a:cubicBezTo>
                  <a:cubicBezTo>
                    <a:pt x="10" y="9"/>
                    <a:pt x="9" y="10"/>
                    <a:pt x="8" y="10"/>
                  </a:cubicBezTo>
                  <a:close/>
                  <a:moveTo>
                    <a:pt x="16" y="11"/>
                  </a:moveTo>
                  <a:cubicBezTo>
                    <a:pt x="16" y="12"/>
                    <a:pt x="17" y="13"/>
                    <a:pt x="18" y="13"/>
                  </a:cubicBezTo>
                  <a:cubicBezTo>
                    <a:pt x="20" y="13"/>
                    <a:pt x="21" y="12"/>
                    <a:pt x="21" y="11"/>
                  </a:cubicBezTo>
                  <a:cubicBezTo>
                    <a:pt x="21" y="9"/>
                    <a:pt x="20" y="9"/>
                    <a:pt x="18" y="9"/>
                  </a:cubicBezTo>
                  <a:cubicBezTo>
                    <a:pt x="17" y="9"/>
                    <a:pt x="16" y="9"/>
                    <a:pt x="16"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1" name="Freeform 1317">
              <a:extLst>
                <a:ext uri="{FF2B5EF4-FFF2-40B4-BE49-F238E27FC236}">
                  <a16:creationId xmlns="" xmlns:a16="http://schemas.microsoft.com/office/drawing/2014/main" id="{5CE927F7-E3A4-46D2-9B2D-2F07C78AC3E2}"/>
                </a:ext>
              </a:extLst>
            </p:cNvPr>
            <p:cNvSpPr>
              <a:spLocks/>
            </p:cNvSpPr>
            <p:nvPr/>
          </p:nvSpPr>
          <p:spPr bwMode="auto">
            <a:xfrm>
              <a:off x="11225994" y="216555"/>
              <a:ext cx="17723" cy="33835"/>
            </a:xfrm>
            <a:custGeom>
              <a:avLst/>
              <a:gdLst>
                <a:gd name="T0" fmla="*/ 7 w 28"/>
                <a:gd name="T1" fmla="*/ 30 h 53"/>
                <a:gd name="T2" fmla="*/ 24 w 28"/>
                <a:gd name="T3" fmla="*/ 30 h 53"/>
                <a:gd name="T4" fmla="*/ 28 w 28"/>
                <a:gd name="T5" fmla="*/ 34 h 53"/>
                <a:gd name="T6" fmla="*/ 28 w 28"/>
                <a:gd name="T7" fmla="*/ 34 h 53"/>
                <a:gd name="T8" fmla="*/ 27 w 28"/>
                <a:gd name="T9" fmla="*/ 44 h 53"/>
                <a:gd name="T10" fmla="*/ 27 w 28"/>
                <a:gd name="T11" fmla="*/ 50 h 53"/>
                <a:gd name="T12" fmla="*/ 24 w 28"/>
                <a:gd name="T13" fmla="*/ 53 h 53"/>
                <a:gd name="T14" fmla="*/ 21 w 28"/>
                <a:gd name="T15" fmla="*/ 50 h 53"/>
                <a:gd name="T16" fmla="*/ 21 w 28"/>
                <a:gd name="T17" fmla="*/ 41 h 53"/>
                <a:gd name="T18" fmla="*/ 18 w 28"/>
                <a:gd name="T19" fmla="*/ 38 h 53"/>
                <a:gd name="T20" fmla="*/ 10 w 28"/>
                <a:gd name="T21" fmla="*/ 38 h 53"/>
                <a:gd name="T22" fmla="*/ 7 w 28"/>
                <a:gd name="T23" fmla="*/ 41 h 53"/>
                <a:gd name="T24" fmla="*/ 7 w 28"/>
                <a:gd name="T25" fmla="*/ 49 h 53"/>
                <a:gd name="T26" fmla="*/ 4 w 28"/>
                <a:gd name="T27" fmla="*/ 53 h 53"/>
                <a:gd name="T28" fmla="*/ 1 w 28"/>
                <a:gd name="T29" fmla="*/ 49 h 53"/>
                <a:gd name="T30" fmla="*/ 1 w 28"/>
                <a:gd name="T31" fmla="*/ 40 h 53"/>
                <a:gd name="T32" fmla="*/ 1 w 28"/>
                <a:gd name="T33" fmla="*/ 38 h 53"/>
                <a:gd name="T34" fmla="*/ 1 w 28"/>
                <a:gd name="T35" fmla="*/ 36 h 53"/>
                <a:gd name="T36" fmla="*/ 0 w 28"/>
                <a:gd name="T37" fmla="*/ 33 h 53"/>
                <a:gd name="T38" fmla="*/ 0 w 28"/>
                <a:gd name="T39" fmla="*/ 4 h 53"/>
                <a:gd name="T40" fmla="*/ 4 w 28"/>
                <a:gd name="T41" fmla="*/ 0 h 53"/>
                <a:gd name="T42" fmla="*/ 7 w 28"/>
                <a:gd name="T43" fmla="*/ 4 h 53"/>
                <a:gd name="T44" fmla="*/ 7 w 28"/>
                <a:gd name="T45" fmla="*/ 27 h 53"/>
                <a:gd name="T46" fmla="*/ 7 w 28"/>
                <a:gd name="T47" fmla="*/ 3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 h="53">
                  <a:moveTo>
                    <a:pt x="7" y="30"/>
                  </a:moveTo>
                  <a:cubicBezTo>
                    <a:pt x="13" y="30"/>
                    <a:pt x="18" y="30"/>
                    <a:pt x="24" y="30"/>
                  </a:cubicBezTo>
                  <a:cubicBezTo>
                    <a:pt x="26" y="30"/>
                    <a:pt x="28" y="32"/>
                    <a:pt x="28" y="34"/>
                  </a:cubicBezTo>
                  <a:cubicBezTo>
                    <a:pt x="28" y="34"/>
                    <a:pt x="28" y="34"/>
                    <a:pt x="28" y="34"/>
                  </a:cubicBezTo>
                  <a:cubicBezTo>
                    <a:pt x="25" y="37"/>
                    <a:pt x="27" y="41"/>
                    <a:pt x="27" y="44"/>
                  </a:cubicBezTo>
                  <a:cubicBezTo>
                    <a:pt x="27" y="46"/>
                    <a:pt x="27" y="48"/>
                    <a:pt x="27" y="50"/>
                  </a:cubicBezTo>
                  <a:cubicBezTo>
                    <a:pt x="27" y="51"/>
                    <a:pt x="26" y="53"/>
                    <a:pt x="24" y="53"/>
                  </a:cubicBezTo>
                  <a:cubicBezTo>
                    <a:pt x="22" y="53"/>
                    <a:pt x="21" y="52"/>
                    <a:pt x="21" y="50"/>
                  </a:cubicBezTo>
                  <a:cubicBezTo>
                    <a:pt x="21" y="47"/>
                    <a:pt x="21" y="44"/>
                    <a:pt x="21" y="41"/>
                  </a:cubicBezTo>
                  <a:cubicBezTo>
                    <a:pt x="21" y="39"/>
                    <a:pt x="20" y="38"/>
                    <a:pt x="18" y="38"/>
                  </a:cubicBezTo>
                  <a:cubicBezTo>
                    <a:pt x="15" y="38"/>
                    <a:pt x="13" y="38"/>
                    <a:pt x="10" y="38"/>
                  </a:cubicBezTo>
                  <a:cubicBezTo>
                    <a:pt x="8" y="38"/>
                    <a:pt x="7" y="39"/>
                    <a:pt x="7" y="41"/>
                  </a:cubicBezTo>
                  <a:cubicBezTo>
                    <a:pt x="7" y="44"/>
                    <a:pt x="7" y="47"/>
                    <a:pt x="7" y="49"/>
                  </a:cubicBezTo>
                  <a:cubicBezTo>
                    <a:pt x="7" y="52"/>
                    <a:pt x="6" y="53"/>
                    <a:pt x="4" y="53"/>
                  </a:cubicBezTo>
                  <a:cubicBezTo>
                    <a:pt x="2" y="53"/>
                    <a:pt x="1" y="51"/>
                    <a:pt x="1" y="49"/>
                  </a:cubicBezTo>
                  <a:cubicBezTo>
                    <a:pt x="1" y="46"/>
                    <a:pt x="1" y="43"/>
                    <a:pt x="1" y="40"/>
                  </a:cubicBezTo>
                  <a:cubicBezTo>
                    <a:pt x="1" y="39"/>
                    <a:pt x="1" y="39"/>
                    <a:pt x="1" y="38"/>
                  </a:cubicBezTo>
                  <a:cubicBezTo>
                    <a:pt x="2" y="37"/>
                    <a:pt x="2" y="36"/>
                    <a:pt x="1" y="36"/>
                  </a:cubicBezTo>
                  <a:cubicBezTo>
                    <a:pt x="1" y="35"/>
                    <a:pt x="0" y="34"/>
                    <a:pt x="0" y="33"/>
                  </a:cubicBezTo>
                  <a:cubicBezTo>
                    <a:pt x="0" y="23"/>
                    <a:pt x="0" y="13"/>
                    <a:pt x="0" y="4"/>
                  </a:cubicBezTo>
                  <a:cubicBezTo>
                    <a:pt x="0" y="1"/>
                    <a:pt x="2" y="0"/>
                    <a:pt x="4" y="0"/>
                  </a:cubicBezTo>
                  <a:cubicBezTo>
                    <a:pt x="6" y="0"/>
                    <a:pt x="7" y="1"/>
                    <a:pt x="7" y="4"/>
                  </a:cubicBezTo>
                  <a:cubicBezTo>
                    <a:pt x="7" y="12"/>
                    <a:pt x="7" y="20"/>
                    <a:pt x="7" y="27"/>
                  </a:cubicBezTo>
                  <a:cubicBezTo>
                    <a:pt x="7" y="28"/>
                    <a:pt x="7" y="29"/>
                    <a:pt x="7" y="3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2" name="Freeform 1318">
              <a:extLst>
                <a:ext uri="{FF2B5EF4-FFF2-40B4-BE49-F238E27FC236}">
                  <a16:creationId xmlns="" xmlns:a16="http://schemas.microsoft.com/office/drawing/2014/main" id="{F39804ED-25A5-469F-A7DB-38C34BA7BDB2}"/>
                </a:ext>
              </a:extLst>
            </p:cNvPr>
            <p:cNvSpPr>
              <a:spLocks/>
            </p:cNvSpPr>
            <p:nvPr/>
          </p:nvSpPr>
          <p:spPr bwMode="auto">
            <a:xfrm>
              <a:off x="11281849" y="216555"/>
              <a:ext cx="17186" cy="33835"/>
            </a:xfrm>
            <a:custGeom>
              <a:avLst/>
              <a:gdLst>
                <a:gd name="T0" fmla="*/ 20 w 27"/>
                <a:gd name="T1" fmla="*/ 30 h 53"/>
                <a:gd name="T2" fmla="*/ 20 w 27"/>
                <a:gd name="T3" fmla="*/ 28 h 53"/>
                <a:gd name="T4" fmla="*/ 20 w 27"/>
                <a:gd name="T5" fmla="*/ 5 h 53"/>
                <a:gd name="T6" fmla="*/ 20 w 27"/>
                <a:gd name="T7" fmla="*/ 3 h 53"/>
                <a:gd name="T8" fmla="*/ 23 w 27"/>
                <a:gd name="T9" fmla="*/ 0 h 53"/>
                <a:gd name="T10" fmla="*/ 27 w 27"/>
                <a:gd name="T11" fmla="*/ 3 h 53"/>
                <a:gd name="T12" fmla="*/ 27 w 27"/>
                <a:gd name="T13" fmla="*/ 33 h 53"/>
                <a:gd name="T14" fmla="*/ 27 w 27"/>
                <a:gd name="T15" fmla="*/ 34 h 53"/>
                <a:gd name="T16" fmla="*/ 26 w 27"/>
                <a:gd name="T17" fmla="*/ 42 h 53"/>
                <a:gd name="T18" fmla="*/ 26 w 27"/>
                <a:gd name="T19" fmla="*/ 50 h 53"/>
                <a:gd name="T20" fmla="*/ 23 w 27"/>
                <a:gd name="T21" fmla="*/ 53 h 53"/>
                <a:gd name="T22" fmla="*/ 20 w 27"/>
                <a:gd name="T23" fmla="*/ 50 h 53"/>
                <a:gd name="T24" fmla="*/ 20 w 27"/>
                <a:gd name="T25" fmla="*/ 41 h 53"/>
                <a:gd name="T26" fmla="*/ 17 w 27"/>
                <a:gd name="T27" fmla="*/ 38 h 53"/>
                <a:gd name="T28" fmla="*/ 9 w 27"/>
                <a:gd name="T29" fmla="*/ 38 h 53"/>
                <a:gd name="T30" fmla="*/ 6 w 27"/>
                <a:gd name="T31" fmla="*/ 41 h 53"/>
                <a:gd name="T32" fmla="*/ 6 w 27"/>
                <a:gd name="T33" fmla="*/ 49 h 53"/>
                <a:gd name="T34" fmla="*/ 3 w 27"/>
                <a:gd name="T35" fmla="*/ 53 h 53"/>
                <a:gd name="T36" fmla="*/ 0 w 27"/>
                <a:gd name="T37" fmla="*/ 49 h 53"/>
                <a:gd name="T38" fmla="*/ 0 w 27"/>
                <a:gd name="T39" fmla="*/ 40 h 53"/>
                <a:gd name="T40" fmla="*/ 1 w 27"/>
                <a:gd name="T41" fmla="*/ 38 h 53"/>
                <a:gd name="T42" fmla="*/ 0 w 27"/>
                <a:gd name="T43" fmla="*/ 36 h 53"/>
                <a:gd name="T44" fmla="*/ 0 w 27"/>
                <a:gd name="T45" fmla="*/ 32 h 53"/>
                <a:gd name="T46" fmla="*/ 3 w 27"/>
                <a:gd name="T47" fmla="*/ 30 h 53"/>
                <a:gd name="T48" fmla="*/ 17 w 27"/>
                <a:gd name="T49" fmla="*/ 30 h 53"/>
                <a:gd name="T50" fmla="*/ 20 w 27"/>
                <a:gd name="T51" fmla="*/ 3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53">
                  <a:moveTo>
                    <a:pt x="20" y="30"/>
                  </a:moveTo>
                  <a:cubicBezTo>
                    <a:pt x="20" y="29"/>
                    <a:pt x="20" y="29"/>
                    <a:pt x="20" y="28"/>
                  </a:cubicBezTo>
                  <a:cubicBezTo>
                    <a:pt x="20" y="20"/>
                    <a:pt x="20" y="12"/>
                    <a:pt x="20" y="5"/>
                  </a:cubicBezTo>
                  <a:cubicBezTo>
                    <a:pt x="20" y="4"/>
                    <a:pt x="20" y="3"/>
                    <a:pt x="20" y="3"/>
                  </a:cubicBezTo>
                  <a:cubicBezTo>
                    <a:pt x="20" y="1"/>
                    <a:pt x="21" y="0"/>
                    <a:pt x="23" y="0"/>
                  </a:cubicBezTo>
                  <a:cubicBezTo>
                    <a:pt x="25" y="0"/>
                    <a:pt x="27" y="1"/>
                    <a:pt x="27" y="3"/>
                  </a:cubicBezTo>
                  <a:cubicBezTo>
                    <a:pt x="27" y="13"/>
                    <a:pt x="27" y="23"/>
                    <a:pt x="27" y="33"/>
                  </a:cubicBezTo>
                  <a:cubicBezTo>
                    <a:pt x="27" y="34"/>
                    <a:pt x="27" y="34"/>
                    <a:pt x="27" y="34"/>
                  </a:cubicBezTo>
                  <a:cubicBezTo>
                    <a:pt x="24" y="37"/>
                    <a:pt x="26" y="40"/>
                    <a:pt x="26" y="42"/>
                  </a:cubicBezTo>
                  <a:cubicBezTo>
                    <a:pt x="26" y="45"/>
                    <a:pt x="26" y="47"/>
                    <a:pt x="26" y="50"/>
                  </a:cubicBezTo>
                  <a:cubicBezTo>
                    <a:pt x="26" y="52"/>
                    <a:pt x="25" y="53"/>
                    <a:pt x="23" y="53"/>
                  </a:cubicBezTo>
                  <a:cubicBezTo>
                    <a:pt x="21" y="53"/>
                    <a:pt x="20" y="52"/>
                    <a:pt x="20" y="50"/>
                  </a:cubicBezTo>
                  <a:cubicBezTo>
                    <a:pt x="20" y="47"/>
                    <a:pt x="20" y="44"/>
                    <a:pt x="20" y="41"/>
                  </a:cubicBezTo>
                  <a:cubicBezTo>
                    <a:pt x="20" y="39"/>
                    <a:pt x="19" y="38"/>
                    <a:pt x="17" y="38"/>
                  </a:cubicBezTo>
                  <a:cubicBezTo>
                    <a:pt x="14" y="38"/>
                    <a:pt x="12" y="38"/>
                    <a:pt x="9" y="38"/>
                  </a:cubicBezTo>
                  <a:cubicBezTo>
                    <a:pt x="7" y="38"/>
                    <a:pt x="6" y="39"/>
                    <a:pt x="6" y="41"/>
                  </a:cubicBezTo>
                  <a:cubicBezTo>
                    <a:pt x="6" y="44"/>
                    <a:pt x="6" y="47"/>
                    <a:pt x="6" y="49"/>
                  </a:cubicBezTo>
                  <a:cubicBezTo>
                    <a:pt x="6" y="52"/>
                    <a:pt x="5" y="53"/>
                    <a:pt x="3" y="53"/>
                  </a:cubicBezTo>
                  <a:cubicBezTo>
                    <a:pt x="1" y="53"/>
                    <a:pt x="0" y="51"/>
                    <a:pt x="0" y="49"/>
                  </a:cubicBezTo>
                  <a:cubicBezTo>
                    <a:pt x="0" y="46"/>
                    <a:pt x="0" y="43"/>
                    <a:pt x="0" y="40"/>
                  </a:cubicBezTo>
                  <a:cubicBezTo>
                    <a:pt x="0" y="40"/>
                    <a:pt x="1" y="39"/>
                    <a:pt x="1" y="38"/>
                  </a:cubicBezTo>
                  <a:cubicBezTo>
                    <a:pt x="1" y="37"/>
                    <a:pt x="0" y="37"/>
                    <a:pt x="0" y="36"/>
                  </a:cubicBezTo>
                  <a:cubicBezTo>
                    <a:pt x="0" y="35"/>
                    <a:pt x="0" y="33"/>
                    <a:pt x="0" y="32"/>
                  </a:cubicBezTo>
                  <a:cubicBezTo>
                    <a:pt x="0" y="31"/>
                    <a:pt x="2" y="30"/>
                    <a:pt x="3" y="30"/>
                  </a:cubicBezTo>
                  <a:cubicBezTo>
                    <a:pt x="8" y="30"/>
                    <a:pt x="13" y="30"/>
                    <a:pt x="17" y="30"/>
                  </a:cubicBezTo>
                  <a:cubicBezTo>
                    <a:pt x="18" y="30"/>
                    <a:pt x="19" y="30"/>
                    <a:pt x="20" y="3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3" name="Freeform 1319">
              <a:extLst>
                <a:ext uri="{FF2B5EF4-FFF2-40B4-BE49-F238E27FC236}">
                  <a16:creationId xmlns="" xmlns:a16="http://schemas.microsoft.com/office/drawing/2014/main" id="{88BBFA8B-1515-4257-B161-40B2E9E8F14A}"/>
                </a:ext>
              </a:extLst>
            </p:cNvPr>
            <p:cNvSpPr>
              <a:spLocks/>
            </p:cNvSpPr>
            <p:nvPr/>
          </p:nvSpPr>
          <p:spPr bwMode="auto">
            <a:xfrm>
              <a:off x="11488617" y="463872"/>
              <a:ext cx="10741" cy="23362"/>
            </a:xfrm>
            <a:custGeom>
              <a:avLst/>
              <a:gdLst>
                <a:gd name="T0" fmla="*/ 8 w 17"/>
                <a:gd name="T1" fmla="*/ 17 h 37"/>
                <a:gd name="T2" fmla="*/ 8 w 17"/>
                <a:gd name="T3" fmla="*/ 21 h 37"/>
                <a:gd name="T4" fmla="*/ 11 w 17"/>
                <a:gd name="T5" fmla="*/ 21 h 37"/>
                <a:gd name="T6" fmla="*/ 13 w 17"/>
                <a:gd name="T7" fmla="*/ 23 h 37"/>
                <a:gd name="T8" fmla="*/ 15 w 17"/>
                <a:gd name="T9" fmla="*/ 34 h 37"/>
                <a:gd name="T10" fmla="*/ 13 w 17"/>
                <a:gd name="T11" fmla="*/ 37 h 37"/>
                <a:gd name="T12" fmla="*/ 11 w 17"/>
                <a:gd name="T13" fmla="*/ 35 h 37"/>
                <a:gd name="T14" fmla="*/ 10 w 17"/>
                <a:gd name="T15" fmla="*/ 25 h 37"/>
                <a:gd name="T16" fmla="*/ 5 w 17"/>
                <a:gd name="T17" fmla="*/ 25 h 37"/>
                <a:gd name="T18" fmla="*/ 3 w 17"/>
                <a:gd name="T19" fmla="*/ 25 h 37"/>
                <a:gd name="T20" fmla="*/ 0 w 17"/>
                <a:gd name="T21" fmla="*/ 22 h 37"/>
                <a:gd name="T22" fmla="*/ 0 w 17"/>
                <a:gd name="T23" fmla="*/ 14 h 37"/>
                <a:gd name="T24" fmla="*/ 4 w 17"/>
                <a:gd name="T25" fmla="*/ 9 h 37"/>
                <a:gd name="T26" fmla="*/ 1 w 17"/>
                <a:gd name="T27" fmla="*/ 7 h 37"/>
                <a:gd name="T28" fmla="*/ 1 w 17"/>
                <a:gd name="T29" fmla="*/ 3 h 37"/>
                <a:gd name="T30" fmla="*/ 7 w 17"/>
                <a:gd name="T31" fmla="*/ 1 h 37"/>
                <a:gd name="T32" fmla="*/ 9 w 17"/>
                <a:gd name="T33" fmla="*/ 6 h 37"/>
                <a:gd name="T34" fmla="*/ 5 w 17"/>
                <a:gd name="T35" fmla="*/ 9 h 37"/>
                <a:gd name="T36" fmla="*/ 9 w 17"/>
                <a:gd name="T37" fmla="*/ 13 h 37"/>
                <a:gd name="T38" fmla="*/ 14 w 17"/>
                <a:gd name="T39" fmla="*/ 15 h 37"/>
                <a:gd name="T40" fmla="*/ 17 w 17"/>
                <a:gd name="T41" fmla="*/ 16 h 37"/>
                <a:gd name="T42" fmla="*/ 15 w 17"/>
                <a:gd name="T43" fmla="*/ 18 h 37"/>
                <a:gd name="T44" fmla="*/ 8 w 17"/>
                <a:gd name="T45"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 h="37">
                  <a:moveTo>
                    <a:pt x="8" y="17"/>
                  </a:moveTo>
                  <a:cubicBezTo>
                    <a:pt x="8" y="19"/>
                    <a:pt x="8" y="20"/>
                    <a:pt x="8" y="21"/>
                  </a:cubicBezTo>
                  <a:cubicBezTo>
                    <a:pt x="9" y="21"/>
                    <a:pt x="10" y="21"/>
                    <a:pt x="11" y="21"/>
                  </a:cubicBezTo>
                  <a:cubicBezTo>
                    <a:pt x="13" y="21"/>
                    <a:pt x="13" y="22"/>
                    <a:pt x="13" y="23"/>
                  </a:cubicBezTo>
                  <a:cubicBezTo>
                    <a:pt x="14" y="27"/>
                    <a:pt x="14" y="31"/>
                    <a:pt x="15" y="34"/>
                  </a:cubicBezTo>
                  <a:cubicBezTo>
                    <a:pt x="15" y="35"/>
                    <a:pt x="14" y="36"/>
                    <a:pt x="13" y="37"/>
                  </a:cubicBezTo>
                  <a:cubicBezTo>
                    <a:pt x="12" y="37"/>
                    <a:pt x="11" y="36"/>
                    <a:pt x="11" y="35"/>
                  </a:cubicBezTo>
                  <a:cubicBezTo>
                    <a:pt x="10" y="32"/>
                    <a:pt x="10" y="29"/>
                    <a:pt x="10" y="25"/>
                  </a:cubicBezTo>
                  <a:cubicBezTo>
                    <a:pt x="8" y="25"/>
                    <a:pt x="7" y="25"/>
                    <a:pt x="5" y="25"/>
                  </a:cubicBezTo>
                  <a:cubicBezTo>
                    <a:pt x="4" y="25"/>
                    <a:pt x="4" y="25"/>
                    <a:pt x="3" y="25"/>
                  </a:cubicBezTo>
                  <a:cubicBezTo>
                    <a:pt x="1" y="25"/>
                    <a:pt x="0" y="23"/>
                    <a:pt x="0" y="22"/>
                  </a:cubicBezTo>
                  <a:cubicBezTo>
                    <a:pt x="0" y="19"/>
                    <a:pt x="0" y="16"/>
                    <a:pt x="0" y="14"/>
                  </a:cubicBezTo>
                  <a:cubicBezTo>
                    <a:pt x="0" y="11"/>
                    <a:pt x="1" y="10"/>
                    <a:pt x="4" y="9"/>
                  </a:cubicBezTo>
                  <a:cubicBezTo>
                    <a:pt x="3" y="9"/>
                    <a:pt x="2" y="8"/>
                    <a:pt x="1" y="7"/>
                  </a:cubicBezTo>
                  <a:cubicBezTo>
                    <a:pt x="1" y="6"/>
                    <a:pt x="1" y="4"/>
                    <a:pt x="1" y="3"/>
                  </a:cubicBezTo>
                  <a:cubicBezTo>
                    <a:pt x="2" y="1"/>
                    <a:pt x="5" y="0"/>
                    <a:pt x="7" y="1"/>
                  </a:cubicBezTo>
                  <a:cubicBezTo>
                    <a:pt x="8" y="2"/>
                    <a:pt x="10" y="4"/>
                    <a:pt x="9" y="6"/>
                  </a:cubicBezTo>
                  <a:cubicBezTo>
                    <a:pt x="9" y="8"/>
                    <a:pt x="7" y="9"/>
                    <a:pt x="5" y="9"/>
                  </a:cubicBezTo>
                  <a:cubicBezTo>
                    <a:pt x="7" y="10"/>
                    <a:pt x="8" y="12"/>
                    <a:pt x="9" y="13"/>
                  </a:cubicBezTo>
                  <a:cubicBezTo>
                    <a:pt x="11" y="15"/>
                    <a:pt x="12" y="16"/>
                    <a:pt x="14" y="15"/>
                  </a:cubicBezTo>
                  <a:cubicBezTo>
                    <a:pt x="15" y="14"/>
                    <a:pt x="16" y="15"/>
                    <a:pt x="17" y="16"/>
                  </a:cubicBezTo>
                  <a:cubicBezTo>
                    <a:pt x="17" y="17"/>
                    <a:pt x="17" y="17"/>
                    <a:pt x="15" y="18"/>
                  </a:cubicBezTo>
                  <a:cubicBezTo>
                    <a:pt x="13" y="19"/>
                    <a:pt x="11" y="19"/>
                    <a:pt x="8" y="1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4" name="Freeform 1320">
              <a:extLst>
                <a:ext uri="{FF2B5EF4-FFF2-40B4-BE49-F238E27FC236}">
                  <a16:creationId xmlns="" xmlns:a16="http://schemas.microsoft.com/office/drawing/2014/main" id="{279FB03F-BE6A-4BF4-8DF1-45E71B927997}"/>
                </a:ext>
              </a:extLst>
            </p:cNvPr>
            <p:cNvSpPr>
              <a:spLocks/>
            </p:cNvSpPr>
            <p:nvPr/>
          </p:nvSpPr>
          <p:spPr bwMode="auto">
            <a:xfrm>
              <a:off x="11507683" y="464409"/>
              <a:ext cx="10741" cy="22825"/>
            </a:xfrm>
            <a:custGeom>
              <a:avLst/>
              <a:gdLst>
                <a:gd name="T0" fmla="*/ 7 w 17"/>
                <a:gd name="T1" fmla="*/ 24 h 36"/>
                <a:gd name="T2" fmla="*/ 7 w 17"/>
                <a:gd name="T3" fmla="*/ 33 h 36"/>
                <a:gd name="T4" fmla="*/ 6 w 17"/>
                <a:gd name="T5" fmla="*/ 34 h 36"/>
                <a:gd name="T6" fmla="*/ 4 w 17"/>
                <a:gd name="T7" fmla="*/ 36 h 36"/>
                <a:gd name="T8" fmla="*/ 2 w 17"/>
                <a:gd name="T9" fmla="*/ 33 h 36"/>
                <a:gd name="T10" fmla="*/ 4 w 17"/>
                <a:gd name="T11" fmla="*/ 24 h 36"/>
                <a:gd name="T12" fmla="*/ 4 w 17"/>
                <a:gd name="T13" fmla="*/ 22 h 36"/>
                <a:gd name="T14" fmla="*/ 6 w 17"/>
                <a:gd name="T15" fmla="*/ 20 h 36"/>
                <a:gd name="T16" fmla="*/ 9 w 17"/>
                <a:gd name="T17" fmla="*/ 20 h 36"/>
                <a:gd name="T18" fmla="*/ 9 w 17"/>
                <a:gd name="T19" fmla="*/ 16 h 36"/>
                <a:gd name="T20" fmla="*/ 9 w 17"/>
                <a:gd name="T21" fmla="*/ 16 h 36"/>
                <a:gd name="T22" fmla="*/ 1 w 17"/>
                <a:gd name="T23" fmla="*/ 17 h 36"/>
                <a:gd name="T24" fmla="*/ 0 w 17"/>
                <a:gd name="T25" fmla="*/ 15 h 36"/>
                <a:gd name="T26" fmla="*/ 3 w 17"/>
                <a:gd name="T27" fmla="*/ 14 h 36"/>
                <a:gd name="T28" fmla="*/ 8 w 17"/>
                <a:gd name="T29" fmla="*/ 12 h 36"/>
                <a:gd name="T30" fmla="*/ 9 w 17"/>
                <a:gd name="T31" fmla="*/ 11 h 36"/>
                <a:gd name="T32" fmla="*/ 12 w 17"/>
                <a:gd name="T33" fmla="*/ 8 h 36"/>
                <a:gd name="T34" fmla="*/ 9 w 17"/>
                <a:gd name="T35" fmla="*/ 7 h 36"/>
                <a:gd name="T36" fmla="*/ 8 w 17"/>
                <a:gd name="T37" fmla="*/ 4 h 36"/>
                <a:gd name="T38" fmla="*/ 12 w 17"/>
                <a:gd name="T39" fmla="*/ 0 h 36"/>
                <a:gd name="T40" fmla="*/ 16 w 17"/>
                <a:gd name="T41" fmla="*/ 3 h 36"/>
                <a:gd name="T42" fmla="*/ 13 w 17"/>
                <a:gd name="T43" fmla="*/ 8 h 36"/>
                <a:gd name="T44" fmla="*/ 15 w 17"/>
                <a:gd name="T45" fmla="*/ 9 h 36"/>
                <a:gd name="T46" fmla="*/ 17 w 17"/>
                <a:gd name="T47" fmla="*/ 12 h 36"/>
                <a:gd name="T48" fmla="*/ 17 w 17"/>
                <a:gd name="T49" fmla="*/ 20 h 36"/>
                <a:gd name="T50" fmla="*/ 13 w 17"/>
                <a:gd name="T51" fmla="*/ 24 h 36"/>
                <a:gd name="T52" fmla="*/ 8 w 17"/>
                <a:gd name="T53" fmla="*/ 24 h 36"/>
                <a:gd name="T54" fmla="*/ 7 w 17"/>
                <a:gd name="T55"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 h="36">
                  <a:moveTo>
                    <a:pt x="7" y="24"/>
                  </a:moveTo>
                  <a:cubicBezTo>
                    <a:pt x="7" y="27"/>
                    <a:pt x="7" y="30"/>
                    <a:pt x="7" y="33"/>
                  </a:cubicBezTo>
                  <a:cubicBezTo>
                    <a:pt x="6" y="33"/>
                    <a:pt x="6" y="33"/>
                    <a:pt x="6" y="34"/>
                  </a:cubicBezTo>
                  <a:cubicBezTo>
                    <a:pt x="6" y="35"/>
                    <a:pt x="5" y="36"/>
                    <a:pt x="4" y="36"/>
                  </a:cubicBezTo>
                  <a:cubicBezTo>
                    <a:pt x="3" y="35"/>
                    <a:pt x="2" y="34"/>
                    <a:pt x="2" y="33"/>
                  </a:cubicBezTo>
                  <a:cubicBezTo>
                    <a:pt x="3" y="30"/>
                    <a:pt x="3" y="27"/>
                    <a:pt x="4" y="24"/>
                  </a:cubicBezTo>
                  <a:cubicBezTo>
                    <a:pt x="4" y="23"/>
                    <a:pt x="4" y="23"/>
                    <a:pt x="4" y="22"/>
                  </a:cubicBezTo>
                  <a:cubicBezTo>
                    <a:pt x="4" y="21"/>
                    <a:pt x="5" y="20"/>
                    <a:pt x="6" y="20"/>
                  </a:cubicBezTo>
                  <a:cubicBezTo>
                    <a:pt x="7" y="20"/>
                    <a:pt x="8" y="20"/>
                    <a:pt x="9" y="20"/>
                  </a:cubicBezTo>
                  <a:cubicBezTo>
                    <a:pt x="9" y="19"/>
                    <a:pt x="9" y="18"/>
                    <a:pt x="9" y="16"/>
                  </a:cubicBezTo>
                  <a:cubicBezTo>
                    <a:pt x="9" y="16"/>
                    <a:pt x="9" y="16"/>
                    <a:pt x="9" y="16"/>
                  </a:cubicBezTo>
                  <a:cubicBezTo>
                    <a:pt x="6" y="18"/>
                    <a:pt x="4" y="18"/>
                    <a:pt x="1" y="17"/>
                  </a:cubicBezTo>
                  <a:cubicBezTo>
                    <a:pt x="1" y="16"/>
                    <a:pt x="0" y="15"/>
                    <a:pt x="0" y="15"/>
                  </a:cubicBezTo>
                  <a:cubicBezTo>
                    <a:pt x="1" y="14"/>
                    <a:pt x="2" y="13"/>
                    <a:pt x="3" y="14"/>
                  </a:cubicBezTo>
                  <a:cubicBezTo>
                    <a:pt x="5" y="15"/>
                    <a:pt x="6" y="14"/>
                    <a:pt x="8" y="12"/>
                  </a:cubicBezTo>
                  <a:cubicBezTo>
                    <a:pt x="9" y="12"/>
                    <a:pt x="9" y="11"/>
                    <a:pt x="9" y="11"/>
                  </a:cubicBezTo>
                  <a:cubicBezTo>
                    <a:pt x="10" y="10"/>
                    <a:pt x="11" y="9"/>
                    <a:pt x="12" y="8"/>
                  </a:cubicBezTo>
                  <a:cubicBezTo>
                    <a:pt x="11" y="8"/>
                    <a:pt x="10" y="8"/>
                    <a:pt x="9" y="7"/>
                  </a:cubicBezTo>
                  <a:cubicBezTo>
                    <a:pt x="8" y="6"/>
                    <a:pt x="8" y="5"/>
                    <a:pt x="8" y="4"/>
                  </a:cubicBezTo>
                  <a:cubicBezTo>
                    <a:pt x="8" y="2"/>
                    <a:pt x="10" y="0"/>
                    <a:pt x="12" y="0"/>
                  </a:cubicBezTo>
                  <a:cubicBezTo>
                    <a:pt x="14" y="0"/>
                    <a:pt x="16" y="1"/>
                    <a:pt x="16" y="3"/>
                  </a:cubicBezTo>
                  <a:cubicBezTo>
                    <a:pt x="17" y="5"/>
                    <a:pt x="16" y="7"/>
                    <a:pt x="13" y="8"/>
                  </a:cubicBezTo>
                  <a:cubicBezTo>
                    <a:pt x="14" y="8"/>
                    <a:pt x="14" y="9"/>
                    <a:pt x="15" y="9"/>
                  </a:cubicBezTo>
                  <a:cubicBezTo>
                    <a:pt x="16" y="9"/>
                    <a:pt x="17" y="10"/>
                    <a:pt x="17" y="12"/>
                  </a:cubicBezTo>
                  <a:cubicBezTo>
                    <a:pt x="17" y="15"/>
                    <a:pt x="17" y="18"/>
                    <a:pt x="17" y="20"/>
                  </a:cubicBezTo>
                  <a:cubicBezTo>
                    <a:pt x="17" y="23"/>
                    <a:pt x="15" y="24"/>
                    <a:pt x="13" y="24"/>
                  </a:cubicBezTo>
                  <a:cubicBezTo>
                    <a:pt x="11" y="24"/>
                    <a:pt x="10" y="24"/>
                    <a:pt x="8" y="24"/>
                  </a:cubicBezTo>
                  <a:cubicBezTo>
                    <a:pt x="8" y="24"/>
                    <a:pt x="8" y="24"/>
                    <a:pt x="7" y="2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5" name="Freeform 1321">
              <a:extLst>
                <a:ext uri="{FF2B5EF4-FFF2-40B4-BE49-F238E27FC236}">
                  <a16:creationId xmlns="" xmlns:a16="http://schemas.microsoft.com/office/drawing/2014/main" id="{E7749D5F-5FF0-4001-9498-13BC2C51DFFC}"/>
                </a:ext>
              </a:extLst>
            </p:cNvPr>
            <p:cNvSpPr>
              <a:spLocks/>
            </p:cNvSpPr>
            <p:nvPr/>
          </p:nvSpPr>
          <p:spPr bwMode="auto">
            <a:xfrm>
              <a:off x="11496942" y="475956"/>
              <a:ext cx="13158" cy="10741"/>
            </a:xfrm>
            <a:custGeom>
              <a:avLst/>
              <a:gdLst>
                <a:gd name="T0" fmla="*/ 17 w 21"/>
                <a:gd name="T1" fmla="*/ 3 h 17"/>
                <a:gd name="T2" fmla="*/ 17 w 21"/>
                <a:gd name="T3" fmla="*/ 17 h 17"/>
                <a:gd name="T4" fmla="*/ 3 w 21"/>
                <a:gd name="T5" fmla="*/ 17 h 17"/>
                <a:gd name="T6" fmla="*/ 3 w 21"/>
                <a:gd name="T7" fmla="*/ 3 h 17"/>
                <a:gd name="T8" fmla="*/ 1 w 21"/>
                <a:gd name="T9" fmla="*/ 3 h 17"/>
                <a:gd name="T10" fmla="*/ 0 w 21"/>
                <a:gd name="T11" fmla="*/ 1 h 17"/>
                <a:gd name="T12" fmla="*/ 1 w 21"/>
                <a:gd name="T13" fmla="*/ 0 h 17"/>
                <a:gd name="T14" fmla="*/ 19 w 21"/>
                <a:gd name="T15" fmla="*/ 0 h 17"/>
                <a:gd name="T16" fmla="*/ 21 w 21"/>
                <a:gd name="T17" fmla="*/ 1 h 17"/>
                <a:gd name="T18" fmla="*/ 19 w 21"/>
                <a:gd name="T19" fmla="*/ 3 h 17"/>
                <a:gd name="T20" fmla="*/ 17 w 21"/>
                <a:gd name="T2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7">
                  <a:moveTo>
                    <a:pt x="17" y="3"/>
                  </a:moveTo>
                  <a:cubicBezTo>
                    <a:pt x="17" y="8"/>
                    <a:pt x="17" y="12"/>
                    <a:pt x="17" y="17"/>
                  </a:cubicBezTo>
                  <a:cubicBezTo>
                    <a:pt x="13" y="17"/>
                    <a:pt x="8" y="17"/>
                    <a:pt x="3" y="17"/>
                  </a:cubicBezTo>
                  <a:cubicBezTo>
                    <a:pt x="3" y="12"/>
                    <a:pt x="3" y="8"/>
                    <a:pt x="3" y="3"/>
                  </a:cubicBezTo>
                  <a:cubicBezTo>
                    <a:pt x="3" y="3"/>
                    <a:pt x="2" y="3"/>
                    <a:pt x="1" y="3"/>
                  </a:cubicBezTo>
                  <a:cubicBezTo>
                    <a:pt x="0" y="3"/>
                    <a:pt x="0" y="2"/>
                    <a:pt x="0" y="1"/>
                  </a:cubicBezTo>
                  <a:cubicBezTo>
                    <a:pt x="0" y="0"/>
                    <a:pt x="0" y="0"/>
                    <a:pt x="1" y="0"/>
                  </a:cubicBezTo>
                  <a:cubicBezTo>
                    <a:pt x="7" y="0"/>
                    <a:pt x="13" y="0"/>
                    <a:pt x="19" y="0"/>
                  </a:cubicBezTo>
                  <a:cubicBezTo>
                    <a:pt x="20" y="0"/>
                    <a:pt x="21" y="0"/>
                    <a:pt x="21" y="1"/>
                  </a:cubicBezTo>
                  <a:cubicBezTo>
                    <a:pt x="21" y="2"/>
                    <a:pt x="20" y="3"/>
                    <a:pt x="19" y="3"/>
                  </a:cubicBezTo>
                  <a:cubicBezTo>
                    <a:pt x="19" y="3"/>
                    <a:pt x="18" y="3"/>
                    <a:pt x="17" y="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6" name="Freeform 1322">
              <a:extLst>
                <a:ext uri="{FF2B5EF4-FFF2-40B4-BE49-F238E27FC236}">
                  <a16:creationId xmlns="" xmlns:a16="http://schemas.microsoft.com/office/drawing/2014/main" id="{BD8B472B-84FF-4FA5-B67D-925E7E54311B}"/>
                </a:ext>
              </a:extLst>
            </p:cNvPr>
            <p:cNvSpPr>
              <a:spLocks noEditPoints="1"/>
            </p:cNvSpPr>
            <p:nvPr/>
          </p:nvSpPr>
          <p:spPr bwMode="auto">
            <a:xfrm>
              <a:off x="11500164" y="464409"/>
              <a:ext cx="11278" cy="8862"/>
            </a:xfrm>
            <a:custGeom>
              <a:avLst/>
              <a:gdLst>
                <a:gd name="T0" fmla="*/ 16 w 18"/>
                <a:gd name="T1" fmla="*/ 12 h 14"/>
                <a:gd name="T2" fmla="*/ 17 w 18"/>
                <a:gd name="T3" fmla="*/ 14 h 14"/>
                <a:gd name="T4" fmla="*/ 15 w 18"/>
                <a:gd name="T5" fmla="*/ 12 h 14"/>
                <a:gd name="T6" fmla="*/ 13 w 18"/>
                <a:gd name="T7" fmla="*/ 11 h 14"/>
                <a:gd name="T8" fmla="*/ 2 w 18"/>
                <a:gd name="T9" fmla="*/ 11 h 14"/>
                <a:gd name="T10" fmla="*/ 0 w 18"/>
                <a:gd name="T11" fmla="*/ 10 h 14"/>
                <a:gd name="T12" fmla="*/ 0 w 18"/>
                <a:gd name="T13" fmla="*/ 2 h 14"/>
                <a:gd name="T14" fmla="*/ 2 w 18"/>
                <a:gd name="T15" fmla="*/ 0 h 14"/>
                <a:gd name="T16" fmla="*/ 16 w 18"/>
                <a:gd name="T17" fmla="*/ 0 h 14"/>
                <a:gd name="T18" fmla="*/ 18 w 18"/>
                <a:gd name="T19" fmla="*/ 2 h 14"/>
                <a:gd name="T20" fmla="*/ 18 w 18"/>
                <a:gd name="T21" fmla="*/ 10 h 14"/>
                <a:gd name="T22" fmla="*/ 16 w 18"/>
                <a:gd name="T23" fmla="*/ 12 h 14"/>
                <a:gd name="T24" fmla="*/ 6 w 18"/>
                <a:gd name="T25" fmla="*/ 6 h 14"/>
                <a:gd name="T26" fmla="*/ 5 w 18"/>
                <a:gd name="T27" fmla="*/ 5 h 14"/>
                <a:gd name="T28" fmla="*/ 4 w 18"/>
                <a:gd name="T29" fmla="*/ 6 h 14"/>
                <a:gd name="T30" fmla="*/ 5 w 18"/>
                <a:gd name="T31" fmla="*/ 7 h 14"/>
                <a:gd name="T32" fmla="*/ 6 w 18"/>
                <a:gd name="T33" fmla="*/ 6 h 14"/>
                <a:gd name="T34" fmla="*/ 10 w 18"/>
                <a:gd name="T35" fmla="*/ 6 h 14"/>
                <a:gd name="T36" fmla="*/ 9 w 18"/>
                <a:gd name="T37" fmla="*/ 5 h 14"/>
                <a:gd name="T38" fmla="*/ 8 w 18"/>
                <a:gd name="T39" fmla="*/ 6 h 14"/>
                <a:gd name="T40" fmla="*/ 9 w 18"/>
                <a:gd name="T41" fmla="*/ 7 h 14"/>
                <a:gd name="T42" fmla="*/ 10 w 18"/>
                <a:gd name="T43" fmla="*/ 6 h 14"/>
                <a:gd name="T44" fmla="*/ 13 w 18"/>
                <a:gd name="T45" fmla="*/ 5 h 14"/>
                <a:gd name="T46" fmla="*/ 11 w 18"/>
                <a:gd name="T47" fmla="*/ 6 h 14"/>
                <a:gd name="T48" fmla="*/ 13 w 18"/>
                <a:gd name="T49" fmla="*/ 7 h 14"/>
                <a:gd name="T50" fmla="*/ 14 w 18"/>
                <a:gd name="T51" fmla="*/ 6 h 14"/>
                <a:gd name="T52" fmla="*/ 13 w 18"/>
                <a:gd name="T53"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 h="14">
                  <a:moveTo>
                    <a:pt x="16" y="12"/>
                  </a:moveTo>
                  <a:cubicBezTo>
                    <a:pt x="17" y="12"/>
                    <a:pt x="17" y="13"/>
                    <a:pt x="17" y="14"/>
                  </a:cubicBezTo>
                  <a:cubicBezTo>
                    <a:pt x="16" y="13"/>
                    <a:pt x="16" y="13"/>
                    <a:pt x="15" y="12"/>
                  </a:cubicBezTo>
                  <a:cubicBezTo>
                    <a:pt x="15" y="12"/>
                    <a:pt x="14" y="11"/>
                    <a:pt x="13" y="11"/>
                  </a:cubicBezTo>
                  <a:cubicBezTo>
                    <a:pt x="9" y="11"/>
                    <a:pt x="6" y="11"/>
                    <a:pt x="2" y="11"/>
                  </a:cubicBezTo>
                  <a:cubicBezTo>
                    <a:pt x="0" y="11"/>
                    <a:pt x="0" y="11"/>
                    <a:pt x="0" y="10"/>
                  </a:cubicBezTo>
                  <a:cubicBezTo>
                    <a:pt x="0" y="7"/>
                    <a:pt x="0" y="5"/>
                    <a:pt x="0" y="2"/>
                  </a:cubicBezTo>
                  <a:cubicBezTo>
                    <a:pt x="0" y="1"/>
                    <a:pt x="0" y="0"/>
                    <a:pt x="2" y="0"/>
                  </a:cubicBezTo>
                  <a:cubicBezTo>
                    <a:pt x="6" y="0"/>
                    <a:pt x="11" y="0"/>
                    <a:pt x="16" y="0"/>
                  </a:cubicBezTo>
                  <a:cubicBezTo>
                    <a:pt x="17" y="0"/>
                    <a:pt x="18" y="1"/>
                    <a:pt x="18" y="2"/>
                  </a:cubicBezTo>
                  <a:cubicBezTo>
                    <a:pt x="18" y="4"/>
                    <a:pt x="18" y="7"/>
                    <a:pt x="18" y="10"/>
                  </a:cubicBezTo>
                  <a:cubicBezTo>
                    <a:pt x="18" y="11"/>
                    <a:pt x="18" y="11"/>
                    <a:pt x="16" y="12"/>
                  </a:cubicBezTo>
                  <a:close/>
                  <a:moveTo>
                    <a:pt x="6" y="6"/>
                  </a:moveTo>
                  <a:cubicBezTo>
                    <a:pt x="6" y="5"/>
                    <a:pt x="6" y="5"/>
                    <a:pt x="5" y="5"/>
                  </a:cubicBezTo>
                  <a:cubicBezTo>
                    <a:pt x="5" y="5"/>
                    <a:pt x="4" y="5"/>
                    <a:pt x="4" y="6"/>
                  </a:cubicBezTo>
                  <a:cubicBezTo>
                    <a:pt x="4" y="6"/>
                    <a:pt x="5" y="7"/>
                    <a:pt x="5" y="7"/>
                  </a:cubicBezTo>
                  <a:cubicBezTo>
                    <a:pt x="6" y="7"/>
                    <a:pt x="6" y="6"/>
                    <a:pt x="6" y="6"/>
                  </a:cubicBezTo>
                  <a:close/>
                  <a:moveTo>
                    <a:pt x="10" y="6"/>
                  </a:moveTo>
                  <a:cubicBezTo>
                    <a:pt x="10" y="5"/>
                    <a:pt x="10" y="5"/>
                    <a:pt x="9" y="5"/>
                  </a:cubicBezTo>
                  <a:cubicBezTo>
                    <a:pt x="8" y="5"/>
                    <a:pt x="8" y="5"/>
                    <a:pt x="8" y="6"/>
                  </a:cubicBezTo>
                  <a:cubicBezTo>
                    <a:pt x="8" y="6"/>
                    <a:pt x="8" y="7"/>
                    <a:pt x="9" y="7"/>
                  </a:cubicBezTo>
                  <a:cubicBezTo>
                    <a:pt x="10" y="7"/>
                    <a:pt x="10" y="6"/>
                    <a:pt x="10" y="6"/>
                  </a:cubicBezTo>
                  <a:close/>
                  <a:moveTo>
                    <a:pt x="13" y="5"/>
                  </a:moveTo>
                  <a:cubicBezTo>
                    <a:pt x="12" y="5"/>
                    <a:pt x="11" y="5"/>
                    <a:pt x="11" y="6"/>
                  </a:cubicBezTo>
                  <a:cubicBezTo>
                    <a:pt x="12" y="6"/>
                    <a:pt x="12" y="7"/>
                    <a:pt x="13" y="7"/>
                  </a:cubicBezTo>
                  <a:cubicBezTo>
                    <a:pt x="13" y="7"/>
                    <a:pt x="14" y="6"/>
                    <a:pt x="14" y="6"/>
                  </a:cubicBezTo>
                  <a:cubicBezTo>
                    <a:pt x="14" y="5"/>
                    <a:pt x="13" y="5"/>
                    <a:pt x="13"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7" name="Freeform 1323">
              <a:extLst>
                <a:ext uri="{FF2B5EF4-FFF2-40B4-BE49-F238E27FC236}">
                  <a16:creationId xmlns="" xmlns:a16="http://schemas.microsoft.com/office/drawing/2014/main" id="{047330D0-CE6D-4AC6-BBD3-9A997613B146}"/>
                </a:ext>
              </a:extLst>
            </p:cNvPr>
            <p:cNvSpPr>
              <a:spLocks noEditPoints="1"/>
            </p:cNvSpPr>
            <p:nvPr/>
          </p:nvSpPr>
          <p:spPr bwMode="auto">
            <a:xfrm>
              <a:off x="11495599" y="458770"/>
              <a:ext cx="11547" cy="8325"/>
            </a:xfrm>
            <a:custGeom>
              <a:avLst/>
              <a:gdLst>
                <a:gd name="T0" fmla="*/ 1 w 18"/>
                <a:gd name="T1" fmla="*/ 13 h 13"/>
                <a:gd name="T2" fmla="*/ 2 w 18"/>
                <a:gd name="T3" fmla="*/ 11 h 13"/>
                <a:gd name="T4" fmla="*/ 0 w 18"/>
                <a:gd name="T5" fmla="*/ 9 h 13"/>
                <a:gd name="T6" fmla="*/ 0 w 18"/>
                <a:gd name="T7" fmla="*/ 2 h 13"/>
                <a:gd name="T8" fmla="*/ 2 w 18"/>
                <a:gd name="T9" fmla="*/ 0 h 13"/>
                <a:gd name="T10" fmla="*/ 16 w 18"/>
                <a:gd name="T11" fmla="*/ 0 h 13"/>
                <a:gd name="T12" fmla="*/ 18 w 18"/>
                <a:gd name="T13" fmla="*/ 2 h 13"/>
                <a:gd name="T14" fmla="*/ 18 w 18"/>
                <a:gd name="T15" fmla="*/ 9 h 13"/>
                <a:gd name="T16" fmla="*/ 17 w 18"/>
                <a:gd name="T17" fmla="*/ 9 h 13"/>
                <a:gd name="T18" fmla="*/ 8 w 18"/>
                <a:gd name="T19" fmla="*/ 9 h 13"/>
                <a:gd name="T20" fmla="*/ 6 w 18"/>
                <a:gd name="T21" fmla="*/ 10 h 13"/>
                <a:gd name="T22" fmla="*/ 6 w 18"/>
                <a:gd name="T23" fmla="*/ 11 h 13"/>
                <a:gd name="T24" fmla="*/ 1 w 18"/>
                <a:gd name="T25" fmla="*/ 13 h 13"/>
                <a:gd name="T26" fmla="*/ 1 w 18"/>
                <a:gd name="T27" fmla="*/ 13 h 13"/>
                <a:gd name="T28" fmla="*/ 13 w 18"/>
                <a:gd name="T29" fmla="*/ 4 h 13"/>
                <a:gd name="T30" fmla="*/ 12 w 18"/>
                <a:gd name="T31" fmla="*/ 5 h 13"/>
                <a:gd name="T32" fmla="*/ 13 w 18"/>
                <a:gd name="T33" fmla="*/ 6 h 13"/>
                <a:gd name="T34" fmla="*/ 14 w 18"/>
                <a:gd name="T35" fmla="*/ 5 h 13"/>
                <a:gd name="T36" fmla="*/ 13 w 18"/>
                <a:gd name="T37" fmla="*/ 4 h 13"/>
                <a:gd name="T38" fmla="*/ 4 w 18"/>
                <a:gd name="T39" fmla="*/ 5 h 13"/>
                <a:gd name="T40" fmla="*/ 5 w 18"/>
                <a:gd name="T41" fmla="*/ 6 h 13"/>
                <a:gd name="T42" fmla="*/ 7 w 18"/>
                <a:gd name="T43" fmla="*/ 5 h 13"/>
                <a:gd name="T44" fmla="*/ 5 w 18"/>
                <a:gd name="T45" fmla="*/ 4 h 13"/>
                <a:gd name="T46" fmla="*/ 4 w 18"/>
                <a:gd name="T47" fmla="*/ 5 h 13"/>
                <a:gd name="T48" fmla="*/ 8 w 18"/>
                <a:gd name="T49" fmla="*/ 5 h 13"/>
                <a:gd name="T50" fmla="*/ 9 w 18"/>
                <a:gd name="T51" fmla="*/ 6 h 13"/>
                <a:gd name="T52" fmla="*/ 10 w 18"/>
                <a:gd name="T53" fmla="*/ 5 h 13"/>
                <a:gd name="T54" fmla="*/ 9 w 18"/>
                <a:gd name="T55" fmla="*/ 4 h 13"/>
                <a:gd name="T56" fmla="*/ 8 w 18"/>
                <a:gd name="T57"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 h="13">
                  <a:moveTo>
                    <a:pt x="1" y="13"/>
                  </a:moveTo>
                  <a:cubicBezTo>
                    <a:pt x="1" y="12"/>
                    <a:pt x="1" y="12"/>
                    <a:pt x="2" y="11"/>
                  </a:cubicBezTo>
                  <a:cubicBezTo>
                    <a:pt x="0" y="11"/>
                    <a:pt x="0" y="10"/>
                    <a:pt x="0" y="9"/>
                  </a:cubicBezTo>
                  <a:cubicBezTo>
                    <a:pt x="0" y="6"/>
                    <a:pt x="0" y="4"/>
                    <a:pt x="0" y="2"/>
                  </a:cubicBezTo>
                  <a:cubicBezTo>
                    <a:pt x="0" y="0"/>
                    <a:pt x="1" y="0"/>
                    <a:pt x="2" y="0"/>
                  </a:cubicBezTo>
                  <a:cubicBezTo>
                    <a:pt x="7" y="0"/>
                    <a:pt x="12" y="0"/>
                    <a:pt x="16" y="0"/>
                  </a:cubicBezTo>
                  <a:cubicBezTo>
                    <a:pt x="18" y="0"/>
                    <a:pt x="18" y="0"/>
                    <a:pt x="18" y="2"/>
                  </a:cubicBezTo>
                  <a:cubicBezTo>
                    <a:pt x="18" y="4"/>
                    <a:pt x="18" y="6"/>
                    <a:pt x="18" y="9"/>
                  </a:cubicBezTo>
                  <a:cubicBezTo>
                    <a:pt x="18" y="9"/>
                    <a:pt x="17" y="9"/>
                    <a:pt x="17" y="9"/>
                  </a:cubicBezTo>
                  <a:cubicBezTo>
                    <a:pt x="14" y="9"/>
                    <a:pt x="11" y="9"/>
                    <a:pt x="8" y="9"/>
                  </a:cubicBezTo>
                  <a:cubicBezTo>
                    <a:pt x="6" y="9"/>
                    <a:pt x="6" y="9"/>
                    <a:pt x="6" y="10"/>
                  </a:cubicBezTo>
                  <a:cubicBezTo>
                    <a:pt x="6" y="11"/>
                    <a:pt x="6" y="11"/>
                    <a:pt x="6" y="11"/>
                  </a:cubicBezTo>
                  <a:cubicBezTo>
                    <a:pt x="4" y="10"/>
                    <a:pt x="2" y="12"/>
                    <a:pt x="1" y="13"/>
                  </a:cubicBezTo>
                  <a:cubicBezTo>
                    <a:pt x="1" y="13"/>
                    <a:pt x="1" y="13"/>
                    <a:pt x="1" y="13"/>
                  </a:cubicBezTo>
                  <a:close/>
                  <a:moveTo>
                    <a:pt x="13" y="4"/>
                  </a:moveTo>
                  <a:cubicBezTo>
                    <a:pt x="12" y="4"/>
                    <a:pt x="12" y="4"/>
                    <a:pt x="12" y="5"/>
                  </a:cubicBezTo>
                  <a:cubicBezTo>
                    <a:pt x="12" y="6"/>
                    <a:pt x="12" y="6"/>
                    <a:pt x="13" y="6"/>
                  </a:cubicBezTo>
                  <a:cubicBezTo>
                    <a:pt x="13" y="6"/>
                    <a:pt x="14" y="6"/>
                    <a:pt x="14" y="5"/>
                  </a:cubicBezTo>
                  <a:cubicBezTo>
                    <a:pt x="14" y="4"/>
                    <a:pt x="13" y="4"/>
                    <a:pt x="13" y="4"/>
                  </a:cubicBezTo>
                  <a:close/>
                  <a:moveTo>
                    <a:pt x="4" y="5"/>
                  </a:moveTo>
                  <a:cubicBezTo>
                    <a:pt x="4" y="6"/>
                    <a:pt x="5" y="6"/>
                    <a:pt x="5" y="6"/>
                  </a:cubicBezTo>
                  <a:cubicBezTo>
                    <a:pt x="6" y="6"/>
                    <a:pt x="7" y="6"/>
                    <a:pt x="7" y="5"/>
                  </a:cubicBezTo>
                  <a:cubicBezTo>
                    <a:pt x="7" y="4"/>
                    <a:pt x="6" y="4"/>
                    <a:pt x="5" y="4"/>
                  </a:cubicBezTo>
                  <a:cubicBezTo>
                    <a:pt x="5" y="4"/>
                    <a:pt x="5" y="4"/>
                    <a:pt x="4" y="5"/>
                  </a:cubicBezTo>
                  <a:close/>
                  <a:moveTo>
                    <a:pt x="8" y="5"/>
                  </a:moveTo>
                  <a:cubicBezTo>
                    <a:pt x="8" y="6"/>
                    <a:pt x="9" y="6"/>
                    <a:pt x="9" y="6"/>
                  </a:cubicBezTo>
                  <a:cubicBezTo>
                    <a:pt x="10" y="6"/>
                    <a:pt x="10" y="6"/>
                    <a:pt x="10" y="5"/>
                  </a:cubicBezTo>
                  <a:cubicBezTo>
                    <a:pt x="10" y="4"/>
                    <a:pt x="10" y="4"/>
                    <a:pt x="9" y="4"/>
                  </a:cubicBezTo>
                  <a:cubicBezTo>
                    <a:pt x="8" y="4"/>
                    <a:pt x="8" y="4"/>
                    <a:pt x="8"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8" name="Freeform 1324">
              <a:extLst>
                <a:ext uri="{FF2B5EF4-FFF2-40B4-BE49-F238E27FC236}">
                  <a16:creationId xmlns="" xmlns:a16="http://schemas.microsoft.com/office/drawing/2014/main" id="{6EC40DB2-08DF-4FF2-B32A-5CB151495EE8}"/>
                </a:ext>
              </a:extLst>
            </p:cNvPr>
            <p:cNvSpPr>
              <a:spLocks/>
            </p:cNvSpPr>
            <p:nvPr/>
          </p:nvSpPr>
          <p:spPr bwMode="auto">
            <a:xfrm>
              <a:off x="11486201" y="470853"/>
              <a:ext cx="8056" cy="16380"/>
            </a:xfrm>
            <a:custGeom>
              <a:avLst/>
              <a:gdLst>
                <a:gd name="T0" fmla="*/ 3 w 13"/>
                <a:gd name="T1" fmla="*/ 15 h 26"/>
                <a:gd name="T2" fmla="*/ 11 w 13"/>
                <a:gd name="T3" fmla="*/ 15 h 26"/>
                <a:gd name="T4" fmla="*/ 13 w 13"/>
                <a:gd name="T5" fmla="*/ 17 h 26"/>
                <a:gd name="T6" fmla="*/ 13 w 13"/>
                <a:gd name="T7" fmla="*/ 17 h 26"/>
                <a:gd name="T8" fmla="*/ 13 w 13"/>
                <a:gd name="T9" fmla="*/ 21 h 26"/>
                <a:gd name="T10" fmla="*/ 13 w 13"/>
                <a:gd name="T11" fmla="*/ 24 h 26"/>
                <a:gd name="T12" fmla="*/ 12 w 13"/>
                <a:gd name="T13" fmla="*/ 26 h 26"/>
                <a:gd name="T14" fmla="*/ 10 w 13"/>
                <a:gd name="T15" fmla="*/ 24 h 26"/>
                <a:gd name="T16" fmla="*/ 10 w 13"/>
                <a:gd name="T17" fmla="*/ 20 h 26"/>
                <a:gd name="T18" fmla="*/ 9 w 13"/>
                <a:gd name="T19" fmla="*/ 19 h 26"/>
                <a:gd name="T20" fmla="*/ 5 w 13"/>
                <a:gd name="T21" fmla="*/ 19 h 26"/>
                <a:gd name="T22" fmla="*/ 3 w 13"/>
                <a:gd name="T23" fmla="*/ 20 h 26"/>
                <a:gd name="T24" fmla="*/ 3 w 13"/>
                <a:gd name="T25" fmla="*/ 24 h 26"/>
                <a:gd name="T26" fmla="*/ 2 w 13"/>
                <a:gd name="T27" fmla="*/ 26 h 26"/>
                <a:gd name="T28" fmla="*/ 0 w 13"/>
                <a:gd name="T29" fmla="*/ 24 h 26"/>
                <a:gd name="T30" fmla="*/ 0 w 13"/>
                <a:gd name="T31" fmla="*/ 20 h 26"/>
                <a:gd name="T32" fmla="*/ 1 w 13"/>
                <a:gd name="T33" fmla="*/ 19 h 26"/>
                <a:gd name="T34" fmla="*/ 1 w 13"/>
                <a:gd name="T35" fmla="*/ 17 h 26"/>
                <a:gd name="T36" fmla="*/ 0 w 13"/>
                <a:gd name="T37" fmla="*/ 16 h 26"/>
                <a:gd name="T38" fmla="*/ 0 w 13"/>
                <a:gd name="T39" fmla="*/ 2 h 26"/>
                <a:gd name="T40" fmla="*/ 2 w 13"/>
                <a:gd name="T41" fmla="*/ 0 h 26"/>
                <a:gd name="T42" fmla="*/ 3 w 13"/>
                <a:gd name="T43" fmla="*/ 2 h 26"/>
                <a:gd name="T44" fmla="*/ 3 w 13"/>
                <a:gd name="T45" fmla="*/ 14 h 26"/>
                <a:gd name="T46" fmla="*/ 3 w 13"/>
                <a:gd name="T47"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 h="26">
                  <a:moveTo>
                    <a:pt x="3" y="15"/>
                  </a:moveTo>
                  <a:cubicBezTo>
                    <a:pt x="6" y="15"/>
                    <a:pt x="9" y="15"/>
                    <a:pt x="11" y="15"/>
                  </a:cubicBezTo>
                  <a:cubicBezTo>
                    <a:pt x="13" y="15"/>
                    <a:pt x="13" y="16"/>
                    <a:pt x="13" y="17"/>
                  </a:cubicBezTo>
                  <a:cubicBezTo>
                    <a:pt x="13" y="17"/>
                    <a:pt x="13" y="17"/>
                    <a:pt x="13" y="17"/>
                  </a:cubicBezTo>
                  <a:cubicBezTo>
                    <a:pt x="12" y="18"/>
                    <a:pt x="13" y="20"/>
                    <a:pt x="13" y="21"/>
                  </a:cubicBezTo>
                  <a:cubicBezTo>
                    <a:pt x="13" y="22"/>
                    <a:pt x="13" y="23"/>
                    <a:pt x="13" y="24"/>
                  </a:cubicBezTo>
                  <a:cubicBezTo>
                    <a:pt x="13" y="25"/>
                    <a:pt x="12" y="26"/>
                    <a:pt x="12" y="26"/>
                  </a:cubicBezTo>
                  <a:cubicBezTo>
                    <a:pt x="11" y="26"/>
                    <a:pt x="10" y="25"/>
                    <a:pt x="10" y="24"/>
                  </a:cubicBezTo>
                  <a:cubicBezTo>
                    <a:pt x="10" y="23"/>
                    <a:pt x="10" y="21"/>
                    <a:pt x="10" y="20"/>
                  </a:cubicBezTo>
                  <a:cubicBezTo>
                    <a:pt x="10" y="19"/>
                    <a:pt x="10" y="19"/>
                    <a:pt x="9" y="19"/>
                  </a:cubicBezTo>
                  <a:cubicBezTo>
                    <a:pt x="7" y="19"/>
                    <a:pt x="6" y="19"/>
                    <a:pt x="5" y="19"/>
                  </a:cubicBezTo>
                  <a:cubicBezTo>
                    <a:pt x="4" y="19"/>
                    <a:pt x="3" y="19"/>
                    <a:pt x="3" y="20"/>
                  </a:cubicBezTo>
                  <a:cubicBezTo>
                    <a:pt x="3" y="21"/>
                    <a:pt x="3" y="23"/>
                    <a:pt x="3" y="24"/>
                  </a:cubicBezTo>
                  <a:cubicBezTo>
                    <a:pt x="3" y="25"/>
                    <a:pt x="3" y="26"/>
                    <a:pt x="2" y="26"/>
                  </a:cubicBezTo>
                  <a:cubicBezTo>
                    <a:pt x="1" y="26"/>
                    <a:pt x="1" y="25"/>
                    <a:pt x="0" y="24"/>
                  </a:cubicBezTo>
                  <a:cubicBezTo>
                    <a:pt x="0" y="23"/>
                    <a:pt x="0" y="21"/>
                    <a:pt x="0" y="20"/>
                  </a:cubicBezTo>
                  <a:cubicBezTo>
                    <a:pt x="1" y="19"/>
                    <a:pt x="1" y="19"/>
                    <a:pt x="1" y="19"/>
                  </a:cubicBezTo>
                  <a:cubicBezTo>
                    <a:pt x="1" y="18"/>
                    <a:pt x="1" y="18"/>
                    <a:pt x="1" y="17"/>
                  </a:cubicBezTo>
                  <a:cubicBezTo>
                    <a:pt x="0" y="17"/>
                    <a:pt x="0" y="17"/>
                    <a:pt x="0" y="16"/>
                  </a:cubicBezTo>
                  <a:cubicBezTo>
                    <a:pt x="0" y="12"/>
                    <a:pt x="0" y="7"/>
                    <a:pt x="0" y="2"/>
                  </a:cubicBezTo>
                  <a:cubicBezTo>
                    <a:pt x="0" y="1"/>
                    <a:pt x="1" y="0"/>
                    <a:pt x="2" y="0"/>
                  </a:cubicBezTo>
                  <a:cubicBezTo>
                    <a:pt x="3" y="0"/>
                    <a:pt x="3" y="1"/>
                    <a:pt x="3" y="2"/>
                  </a:cubicBezTo>
                  <a:cubicBezTo>
                    <a:pt x="4" y="6"/>
                    <a:pt x="3" y="10"/>
                    <a:pt x="3" y="14"/>
                  </a:cubicBezTo>
                  <a:cubicBezTo>
                    <a:pt x="3" y="14"/>
                    <a:pt x="3" y="14"/>
                    <a:pt x="3"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39" name="Freeform 1325">
              <a:extLst>
                <a:ext uri="{FF2B5EF4-FFF2-40B4-BE49-F238E27FC236}">
                  <a16:creationId xmlns="" xmlns:a16="http://schemas.microsoft.com/office/drawing/2014/main" id="{E13B6336-DB76-497E-BAFD-5B0E53EDF725}"/>
                </a:ext>
              </a:extLst>
            </p:cNvPr>
            <p:cNvSpPr>
              <a:spLocks/>
            </p:cNvSpPr>
            <p:nvPr/>
          </p:nvSpPr>
          <p:spPr bwMode="auto">
            <a:xfrm>
              <a:off x="11512785" y="470853"/>
              <a:ext cx="8325" cy="16380"/>
            </a:xfrm>
            <a:custGeom>
              <a:avLst/>
              <a:gdLst>
                <a:gd name="T0" fmla="*/ 10 w 13"/>
                <a:gd name="T1" fmla="*/ 15 h 26"/>
                <a:gd name="T2" fmla="*/ 10 w 13"/>
                <a:gd name="T3" fmla="*/ 14 h 26"/>
                <a:gd name="T4" fmla="*/ 10 w 13"/>
                <a:gd name="T5" fmla="*/ 3 h 26"/>
                <a:gd name="T6" fmla="*/ 10 w 13"/>
                <a:gd name="T7" fmla="*/ 2 h 26"/>
                <a:gd name="T8" fmla="*/ 11 w 13"/>
                <a:gd name="T9" fmla="*/ 0 h 26"/>
                <a:gd name="T10" fmla="*/ 13 w 13"/>
                <a:gd name="T11" fmla="*/ 2 h 26"/>
                <a:gd name="T12" fmla="*/ 13 w 13"/>
                <a:gd name="T13" fmla="*/ 16 h 26"/>
                <a:gd name="T14" fmla="*/ 13 w 13"/>
                <a:gd name="T15" fmla="*/ 17 h 26"/>
                <a:gd name="T16" fmla="*/ 13 w 13"/>
                <a:gd name="T17" fmla="*/ 21 h 26"/>
                <a:gd name="T18" fmla="*/ 13 w 13"/>
                <a:gd name="T19" fmla="*/ 24 h 26"/>
                <a:gd name="T20" fmla="*/ 11 w 13"/>
                <a:gd name="T21" fmla="*/ 26 h 26"/>
                <a:gd name="T22" fmla="*/ 10 w 13"/>
                <a:gd name="T23" fmla="*/ 24 h 26"/>
                <a:gd name="T24" fmla="*/ 10 w 13"/>
                <a:gd name="T25" fmla="*/ 20 h 26"/>
                <a:gd name="T26" fmla="*/ 9 w 13"/>
                <a:gd name="T27" fmla="*/ 19 h 26"/>
                <a:gd name="T28" fmla="*/ 5 w 13"/>
                <a:gd name="T29" fmla="*/ 19 h 26"/>
                <a:gd name="T30" fmla="*/ 3 w 13"/>
                <a:gd name="T31" fmla="*/ 20 h 26"/>
                <a:gd name="T32" fmla="*/ 3 w 13"/>
                <a:gd name="T33" fmla="*/ 24 h 26"/>
                <a:gd name="T34" fmla="*/ 2 w 13"/>
                <a:gd name="T35" fmla="*/ 26 h 26"/>
                <a:gd name="T36" fmla="*/ 0 w 13"/>
                <a:gd name="T37" fmla="*/ 24 h 26"/>
                <a:gd name="T38" fmla="*/ 0 w 13"/>
                <a:gd name="T39" fmla="*/ 20 h 26"/>
                <a:gd name="T40" fmla="*/ 1 w 13"/>
                <a:gd name="T41" fmla="*/ 19 h 26"/>
                <a:gd name="T42" fmla="*/ 0 w 13"/>
                <a:gd name="T43" fmla="*/ 18 h 26"/>
                <a:gd name="T44" fmla="*/ 0 w 13"/>
                <a:gd name="T45" fmla="*/ 16 h 26"/>
                <a:gd name="T46" fmla="*/ 2 w 13"/>
                <a:gd name="T47" fmla="*/ 15 h 26"/>
                <a:gd name="T48" fmla="*/ 9 w 13"/>
                <a:gd name="T49" fmla="*/ 15 h 26"/>
                <a:gd name="T50" fmla="*/ 10 w 13"/>
                <a:gd name="T51"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 h="26">
                  <a:moveTo>
                    <a:pt x="10" y="15"/>
                  </a:moveTo>
                  <a:cubicBezTo>
                    <a:pt x="10" y="14"/>
                    <a:pt x="10" y="14"/>
                    <a:pt x="10" y="14"/>
                  </a:cubicBezTo>
                  <a:cubicBezTo>
                    <a:pt x="10" y="10"/>
                    <a:pt x="10" y="6"/>
                    <a:pt x="10" y="3"/>
                  </a:cubicBezTo>
                  <a:cubicBezTo>
                    <a:pt x="10" y="2"/>
                    <a:pt x="10" y="2"/>
                    <a:pt x="10" y="2"/>
                  </a:cubicBezTo>
                  <a:cubicBezTo>
                    <a:pt x="10" y="1"/>
                    <a:pt x="11" y="0"/>
                    <a:pt x="11" y="0"/>
                  </a:cubicBezTo>
                  <a:cubicBezTo>
                    <a:pt x="12" y="0"/>
                    <a:pt x="13" y="1"/>
                    <a:pt x="13" y="2"/>
                  </a:cubicBezTo>
                  <a:cubicBezTo>
                    <a:pt x="13" y="7"/>
                    <a:pt x="13" y="12"/>
                    <a:pt x="13" y="16"/>
                  </a:cubicBezTo>
                  <a:cubicBezTo>
                    <a:pt x="13" y="17"/>
                    <a:pt x="13" y="17"/>
                    <a:pt x="13" y="17"/>
                  </a:cubicBezTo>
                  <a:cubicBezTo>
                    <a:pt x="12" y="18"/>
                    <a:pt x="13" y="19"/>
                    <a:pt x="13" y="21"/>
                  </a:cubicBezTo>
                  <a:cubicBezTo>
                    <a:pt x="13" y="22"/>
                    <a:pt x="13" y="23"/>
                    <a:pt x="13" y="24"/>
                  </a:cubicBezTo>
                  <a:cubicBezTo>
                    <a:pt x="13" y="25"/>
                    <a:pt x="12" y="26"/>
                    <a:pt x="11" y="26"/>
                  </a:cubicBezTo>
                  <a:cubicBezTo>
                    <a:pt x="11" y="26"/>
                    <a:pt x="10" y="25"/>
                    <a:pt x="10" y="24"/>
                  </a:cubicBezTo>
                  <a:cubicBezTo>
                    <a:pt x="10" y="23"/>
                    <a:pt x="10" y="22"/>
                    <a:pt x="10" y="20"/>
                  </a:cubicBezTo>
                  <a:cubicBezTo>
                    <a:pt x="10" y="19"/>
                    <a:pt x="10" y="19"/>
                    <a:pt x="9" y="19"/>
                  </a:cubicBezTo>
                  <a:cubicBezTo>
                    <a:pt x="7" y="19"/>
                    <a:pt x="6" y="19"/>
                    <a:pt x="5" y="19"/>
                  </a:cubicBezTo>
                  <a:cubicBezTo>
                    <a:pt x="4" y="19"/>
                    <a:pt x="3" y="19"/>
                    <a:pt x="3" y="20"/>
                  </a:cubicBezTo>
                  <a:cubicBezTo>
                    <a:pt x="3" y="21"/>
                    <a:pt x="3" y="23"/>
                    <a:pt x="3" y="24"/>
                  </a:cubicBezTo>
                  <a:cubicBezTo>
                    <a:pt x="3" y="25"/>
                    <a:pt x="3" y="26"/>
                    <a:pt x="2" y="26"/>
                  </a:cubicBezTo>
                  <a:cubicBezTo>
                    <a:pt x="1" y="26"/>
                    <a:pt x="0" y="25"/>
                    <a:pt x="0" y="24"/>
                  </a:cubicBezTo>
                  <a:cubicBezTo>
                    <a:pt x="0" y="23"/>
                    <a:pt x="0" y="21"/>
                    <a:pt x="0" y="20"/>
                  </a:cubicBezTo>
                  <a:cubicBezTo>
                    <a:pt x="0" y="19"/>
                    <a:pt x="1" y="19"/>
                    <a:pt x="1" y="19"/>
                  </a:cubicBezTo>
                  <a:cubicBezTo>
                    <a:pt x="1" y="18"/>
                    <a:pt x="0" y="18"/>
                    <a:pt x="0" y="18"/>
                  </a:cubicBezTo>
                  <a:cubicBezTo>
                    <a:pt x="0" y="17"/>
                    <a:pt x="0" y="16"/>
                    <a:pt x="0" y="16"/>
                  </a:cubicBezTo>
                  <a:cubicBezTo>
                    <a:pt x="0" y="15"/>
                    <a:pt x="1" y="15"/>
                    <a:pt x="2" y="15"/>
                  </a:cubicBezTo>
                  <a:cubicBezTo>
                    <a:pt x="4" y="15"/>
                    <a:pt x="6" y="15"/>
                    <a:pt x="9" y="15"/>
                  </a:cubicBezTo>
                  <a:cubicBezTo>
                    <a:pt x="9" y="15"/>
                    <a:pt x="9" y="15"/>
                    <a:pt x="10"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0" name="Freeform 1326">
              <a:extLst>
                <a:ext uri="{FF2B5EF4-FFF2-40B4-BE49-F238E27FC236}">
                  <a16:creationId xmlns="" xmlns:a16="http://schemas.microsoft.com/office/drawing/2014/main" id="{A3833BB2-91AA-4F01-BF9A-D375103C6BE5}"/>
                </a:ext>
              </a:extLst>
            </p:cNvPr>
            <p:cNvSpPr>
              <a:spLocks/>
            </p:cNvSpPr>
            <p:nvPr/>
          </p:nvSpPr>
          <p:spPr bwMode="auto">
            <a:xfrm>
              <a:off x="11414771" y="344912"/>
              <a:ext cx="77606" cy="20408"/>
            </a:xfrm>
            <a:custGeom>
              <a:avLst/>
              <a:gdLst>
                <a:gd name="T0" fmla="*/ 47 w 122"/>
                <a:gd name="T1" fmla="*/ 32 h 32"/>
                <a:gd name="T2" fmla="*/ 29 w 122"/>
                <a:gd name="T3" fmla="*/ 29 h 32"/>
                <a:gd name="T4" fmla="*/ 10 w 122"/>
                <a:gd name="T5" fmla="*/ 23 h 32"/>
                <a:gd name="T6" fmla="*/ 6 w 122"/>
                <a:gd name="T7" fmla="*/ 20 h 32"/>
                <a:gd name="T8" fmla="*/ 5 w 122"/>
                <a:gd name="T9" fmla="*/ 6 h 32"/>
                <a:gd name="T10" fmla="*/ 14 w 122"/>
                <a:gd name="T11" fmla="*/ 0 h 32"/>
                <a:gd name="T12" fmla="*/ 11 w 122"/>
                <a:gd name="T13" fmla="*/ 9 h 32"/>
                <a:gd name="T14" fmla="*/ 11 w 122"/>
                <a:gd name="T15" fmla="*/ 16 h 32"/>
                <a:gd name="T16" fmla="*/ 29 w 122"/>
                <a:gd name="T17" fmla="*/ 23 h 32"/>
                <a:gd name="T18" fmla="*/ 102 w 122"/>
                <a:gd name="T19" fmla="*/ 21 h 32"/>
                <a:gd name="T20" fmla="*/ 113 w 122"/>
                <a:gd name="T21" fmla="*/ 16 h 32"/>
                <a:gd name="T22" fmla="*/ 113 w 122"/>
                <a:gd name="T23" fmla="*/ 9 h 32"/>
                <a:gd name="T24" fmla="*/ 109 w 122"/>
                <a:gd name="T25" fmla="*/ 1 h 32"/>
                <a:gd name="T26" fmla="*/ 121 w 122"/>
                <a:gd name="T27" fmla="*/ 11 h 32"/>
                <a:gd name="T28" fmla="*/ 120 w 122"/>
                <a:gd name="T29" fmla="*/ 18 h 32"/>
                <a:gd name="T30" fmla="*/ 112 w 122"/>
                <a:gd name="T31" fmla="*/ 24 h 32"/>
                <a:gd name="T32" fmla="*/ 79 w 122"/>
                <a:gd name="T33" fmla="*/ 32 h 32"/>
                <a:gd name="T34" fmla="*/ 76 w 122"/>
                <a:gd name="T35" fmla="*/ 32 h 32"/>
                <a:gd name="T36" fmla="*/ 47 w 122"/>
                <a:gd name="T3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2" h="32">
                  <a:moveTo>
                    <a:pt x="47" y="32"/>
                  </a:moveTo>
                  <a:cubicBezTo>
                    <a:pt x="41" y="31"/>
                    <a:pt x="35" y="31"/>
                    <a:pt x="29" y="29"/>
                  </a:cubicBezTo>
                  <a:cubicBezTo>
                    <a:pt x="22" y="28"/>
                    <a:pt x="16" y="25"/>
                    <a:pt x="10" y="23"/>
                  </a:cubicBezTo>
                  <a:cubicBezTo>
                    <a:pt x="8" y="22"/>
                    <a:pt x="7" y="21"/>
                    <a:pt x="6" y="20"/>
                  </a:cubicBezTo>
                  <a:cubicBezTo>
                    <a:pt x="0" y="16"/>
                    <a:pt x="0" y="10"/>
                    <a:pt x="5" y="6"/>
                  </a:cubicBezTo>
                  <a:cubicBezTo>
                    <a:pt x="8" y="4"/>
                    <a:pt x="11" y="2"/>
                    <a:pt x="14" y="0"/>
                  </a:cubicBezTo>
                  <a:cubicBezTo>
                    <a:pt x="15" y="5"/>
                    <a:pt x="14" y="7"/>
                    <a:pt x="11" y="9"/>
                  </a:cubicBezTo>
                  <a:cubicBezTo>
                    <a:pt x="7" y="12"/>
                    <a:pt x="7" y="15"/>
                    <a:pt x="11" y="16"/>
                  </a:cubicBezTo>
                  <a:cubicBezTo>
                    <a:pt x="17" y="19"/>
                    <a:pt x="23" y="22"/>
                    <a:pt x="29" y="23"/>
                  </a:cubicBezTo>
                  <a:cubicBezTo>
                    <a:pt x="54" y="27"/>
                    <a:pt x="78" y="27"/>
                    <a:pt x="102" y="21"/>
                  </a:cubicBezTo>
                  <a:cubicBezTo>
                    <a:pt x="106" y="20"/>
                    <a:pt x="109" y="18"/>
                    <a:pt x="113" y="16"/>
                  </a:cubicBezTo>
                  <a:cubicBezTo>
                    <a:pt x="116" y="14"/>
                    <a:pt x="116" y="12"/>
                    <a:pt x="113" y="9"/>
                  </a:cubicBezTo>
                  <a:cubicBezTo>
                    <a:pt x="109" y="7"/>
                    <a:pt x="109" y="6"/>
                    <a:pt x="109" y="1"/>
                  </a:cubicBezTo>
                  <a:cubicBezTo>
                    <a:pt x="113" y="1"/>
                    <a:pt x="121" y="7"/>
                    <a:pt x="121" y="11"/>
                  </a:cubicBezTo>
                  <a:cubicBezTo>
                    <a:pt x="122" y="13"/>
                    <a:pt x="121" y="16"/>
                    <a:pt x="120" y="18"/>
                  </a:cubicBezTo>
                  <a:cubicBezTo>
                    <a:pt x="118" y="20"/>
                    <a:pt x="115" y="23"/>
                    <a:pt x="112" y="24"/>
                  </a:cubicBezTo>
                  <a:cubicBezTo>
                    <a:pt x="101" y="29"/>
                    <a:pt x="90" y="30"/>
                    <a:pt x="79" y="32"/>
                  </a:cubicBezTo>
                  <a:cubicBezTo>
                    <a:pt x="78" y="32"/>
                    <a:pt x="77" y="32"/>
                    <a:pt x="76" y="32"/>
                  </a:cubicBezTo>
                  <a:cubicBezTo>
                    <a:pt x="66" y="32"/>
                    <a:pt x="57" y="32"/>
                    <a:pt x="47" y="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1" name="Freeform 1327">
              <a:extLst>
                <a:ext uri="{FF2B5EF4-FFF2-40B4-BE49-F238E27FC236}">
                  <a16:creationId xmlns="" xmlns:a16="http://schemas.microsoft.com/office/drawing/2014/main" id="{8BB32516-B4DD-419D-8C73-6E07D67A8CED}"/>
                </a:ext>
              </a:extLst>
            </p:cNvPr>
            <p:cNvSpPr>
              <a:spLocks/>
            </p:cNvSpPr>
            <p:nvPr/>
          </p:nvSpPr>
          <p:spPr bwMode="auto">
            <a:xfrm>
              <a:off x="11445384" y="282076"/>
              <a:ext cx="18529" cy="17723"/>
            </a:xfrm>
            <a:custGeom>
              <a:avLst/>
              <a:gdLst>
                <a:gd name="T0" fmla="*/ 17 w 29"/>
                <a:gd name="T1" fmla="*/ 0 h 28"/>
                <a:gd name="T2" fmla="*/ 25 w 29"/>
                <a:gd name="T3" fmla="*/ 20 h 28"/>
                <a:gd name="T4" fmla="*/ 10 w 29"/>
                <a:gd name="T5" fmla="*/ 26 h 28"/>
                <a:gd name="T6" fmla="*/ 1 w 29"/>
                <a:gd name="T7" fmla="*/ 15 h 28"/>
                <a:gd name="T8" fmla="*/ 8 w 29"/>
                <a:gd name="T9" fmla="*/ 1 h 28"/>
                <a:gd name="T10" fmla="*/ 11 w 29"/>
                <a:gd name="T11" fmla="*/ 0 h 28"/>
                <a:gd name="T12" fmla="*/ 17 w 29"/>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29" h="28">
                  <a:moveTo>
                    <a:pt x="17" y="0"/>
                  </a:moveTo>
                  <a:cubicBezTo>
                    <a:pt x="27" y="3"/>
                    <a:pt x="29" y="14"/>
                    <a:pt x="25" y="20"/>
                  </a:cubicBezTo>
                  <a:cubicBezTo>
                    <a:pt x="22" y="25"/>
                    <a:pt x="16" y="28"/>
                    <a:pt x="10" y="26"/>
                  </a:cubicBezTo>
                  <a:cubicBezTo>
                    <a:pt x="5" y="25"/>
                    <a:pt x="1" y="20"/>
                    <a:pt x="1" y="15"/>
                  </a:cubicBezTo>
                  <a:cubicBezTo>
                    <a:pt x="0" y="9"/>
                    <a:pt x="3" y="3"/>
                    <a:pt x="8" y="1"/>
                  </a:cubicBezTo>
                  <a:cubicBezTo>
                    <a:pt x="9" y="1"/>
                    <a:pt x="10" y="0"/>
                    <a:pt x="11" y="0"/>
                  </a:cubicBezTo>
                  <a:cubicBezTo>
                    <a:pt x="13" y="0"/>
                    <a:pt x="15" y="0"/>
                    <a:pt x="17"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2" name="Freeform 1328">
              <a:extLst>
                <a:ext uri="{FF2B5EF4-FFF2-40B4-BE49-F238E27FC236}">
                  <a16:creationId xmlns="" xmlns:a16="http://schemas.microsoft.com/office/drawing/2014/main" id="{D6C554C6-5485-45DB-A242-99F7ECBFCCA8}"/>
                </a:ext>
              </a:extLst>
            </p:cNvPr>
            <p:cNvSpPr>
              <a:spLocks noEditPoints="1"/>
            </p:cNvSpPr>
            <p:nvPr/>
          </p:nvSpPr>
          <p:spPr bwMode="auto">
            <a:xfrm>
              <a:off x="11437865" y="298457"/>
              <a:ext cx="33029" cy="61225"/>
            </a:xfrm>
            <a:custGeom>
              <a:avLst/>
              <a:gdLst>
                <a:gd name="T0" fmla="*/ 25 w 52"/>
                <a:gd name="T1" fmla="*/ 55 h 96"/>
                <a:gd name="T2" fmla="*/ 25 w 52"/>
                <a:gd name="T3" fmla="*/ 69 h 96"/>
                <a:gd name="T4" fmla="*/ 24 w 52"/>
                <a:gd name="T5" fmla="*/ 89 h 96"/>
                <a:gd name="T6" fmla="*/ 16 w 52"/>
                <a:gd name="T7" fmla="*/ 94 h 96"/>
                <a:gd name="T8" fmla="*/ 12 w 52"/>
                <a:gd name="T9" fmla="*/ 88 h 96"/>
                <a:gd name="T10" fmla="*/ 13 w 52"/>
                <a:gd name="T11" fmla="*/ 63 h 96"/>
                <a:gd name="T12" fmla="*/ 13 w 52"/>
                <a:gd name="T13" fmla="*/ 50 h 96"/>
                <a:gd name="T14" fmla="*/ 11 w 52"/>
                <a:gd name="T15" fmla="*/ 48 h 96"/>
                <a:gd name="T16" fmla="*/ 7 w 52"/>
                <a:gd name="T17" fmla="*/ 44 h 96"/>
                <a:gd name="T18" fmla="*/ 1 w 52"/>
                <a:gd name="T19" fmla="*/ 28 h 96"/>
                <a:gd name="T20" fmla="*/ 1 w 52"/>
                <a:gd name="T21" fmla="*/ 23 h 96"/>
                <a:gd name="T22" fmla="*/ 12 w 52"/>
                <a:gd name="T23" fmla="*/ 8 h 96"/>
                <a:gd name="T24" fmla="*/ 41 w 52"/>
                <a:gd name="T25" fmla="*/ 9 h 96"/>
                <a:gd name="T26" fmla="*/ 50 w 52"/>
                <a:gd name="T27" fmla="*/ 22 h 96"/>
                <a:gd name="T28" fmla="*/ 51 w 52"/>
                <a:gd name="T29" fmla="*/ 28 h 96"/>
                <a:gd name="T30" fmla="*/ 45 w 52"/>
                <a:gd name="T31" fmla="*/ 44 h 96"/>
                <a:gd name="T32" fmla="*/ 40 w 52"/>
                <a:gd name="T33" fmla="*/ 48 h 96"/>
                <a:gd name="T34" fmla="*/ 38 w 52"/>
                <a:gd name="T35" fmla="*/ 51 h 96"/>
                <a:gd name="T36" fmla="*/ 39 w 52"/>
                <a:gd name="T37" fmla="*/ 87 h 96"/>
                <a:gd name="T38" fmla="*/ 31 w 52"/>
                <a:gd name="T39" fmla="*/ 94 h 96"/>
                <a:gd name="T40" fmla="*/ 28 w 52"/>
                <a:gd name="T41" fmla="*/ 88 h 96"/>
                <a:gd name="T42" fmla="*/ 26 w 52"/>
                <a:gd name="T43" fmla="*/ 63 h 96"/>
                <a:gd name="T44" fmla="*/ 26 w 52"/>
                <a:gd name="T45" fmla="*/ 55 h 96"/>
                <a:gd name="T46" fmla="*/ 25 w 52"/>
                <a:gd name="T47" fmla="*/ 55 h 96"/>
                <a:gd name="T48" fmla="*/ 15 w 52"/>
                <a:gd name="T49" fmla="*/ 33 h 96"/>
                <a:gd name="T50" fmla="*/ 15 w 52"/>
                <a:gd name="T51" fmla="*/ 23 h 96"/>
                <a:gd name="T52" fmla="*/ 15 w 52"/>
                <a:gd name="T53" fmla="*/ 33 h 96"/>
                <a:gd name="T54" fmla="*/ 37 w 52"/>
                <a:gd name="T55" fmla="*/ 33 h 96"/>
                <a:gd name="T56" fmla="*/ 37 w 52"/>
                <a:gd name="T57" fmla="*/ 24 h 96"/>
                <a:gd name="T58" fmla="*/ 37 w 52"/>
                <a:gd name="T59" fmla="*/ 33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96">
                  <a:moveTo>
                    <a:pt x="25" y="55"/>
                  </a:moveTo>
                  <a:cubicBezTo>
                    <a:pt x="25" y="59"/>
                    <a:pt x="25" y="64"/>
                    <a:pt x="25" y="69"/>
                  </a:cubicBezTo>
                  <a:cubicBezTo>
                    <a:pt x="24" y="75"/>
                    <a:pt x="24" y="82"/>
                    <a:pt x="24" y="89"/>
                  </a:cubicBezTo>
                  <a:cubicBezTo>
                    <a:pt x="23" y="93"/>
                    <a:pt x="20" y="95"/>
                    <a:pt x="16" y="94"/>
                  </a:cubicBezTo>
                  <a:cubicBezTo>
                    <a:pt x="13" y="93"/>
                    <a:pt x="12" y="91"/>
                    <a:pt x="12" y="88"/>
                  </a:cubicBezTo>
                  <a:cubicBezTo>
                    <a:pt x="12" y="80"/>
                    <a:pt x="13" y="71"/>
                    <a:pt x="13" y="63"/>
                  </a:cubicBezTo>
                  <a:cubicBezTo>
                    <a:pt x="13" y="59"/>
                    <a:pt x="13" y="54"/>
                    <a:pt x="13" y="50"/>
                  </a:cubicBezTo>
                  <a:cubicBezTo>
                    <a:pt x="13" y="50"/>
                    <a:pt x="12" y="49"/>
                    <a:pt x="11" y="48"/>
                  </a:cubicBezTo>
                  <a:cubicBezTo>
                    <a:pt x="10" y="47"/>
                    <a:pt x="8" y="46"/>
                    <a:pt x="7" y="44"/>
                  </a:cubicBezTo>
                  <a:cubicBezTo>
                    <a:pt x="5" y="39"/>
                    <a:pt x="3" y="34"/>
                    <a:pt x="1" y="28"/>
                  </a:cubicBezTo>
                  <a:cubicBezTo>
                    <a:pt x="0" y="27"/>
                    <a:pt x="0" y="24"/>
                    <a:pt x="1" y="23"/>
                  </a:cubicBezTo>
                  <a:cubicBezTo>
                    <a:pt x="4" y="18"/>
                    <a:pt x="8" y="13"/>
                    <a:pt x="12" y="8"/>
                  </a:cubicBezTo>
                  <a:cubicBezTo>
                    <a:pt x="18" y="0"/>
                    <a:pt x="34" y="0"/>
                    <a:pt x="41" y="9"/>
                  </a:cubicBezTo>
                  <a:cubicBezTo>
                    <a:pt x="44" y="13"/>
                    <a:pt x="47" y="18"/>
                    <a:pt x="50" y="22"/>
                  </a:cubicBezTo>
                  <a:cubicBezTo>
                    <a:pt x="51" y="24"/>
                    <a:pt x="52" y="26"/>
                    <a:pt x="51" y="28"/>
                  </a:cubicBezTo>
                  <a:cubicBezTo>
                    <a:pt x="49" y="34"/>
                    <a:pt x="47" y="39"/>
                    <a:pt x="45" y="44"/>
                  </a:cubicBezTo>
                  <a:cubicBezTo>
                    <a:pt x="44" y="46"/>
                    <a:pt x="42" y="48"/>
                    <a:pt x="40" y="48"/>
                  </a:cubicBezTo>
                  <a:cubicBezTo>
                    <a:pt x="38" y="48"/>
                    <a:pt x="38" y="49"/>
                    <a:pt x="38" y="51"/>
                  </a:cubicBezTo>
                  <a:cubicBezTo>
                    <a:pt x="39" y="63"/>
                    <a:pt x="39" y="75"/>
                    <a:pt x="39" y="87"/>
                  </a:cubicBezTo>
                  <a:cubicBezTo>
                    <a:pt x="40" y="93"/>
                    <a:pt x="36" y="96"/>
                    <a:pt x="31" y="94"/>
                  </a:cubicBezTo>
                  <a:cubicBezTo>
                    <a:pt x="29" y="93"/>
                    <a:pt x="28" y="91"/>
                    <a:pt x="28" y="88"/>
                  </a:cubicBezTo>
                  <a:cubicBezTo>
                    <a:pt x="27" y="80"/>
                    <a:pt x="27" y="71"/>
                    <a:pt x="26" y="63"/>
                  </a:cubicBezTo>
                  <a:cubicBezTo>
                    <a:pt x="26" y="60"/>
                    <a:pt x="26" y="57"/>
                    <a:pt x="26" y="55"/>
                  </a:cubicBezTo>
                  <a:cubicBezTo>
                    <a:pt x="26" y="55"/>
                    <a:pt x="25" y="55"/>
                    <a:pt x="25" y="55"/>
                  </a:cubicBezTo>
                  <a:close/>
                  <a:moveTo>
                    <a:pt x="15" y="33"/>
                  </a:moveTo>
                  <a:cubicBezTo>
                    <a:pt x="15" y="30"/>
                    <a:pt x="15" y="27"/>
                    <a:pt x="15" y="23"/>
                  </a:cubicBezTo>
                  <a:cubicBezTo>
                    <a:pt x="11" y="27"/>
                    <a:pt x="11" y="28"/>
                    <a:pt x="15" y="33"/>
                  </a:cubicBezTo>
                  <a:close/>
                  <a:moveTo>
                    <a:pt x="37" y="33"/>
                  </a:moveTo>
                  <a:cubicBezTo>
                    <a:pt x="40" y="27"/>
                    <a:pt x="40" y="26"/>
                    <a:pt x="37" y="24"/>
                  </a:cubicBezTo>
                  <a:cubicBezTo>
                    <a:pt x="37" y="27"/>
                    <a:pt x="37" y="30"/>
                    <a:pt x="37"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3" name="Freeform 1329">
              <a:extLst>
                <a:ext uri="{FF2B5EF4-FFF2-40B4-BE49-F238E27FC236}">
                  <a16:creationId xmlns="" xmlns:a16="http://schemas.microsoft.com/office/drawing/2014/main" id="{75E252C4-BC62-4364-BE61-789D4CE7A5D6}"/>
                </a:ext>
              </a:extLst>
            </p:cNvPr>
            <p:cNvSpPr>
              <a:spLocks/>
            </p:cNvSpPr>
            <p:nvPr/>
          </p:nvSpPr>
          <p:spPr bwMode="auto">
            <a:xfrm>
              <a:off x="11465792" y="301142"/>
              <a:ext cx="21482" cy="52632"/>
            </a:xfrm>
            <a:custGeom>
              <a:avLst/>
              <a:gdLst>
                <a:gd name="T0" fmla="*/ 22 w 34"/>
                <a:gd name="T1" fmla="*/ 47 h 83"/>
                <a:gd name="T2" fmla="*/ 24 w 34"/>
                <a:gd name="T3" fmla="*/ 65 h 83"/>
                <a:gd name="T4" fmla="*/ 25 w 34"/>
                <a:gd name="T5" fmla="*/ 76 h 83"/>
                <a:gd name="T6" fmla="*/ 20 w 34"/>
                <a:gd name="T7" fmla="*/ 83 h 83"/>
                <a:gd name="T8" fmla="*/ 14 w 34"/>
                <a:gd name="T9" fmla="*/ 77 h 83"/>
                <a:gd name="T10" fmla="*/ 12 w 34"/>
                <a:gd name="T11" fmla="*/ 52 h 83"/>
                <a:gd name="T12" fmla="*/ 11 w 34"/>
                <a:gd name="T13" fmla="*/ 49 h 83"/>
                <a:gd name="T14" fmla="*/ 10 w 34"/>
                <a:gd name="T15" fmla="*/ 75 h 83"/>
                <a:gd name="T16" fmla="*/ 9 w 34"/>
                <a:gd name="T17" fmla="*/ 79 h 83"/>
                <a:gd name="T18" fmla="*/ 4 w 34"/>
                <a:gd name="T19" fmla="*/ 82 h 83"/>
                <a:gd name="T20" fmla="*/ 0 w 34"/>
                <a:gd name="T21" fmla="*/ 78 h 83"/>
                <a:gd name="T22" fmla="*/ 1 w 34"/>
                <a:gd name="T23" fmla="*/ 52 h 83"/>
                <a:gd name="T24" fmla="*/ 3 w 34"/>
                <a:gd name="T25" fmla="*/ 46 h 83"/>
                <a:gd name="T26" fmla="*/ 5 w 34"/>
                <a:gd name="T27" fmla="*/ 42 h 83"/>
                <a:gd name="T28" fmla="*/ 11 w 34"/>
                <a:gd name="T29" fmla="*/ 27 h 83"/>
                <a:gd name="T30" fmla="*/ 10 w 34"/>
                <a:gd name="T31" fmla="*/ 15 h 83"/>
                <a:gd name="T32" fmla="*/ 3 w 34"/>
                <a:gd name="T33" fmla="*/ 6 h 83"/>
                <a:gd name="T34" fmla="*/ 23 w 34"/>
                <a:gd name="T35" fmla="*/ 7 h 83"/>
                <a:gd name="T36" fmla="*/ 33 w 34"/>
                <a:gd name="T37" fmla="*/ 23 h 83"/>
                <a:gd name="T38" fmla="*/ 33 w 34"/>
                <a:gd name="T39" fmla="*/ 29 h 83"/>
                <a:gd name="T40" fmla="*/ 31 w 34"/>
                <a:gd name="T41" fmla="*/ 41 h 83"/>
                <a:gd name="T42" fmla="*/ 22 w 34"/>
                <a:gd name="T43"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 h="83">
                  <a:moveTo>
                    <a:pt x="22" y="47"/>
                  </a:moveTo>
                  <a:cubicBezTo>
                    <a:pt x="23" y="53"/>
                    <a:pt x="23" y="59"/>
                    <a:pt x="24" y="65"/>
                  </a:cubicBezTo>
                  <a:cubicBezTo>
                    <a:pt x="24" y="69"/>
                    <a:pt x="24" y="73"/>
                    <a:pt x="25" y="76"/>
                  </a:cubicBezTo>
                  <a:cubicBezTo>
                    <a:pt x="25" y="80"/>
                    <a:pt x="23" y="82"/>
                    <a:pt x="20" y="83"/>
                  </a:cubicBezTo>
                  <a:cubicBezTo>
                    <a:pt x="16" y="83"/>
                    <a:pt x="14" y="80"/>
                    <a:pt x="14" y="77"/>
                  </a:cubicBezTo>
                  <a:cubicBezTo>
                    <a:pt x="13" y="68"/>
                    <a:pt x="13" y="60"/>
                    <a:pt x="12" y="52"/>
                  </a:cubicBezTo>
                  <a:cubicBezTo>
                    <a:pt x="12" y="51"/>
                    <a:pt x="12" y="50"/>
                    <a:pt x="11" y="49"/>
                  </a:cubicBezTo>
                  <a:cubicBezTo>
                    <a:pt x="11" y="58"/>
                    <a:pt x="10" y="66"/>
                    <a:pt x="10" y="75"/>
                  </a:cubicBezTo>
                  <a:cubicBezTo>
                    <a:pt x="10" y="76"/>
                    <a:pt x="10" y="78"/>
                    <a:pt x="9" y="79"/>
                  </a:cubicBezTo>
                  <a:cubicBezTo>
                    <a:pt x="9" y="82"/>
                    <a:pt x="6" y="83"/>
                    <a:pt x="4" y="82"/>
                  </a:cubicBezTo>
                  <a:cubicBezTo>
                    <a:pt x="1" y="82"/>
                    <a:pt x="0" y="80"/>
                    <a:pt x="0" y="78"/>
                  </a:cubicBezTo>
                  <a:cubicBezTo>
                    <a:pt x="0" y="69"/>
                    <a:pt x="0" y="60"/>
                    <a:pt x="1" y="52"/>
                  </a:cubicBezTo>
                  <a:cubicBezTo>
                    <a:pt x="1" y="49"/>
                    <a:pt x="1" y="47"/>
                    <a:pt x="3" y="46"/>
                  </a:cubicBezTo>
                  <a:cubicBezTo>
                    <a:pt x="4" y="45"/>
                    <a:pt x="5" y="43"/>
                    <a:pt x="5" y="42"/>
                  </a:cubicBezTo>
                  <a:cubicBezTo>
                    <a:pt x="7" y="37"/>
                    <a:pt x="9" y="32"/>
                    <a:pt x="11" y="27"/>
                  </a:cubicBezTo>
                  <a:cubicBezTo>
                    <a:pt x="13" y="23"/>
                    <a:pt x="13" y="19"/>
                    <a:pt x="10" y="15"/>
                  </a:cubicBezTo>
                  <a:cubicBezTo>
                    <a:pt x="8" y="12"/>
                    <a:pt x="5" y="9"/>
                    <a:pt x="3" y="6"/>
                  </a:cubicBezTo>
                  <a:cubicBezTo>
                    <a:pt x="8" y="0"/>
                    <a:pt x="19" y="1"/>
                    <a:pt x="23" y="7"/>
                  </a:cubicBezTo>
                  <a:cubicBezTo>
                    <a:pt x="26" y="12"/>
                    <a:pt x="30" y="18"/>
                    <a:pt x="33" y="23"/>
                  </a:cubicBezTo>
                  <a:cubicBezTo>
                    <a:pt x="33" y="25"/>
                    <a:pt x="34" y="27"/>
                    <a:pt x="33" y="29"/>
                  </a:cubicBezTo>
                  <a:cubicBezTo>
                    <a:pt x="33" y="33"/>
                    <a:pt x="31" y="37"/>
                    <a:pt x="31" y="41"/>
                  </a:cubicBezTo>
                  <a:cubicBezTo>
                    <a:pt x="29" y="46"/>
                    <a:pt x="28" y="47"/>
                    <a:pt x="22" y="47"/>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4" name="Freeform 1331">
              <a:extLst>
                <a:ext uri="{FF2B5EF4-FFF2-40B4-BE49-F238E27FC236}">
                  <a16:creationId xmlns="" xmlns:a16="http://schemas.microsoft.com/office/drawing/2014/main" id="{C1097355-F44C-4954-B128-378B3E4B7D74}"/>
                </a:ext>
              </a:extLst>
            </p:cNvPr>
            <p:cNvSpPr>
              <a:spLocks/>
            </p:cNvSpPr>
            <p:nvPr/>
          </p:nvSpPr>
          <p:spPr bwMode="auto">
            <a:xfrm>
              <a:off x="11421216" y="301142"/>
              <a:ext cx="20945" cy="52632"/>
            </a:xfrm>
            <a:custGeom>
              <a:avLst/>
              <a:gdLst>
                <a:gd name="T0" fmla="*/ 22 w 33"/>
                <a:gd name="T1" fmla="*/ 49 h 83"/>
                <a:gd name="T2" fmla="*/ 20 w 33"/>
                <a:gd name="T3" fmla="*/ 68 h 83"/>
                <a:gd name="T4" fmla="*/ 19 w 33"/>
                <a:gd name="T5" fmla="*/ 77 h 83"/>
                <a:gd name="T6" fmla="*/ 14 w 33"/>
                <a:gd name="T7" fmla="*/ 83 h 83"/>
                <a:gd name="T8" fmla="*/ 9 w 33"/>
                <a:gd name="T9" fmla="*/ 77 h 83"/>
                <a:gd name="T10" fmla="*/ 10 w 33"/>
                <a:gd name="T11" fmla="*/ 58 h 83"/>
                <a:gd name="T12" fmla="*/ 11 w 33"/>
                <a:gd name="T13" fmla="*/ 47 h 83"/>
                <a:gd name="T14" fmla="*/ 8 w 33"/>
                <a:gd name="T15" fmla="*/ 47 h 83"/>
                <a:gd name="T16" fmla="*/ 4 w 33"/>
                <a:gd name="T17" fmla="*/ 44 h 83"/>
                <a:gd name="T18" fmla="*/ 0 w 33"/>
                <a:gd name="T19" fmla="*/ 28 h 83"/>
                <a:gd name="T20" fmla="*/ 1 w 33"/>
                <a:gd name="T21" fmla="*/ 24 h 83"/>
                <a:gd name="T22" fmla="*/ 11 w 33"/>
                <a:gd name="T23" fmla="*/ 7 h 83"/>
                <a:gd name="T24" fmla="*/ 30 w 33"/>
                <a:gd name="T25" fmla="*/ 5 h 83"/>
                <a:gd name="T26" fmla="*/ 24 w 33"/>
                <a:gd name="T27" fmla="*/ 15 h 83"/>
                <a:gd name="T28" fmla="*/ 22 w 33"/>
                <a:gd name="T29" fmla="*/ 27 h 83"/>
                <a:gd name="T30" fmla="*/ 28 w 33"/>
                <a:gd name="T31" fmla="*/ 41 h 83"/>
                <a:gd name="T32" fmla="*/ 31 w 33"/>
                <a:gd name="T33" fmla="*/ 47 h 83"/>
                <a:gd name="T34" fmla="*/ 32 w 33"/>
                <a:gd name="T35" fmla="*/ 49 h 83"/>
                <a:gd name="T36" fmla="*/ 33 w 33"/>
                <a:gd name="T37" fmla="*/ 79 h 83"/>
                <a:gd name="T38" fmla="*/ 30 w 33"/>
                <a:gd name="T39" fmla="*/ 82 h 83"/>
                <a:gd name="T40" fmla="*/ 24 w 33"/>
                <a:gd name="T41" fmla="*/ 80 h 83"/>
                <a:gd name="T42" fmla="*/ 23 w 33"/>
                <a:gd name="T43" fmla="*/ 75 h 83"/>
                <a:gd name="T44" fmla="*/ 22 w 33"/>
                <a:gd name="T45" fmla="*/ 49 h 83"/>
                <a:gd name="T46" fmla="*/ 22 w 33"/>
                <a:gd name="T47" fmla="*/ 4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3" h="83">
                  <a:moveTo>
                    <a:pt x="22" y="49"/>
                  </a:moveTo>
                  <a:cubicBezTo>
                    <a:pt x="21" y="55"/>
                    <a:pt x="21" y="62"/>
                    <a:pt x="20" y="68"/>
                  </a:cubicBezTo>
                  <a:cubicBezTo>
                    <a:pt x="20" y="71"/>
                    <a:pt x="20" y="74"/>
                    <a:pt x="19" y="77"/>
                  </a:cubicBezTo>
                  <a:cubicBezTo>
                    <a:pt x="19" y="80"/>
                    <a:pt x="17" y="83"/>
                    <a:pt x="14" y="83"/>
                  </a:cubicBezTo>
                  <a:cubicBezTo>
                    <a:pt x="11" y="82"/>
                    <a:pt x="9" y="80"/>
                    <a:pt x="9" y="77"/>
                  </a:cubicBezTo>
                  <a:cubicBezTo>
                    <a:pt x="9" y="70"/>
                    <a:pt x="10" y="64"/>
                    <a:pt x="10" y="58"/>
                  </a:cubicBezTo>
                  <a:cubicBezTo>
                    <a:pt x="11" y="54"/>
                    <a:pt x="11" y="51"/>
                    <a:pt x="11" y="47"/>
                  </a:cubicBezTo>
                  <a:cubicBezTo>
                    <a:pt x="10" y="47"/>
                    <a:pt x="8" y="48"/>
                    <a:pt x="8" y="47"/>
                  </a:cubicBezTo>
                  <a:cubicBezTo>
                    <a:pt x="6" y="46"/>
                    <a:pt x="4" y="45"/>
                    <a:pt x="4" y="44"/>
                  </a:cubicBezTo>
                  <a:cubicBezTo>
                    <a:pt x="2" y="38"/>
                    <a:pt x="1" y="33"/>
                    <a:pt x="0" y="28"/>
                  </a:cubicBezTo>
                  <a:cubicBezTo>
                    <a:pt x="0" y="27"/>
                    <a:pt x="0" y="25"/>
                    <a:pt x="1" y="24"/>
                  </a:cubicBezTo>
                  <a:cubicBezTo>
                    <a:pt x="4" y="18"/>
                    <a:pt x="7" y="13"/>
                    <a:pt x="11" y="7"/>
                  </a:cubicBezTo>
                  <a:cubicBezTo>
                    <a:pt x="15" y="1"/>
                    <a:pt x="25" y="0"/>
                    <a:pt x="30" y="5"/>
                  </a:cubicBezTo>
                  <a:cubicBezTo>
                    <a:pt x="28" y="8"/>
                    <a:pt x="26" y="12"/>
                    <a:pt x="24" y="15"/>
                  </a:cubicBezTo>
                  <a:cubicBezTo>
                    <a:pt x="21" y="18"/>
                    <a:pt x="20" y="22"/>
                    <a:pt x="22" y="27"/>
                  </a:cubicBezTo>
                  <a:cubicBezTo>
                    <a:pt x="24" y="31"/>
                    <a:pt x="26" y="36"/>
                    <a:pt x="28" y="41"/>
                  </a:cubicBezTo>
                  <a:cubicBezTo>
                    <a:pt x="29" y="43"/>
                    <a:pt x="30" y="45"/>
                    <a:pt x="31" y="47"/>
                  </a:cubicBezTo>
                  <a:cubicBezTo>
                    <a:pt x="32" y="48"/>
                    <a:pt x="32" y="48"/>
                    <a:pt x="32" y="49"/>
                  </a:cubicBezTo>
                  <a:cubicBezTo>
                    <a:pt x="33" y="59"/>
                    <a:pt x="33" y="69"/>
                    <a:pt x="33" y="79"/>
                  </a:cubicBezTo>
                  <a:cubicBezTo>
                    <a:pt x="33" y="81"/>
                    <a:pt x="32" y="82"/>
                    <a:pt x="30" y="82"/>
                  </a:cubicBezTo>
                  <a:cubicBezTo>
                    <a:pt x="28" y="83"/>
                    <a:pt x="25" y="82"/>
                    <a:pt x="24" y="80"/>
                  </a:cubicBezTo>
                  <a:cubicBezTo>
                    <a:pt x="24" y="78"/>
                    <a:pt x="24" y="77"/>
                    <a:pt x="23" y="75"/>
                  </a:cubicBezTo>
                  <a:cubicBezTo>
                    <a:pt x="23" y="66"/>
                    <a:pt x="23" y="58"/>
                    <a:pt x="22" y="49"/>
                  </a:cubicBezTo>
                  <a:cubicBezTo>
                    <a:pt x="22" y="49"/>
                    <a:pt x="22" y="49"/>
                    <a:pt x="22" y="49"/>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5" name="Freeform 1332">
              <a:extLst>
                <a:ext uri="{FF2B5EF4-FFF2-40B4-BE49-F238E27FC236}">
                  <a16:creationId xmlns="" xmlns:a16="http://schemas.microsoft.com/office/drawing/2014/main" id="{ABB05458-42D7-47C9-883D-5652BEA360B0}"/>
                </a:ext>
              </a:extLst>
            </p:cNvPr>
            <p:cNvSpPr>
              <a:spLocks/>
            </p:cNvSpPr>
            <p:nvPr/>
          </p:nvSpPr>
          <p:spPr bwMode="auto">
            <a:xfrm>
              <a:off x="11464987" y="285836"/>
              <a:ext cx="15306" cy="15306"/>
            </a:xfrm>
            <a:custGeom>
              <a:avLst/>
              <a:gdLst>
                <a:gd name="T0" fmla="*/ 24 w 24"/>
                <a:gd name="T1" fmla="*/ 12 h 24"/>
                <a:gd name="T2" fmla="*/ 12 w 24"/>
                <a:gd name="T3" fmla="*/ 24 h 24"/>
                <a:gd name="T4" fmla="*/ 1 w 24"/>
                <a:gd name="T5" fmla="*/ 12 h 24"/>
                <a:gd name="T6" fmla="*/ 13 w 24"/>
                <a:gd name="T7" fmla="*/ 0 h 24"/>
                <a:gd name="T8" fmla="*/ 24 w 24"/>
                <a:gd name="T9" fmla="*/ 12 h 24"/>
              </a:gdLst>
              <a:ahLst/>
              <a:cxnLst>
                <a:cxn ang="0">
                  <a:pos x="T0" y="T1"/>
                </a:cxn>
                <a:cxn ang="0">
                  <a:pos x="T2" y="T3"/>
                </a:cxn>
                <a:cxn ang="0">
                  <a:pos x="T4" y="T5"/>
                </a:cxn>
                <a:cxn ang="0">
                  <a:pos x="T6" y="T7"/>
                </a:cxn>
                <a:cxn ang="0">
                  <a:pos x="T8" y="T9"/>
                </a:cxn>
              </a:cxnLst>
              <a:rect l="0" t="0" r="r" b="b"/>
              <a:pathLst>
                <a:path w="24" h="24">
                  <a:moveTo>
                    <a:pt x="24" y="12"/>
                  </a:moveTo>
                  <a:cubicBezTo>
                    <a:pt x="24" y="19"/>
                    <a:pt x="19" y="24"/>
                    <a:pt x="12" y="24"/>
                  </a:cubicBezTo>
                  <a:cubicBezTo>
                    <a:pt x="6" y="24"/>
                    <a:pt x="0" y="18"/>
                    <a:pt x="1" y="12"/>
                  </a:cubicBezTo>
                  <a:cubicBezTo>
                    <a:pt x="1" y="5"/>
                    <a:pt x="6" y="0"/>
                    <a:pt x="13" y="0"/>
                  </a:cubicBezTo>
                  <a:cubicBezTo>
                    <a:pt x="19" y="0"/>
                    <a:pt x="24" y="6"/>
                    <a:pt x="24" y="12"/>
                  </a:cubicBezTo>
                  <a:close/>
                </a:path>
              </a:pathLst>
            </a:custGeom>
            <a:solidFill>
              <a:srgbClr val="FFD200"/>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6" name="Freeform 1333">
              <a:extLst>
                <a:ext uri="{FF2B5EF4-FFF2-40B4-BE49-F238E27FC236}">
                  <a16:creationId xmlns="" xmlns:a16="http://schemas.microsoft.com/office/drawing/2014/main" id="{06C21CA8-C7E3-4B36-AA66-A86635941F41}"/>
                </a:ext>
              </a:extLst>
            </p:cNvPr>
            <p:cNvSpPr>
              <a:spLocks/>
            </p:cNvSpPr>
            <p:nvPr/>
          </p:nvSpPr>
          <p:spPr bwMode="auto">
            <a:xfrm>
              <a:off x="11427661" y="285836"/>
              <a:ext cx="15306" cy="15306"/>
            </a:xfrm>
            <a:custGeom>
              <a:avLst/>
              <a:gdLst>
                <a:gd name="T0" fmla="*/ 0 w 24"/>
                <a:gd name="T1" fmla="*/ 12 h 24"/>
                <a:gd name="T2" fmla="*/ 12 w 24"/>
                <a:gd name="T3" fmla="*/ 0 h 24"/>
                <a:gd name="T4" fmla="*/ 24 w 24"/>
                <a:gd name="T5" fmla="*/ 12 h 24"/>
                <a:gd name="T6" fmla="*/ 12 w 24"/>
                <a:gd name="T7" fmla="*/ 24 h 24"/>
                <a:gd name="T8" fmla="*/ 0 w 24"/>
                <a:gd name="T9" fmla="*/ 12 h 24"/>
              </a:gdLst>
              <a:ahLst/>
              <a:cxnLst>
                <a:cxn ang="0">
                  <a:pos x="T0" y="T1"/>
                </a:cxn>
                <a:cxn ang="0">
                  <a:pos x="T2" y="T3"/>
                </a:cxn>
                <a:cxn ang="0">
                  <a:pos x="T4" y="T5"/>
                </a:cxn>
                <a:cxn ang="0">
                  <a:pos x="T6" y="T7"/>
                </a:cxn>
                <a:cxn ang="0">
                  <a:pos x="T8" y="T9"/>
                </a:cxn>
              </a:cxnLst>
              <a:rect l="0" t="0" r="r" b="b"/>
              <a:pathLst>
                <a:path w="24" h="24">
                  <a:moveTo>
                    <a:pt x="0" y="12"/>
                  </a:moveTo>
                  <a:cubicBezTo>
                    <a:pt x="1" y="5"/>
                    <a:pt x="6" y="0"/>
                    <a:pt x="12" y="0"/>
                  </a:cubicBezTo>
                  <a:cubicBezTo>
                    <a:pt x="18" y="0"/>
                    <a:pt x="24" y="6"/>
                    <a:pt x="24" y="12"/>
                  </a:cubicBezTo>
                  <a:cubicBezTo>
                    <a:pt x="24" y="19"/>
                    <a:pt x="18" y="24"/>
                    <a:pt x="12" y="24"/>
                  </a:cubicBezTo>
                  <a:cubicBezTo>
                    <a:pt x="5" y="24"/>
                    <a:pt x="0" y="18"/>
                    <a:pt x="0"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7" name="Freeform 1334">
              <a:extLst>
                <a:ext uri="{FF2B5EF4-FFF2-40B4-BE49-F238E27FC236}">
                  <a16:creationId xmlns="" xmlns:a16="http://schemas.microsoft.com/office/drawing/2014/main" id="{00507B88-9C25-4A7E-B596-3FEDAF7B6A51}"/>
                </a:ext>
              </a:extLst>
            </p:cNvPr>
            <p:cNvSpPr>
              <a:spLocks/>
            </p:cNvSpPr>
            <p:nvPr/>
          </p:nvSpPr>
          <p:spPr bwMode="auto">
            <a:xfrm>
              <a:off x="11166917" y="847602"/>
              <a:ext cx="94792" cy="24973"/>
            </a:xfrm>
            <a:custGeom>
              <a:avLst/>
              <a:gdLst>
                <a:gd name="T0" fmla="*/ 58 w 149"/>
                <a:gd name="T1" fmla="*/ 39 h 39"/>
                <a:gd name="T2" fmla="*/ 35 w 149"/>
                <a:gd name="T3" fmla="*/ 36 h 39"/>
                <a:gd name="T4" fmla="*/ 11 w 149"/>
                <a:gd name="T5" fmla="*/ 28 h 39"/>
                <a:gd name="T6" fmla="*/ 7 w 149"/>
                <a:gd name="T7" fmla="*/ 25 h 39"/>
                <a:gd name="T8" fmla="*/ 6 w 149"/>
                <a:gd name="T9" fmla="*/ 7 h 39"/>
                <a:gd name="T10" fmla="*/ 17 w 149"/>
                <a:gd name="T11" fmla="*/ 0 h 39"/>
                <a:gd name="T12" fmla="*/ 13 w 149"/>
                <a:gd name="T13" fmla="*/ 11 h 39"/>
                <a:gd name="T14" fmla="*/ 13 w 149"/>
                <a:gd name="T15" fmla="*/ 20 h 39"/>
                <a:gd name="T16" fmla="*/ 36 w 149"/>
                <a:gd name="T17" fmla="*/ 28 h 39"/>
                <a:gd name="T18" fmla="*/ 125 w 149"/>
                <a:gd name="T19" fmla="*/ 25 h 39"/>
                <a:gd name="T20" fmla="*/ 138 w 149"/>
                <a:gd name="T21" fmla="*/ 20 h 39"/>
                <a:gd name="T22" fmla="*/ 138 w 149"/>
                <a:gd name="T23" fmla="*/ 11 h 39"/>
                <a:gd name="T24" fmla="*/ 134 w 149"/>
                <a:gd name="T25" fmla="*/ 1 h 39"/>
                <a:gd name="T26" fmla="*/ 149 w 149"/>
                <a:gd name="T27" fmla="*/ 13 h 39"/>
                <a:gd name="T28" fmla="*/ 147 w 149"/>
                <a:gd name="T29" fmla="*/ 22 h 39"/>
                <a:gd name="T30" fmla="*/ 136 w 149"/>
                <a:gd name="T31" fmla="*/ 29 h 39"/>
                <a:gd name="T32" fmla="*/ 97 w 149"/>
                <a:gd name="T33" fmla="*/ 39 h 39"/>
                <a:gd name="T34" fmla="*/ 93 w 149"/>
                <a:gd name="T35" fmla="*/ 39 h 39"/>
                <a:gd name="T36" fmla="*/ 58 w 149"/>
                <a:gd name="T37"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39">
                  <a:moveTo>
                    <a:pt x="58" y="39"/>
                  </a:moveTo>
                  <a:cubicBezTo>
                    <a:pt x="50" y="38"/>
                    <a:pt x="42" y="38"/>
                    <a:pt x="35" y="36"/>
                  </a:cubicBezTo>
                  <a:cubicBezTo>
                    <a:pt x="27" y="34"/>
                    <a:pt x="19" y="31"/>
                    <a:pt x="11" y="28"/>
                  </a:cubicBezTo>
                  <a:cubicBezTo>
                    <a:pt x="10" y="27"/>
                    <a:pt x="8" y="26"/>
                    <a:pt x="7" y="25"/>
                  </a:cubicBezTo>
                  <a:cubicBezTo>
                    <a:pt x="0" y="19"/>
                    <a:pt x="0" y="12"/>
                    <a:pt x="6" y="7"/>
                  </a:cubicBezTo>
                  <a:cubicBezTo>
                    <a:pt x="9" y="4"/>
                    <a:pt x="13" y="2"/>
                    <a:pt x="17" y="0"/>
                  </a:cubicBezTo>
                  <a:cubicBezTo>
                    <a:pt x="18" y="6"/>
                    <a:pt x="17" y="8"/>
                    <a:pt x="13" y="11"/>
                  </a:cubicBezTo>
                  <a:cubicBezTo>
                    <a:pt x="9" y="14"/>
                    <a:pt x="8" y="18"/>
                    <a:pt x="13" y="20"/>
                  </a:cubicBezTo>
                  <a:cubicBezTo>
                    <a:pt x="21" y="23"/>
                    <a:pt x="28" y="26"/>
                    <a:pt x="36" y="28"/>
                  </a:cubicBezTo>
                  <a:cubicBezTo>
                    <a:pt x="66" y="34"/>
                    <a:pt x="96" y="33"/>
                    <a:pt x="125" y="25"/>
                  </a:cubicBezTo>
                  <a:cubicBezTo>
                    <a:pt x="130" y="24"/>
                    <a:pt x="134" y="22"/>
                    <a:pt x="138" y="20"/>
                  </a:cubicBezTo>
                  <a:cubicBezTo>
                    <a:pt x="142" y="17"/>
                    <a:pt x="142" y="14"/>
                    <a:pt x="138" y="11"/>
                  </a:cubicBezTo>
                  <a:cubicBezTo>
                    <a:pt x="134" y="8"/>
                    <a:pt x="133" y="7"/>
                    <a:pt x="134" y="1"/>
                  </a:cubicBezTo>
                  <a:cubicBezTo>
                    <a:pt x="138" y="1"/>
                    <a:pt x="148" y="8"/>
                    <a:pt x="149" y="13"/>
                  </a:cubicBezTo>
                  <a:cubicBezTo>
                    <a:pt x="149" y="16"/>
                    <a:pt x="148" y="20"/>
                    <a:pt x="147" y="22"/>
                  </a:cubicBezTo>
                  <a:cubicBezTo>
                    <a:pt x="144" y="25"/>
                    <a:pt x="140" y="28"/>
                    <a:pt x="136" y="29"/>
                  </a:cubicBezTo>
                  <a:cubicBezTo>
                    <a:pt x="124" y="36"/>
                    <a:pt x="110" y="37"/>
                    <a:pt x="97" y="39"/>
                  </a:cubicBezTo>
                  <a:cubicBezTo>
                    <a:pt x="95" y="39"/>
                    <a:pt x="94" y="39"/>
                    <a:pt x="93" y="39"/>
                  </a:cubicBezTo>
                  <a:cubicBezTo>
                    <a:pt x="81" y="39"/>
                    <a:pt x="70" y="39"/>
                    <a:pt x="58"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8" name="Freeform 1335">
              <a:extLst>
                <a:ext uri="{FF2B5EF4-FFF2-40B4-BE49-F238E27FC236}">
                  <a16:creationId xmlns="" xmlns:a16="http://schemas.microsoft.com/office/drawing/2014/main" id="{B8D1A87C-03B2-4D70-9BDB-9DDB9D4E1D28}"/>
                </a:ext>
              </a:extLst>
            </p:cNvPr>
            <p:cNvSpPr>
              <a:spLocks/>
            </p:cNvSpPr>
            <p:nvPr/>
          </p:nvSpPr>
          <p:spPr bwMode="auto">
            <a:xfrm>
              <a:off x="11203706" y="770802"/>
              <a:ext cx="22825" cy="20945"/>
            </a:xfrm>
            <a:custGeom>
              <a:avLst/>
              <a:gdLst>
                <a:gd name="T0" fmla="*/ 21 w 36"/>
                <a:gd name="T1" fmla="*/ 0 h 33"/>
                <a:gd name="T2" fmla="*/ 31 w 36"/>
                <a:gd name="T3" fmla="*/ 25 h 33"/>
                <a:gd name="T4" fmla="*/ 13 w 36"/>
                <a:gd name="T5" fmla="*/ 32 h 33"/>
                <a:gd name="T6" fmla="*/ 1 w 36"/>
                <a:gd name="T7" fmla="*/ 18 h 33"/>
                <a:gd name="T8" fmla="*/ 11 w 36"/>
                <a:gd name="T9" fmla="*/ 1 h 33"/>
                <a:gd name="T10" fmla="*/ 13 w 36"/>
                <a:gd name="T11" fmla="*/ 0 h 33"/>
                <a:gd name="T12" fmla="*/ 21 w 3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36" h="33">
                  <a:moveTo>
                    <a:pt x="21" y="0"/>
                  </a:moveTo>
                  <a:cubicBezTo>
                    <a:pt x="34" y="3"/>
                    <a:pt x="36" y="16"/>
                    <a:pt x="31" y="25"/>
                  </a:cubicBezTo>
                  <a:cubicBezTo>
                    <a:pt x="27" y="31"/>
                    <a:pt x="20" y="33"/>
                    <a:pt x="13" y="32"/>
                  </a:cubicBezTo>
                  <a:cubicBezTo>
                    <a:pt x="7" y="30"/>
                    <a:pt x="2" y="24"/>
                    <a:pt x="1" y="18"/>
                  </a:cubicBezTo>
                  <a:cubicBezTo>
                    <a:pt x="0" y="11"/>
                    <a:pt x="4" y="4"/>
                    <a:pt x="11" y="1"/>
                  </a:cubicBezTo>
                  <a:cubicBezTo>
                    <a:pt x="11" y="0"/>
                    <a:pt x="13" y="0"/>
                    <a:pt x="13" y="0"/>
                  </a:cubicBezTo>
                  <a:cubicBezTo>
                    <a:pt x="16" y="0"/>
                    <a:pt x="19" y="0"/>
                    <a:pt x="2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49" name="Freeform 1336">
              <a:extLst>
                <a:ext uri="{FF2B5EF4-FFF2-40B4-BE49-F238E27FC236}">
                  <a16:creationId xmlns="" xmlns:a16="http://schemas.microsoft.com/office/drawing/2014/main" id="{BD0A1BE7-055E-4CC0-AFB1-43BAE2E83D0D}"/>
                </a:ext>
              </a:extLst>
            </p:cNvPr>
            <p:cNvSpPr>
              <a:spLocks noEditPoints="1"/>
            </p:cNvSpPr>
            <p:nvPr/>
          </p:nvSpPr>
          <p:spPr bwMode="auto">
            <a:xfrm>
              <a:off x="11194845" y="790405"/>
              <a:ext cx="40011" cy="75189"/>
            </a:xfrm>
            <a:custGeom>
              <a:avLst/>
              <a:gdLst>
                <a:gd name="T0" fmla="*/ 31 w 63"/>
                <a:gd name="T1" fmla="*/ 68 h 118"/>
                <a:gd name="T2" fmla="*/ 30 w 63"/>
                <a:gd name="T3" fmla="*/ 85 h 118"/>
                <a:gd name="T4" fmla="*/ 29 w 63"/>
                <a:gd name="T5" fmla="*/ 109 h 118"/>
                <a:gd name="T6" fmla="*/ 20 w 63"/>
                <a:gd name="T7" fmla="*/ 116 h 118"/>
                <a:gd name="T8" fmla="*/ 15 w 63"/>
                <a:gd name="T9" fmla="*/ 109 h 118"/>
                <a:gd name="T10" fmla="*/ 16 w 63"/>
                <a:gd name="T11" fmla="*/ 77 h 118"/>
                <a:gd name="T12" fmla="*/ 16 w 63"/>
                <a:gd name="T13" fmla="*/ 62 h 118"/>
                <a:gd name="T14" fmla="*/ 14 w 63"/>
                <a:gd name="T15" fmla="*/ 60 h 118"/>
                <a:gd name="T16" fmla="*/ 9 w 63"/>
                <a:gd name="T17" fmla="*/ 55 h 118"/>
                <a:gd name="T18" fmla="*/ 1 w 63"/>
                <a:gd name="T19" fmla="*/ 35 h 118"/>
                <a:gd name="T20" fmla="*/ 2 w 63"/>
                <a:gd name="T21" fmla="*/ 28 h 118"/>
                <a:gd name="T22" fmla="*/ 14 w 63"/>
                <a:gd name="T23" fmla="*/ 10 h 118"/>
                <a:gd name="T24" fmla="*/ 50 w 63"/>
                <a:gd name="T25" fmla="*/ 11 h 118"/>
                <a:gd name="T26" fmla="*/ 61 w 63"/>
                <a:gd name="T27" fmla="*/ 28 h 118"/>
                <a:gd name="T28" fmla="*/ 62 w 63"/>
                <a:gd name="T29" fmla="*/ 35 h 118"/>
                <a:gd name="T30" fmla="*/ 55 w 63"/>
                <a:gd name="T31" fmla="*/ 55 h 118"/>
                <a:gd name="T32" fmla="*/ 49 w 63"/>
                <a:gd name="T33" fmla="*/ 60 h 118"/>
                <a:gd name="T34" fmla="*/ 46 w 63"/>
                <a:gd name="T35" fmla="*/ 62 h 118"/>
                <a:gd name="T36" fmla="*/ 48 w 63"/>
                <a:gd name="T37" fmla="*/ 108 h 118"/>
                <a:gd name="T38" fmla="*/ 38 w 63"/>
                <a:gd name="T39" fmla="*/ 116 h 118"/>
                <a:gd name="T40" fmla="*/ 34 w 63"/>
                <a:gd name="T41" fmla="*/ 109 h 118"/>
                <a:gd name="T42" fmla="*/ 32 w 63"/>
                <a:gd name="T43" fmla="*/ 77 h 118"/>
                <a:gd name="T44" fmla="*/ 32 w 63"/>
                <a:gd name="T45" fmla="*/ 68 h 118"/>
                <a:gd name="T46" fmla="*/ 31 w 63"/>
                <a:gd name="T47" fmla="*/ 68 h 118"/>
                <a:gd name="T48" fmla="*/ 18 w 63"/>
                <a:gd name="T49" fmla="*/ 41 h 118"/>
                <a:gd name="T50" fmla="*/ 18 w 63"/>
                <a:gd name="T51" fmla="*/ 29 h 118"/>
                <a:gd name="T52" fmla="*/ 18 w 63"/>
                <a:gd name="T53" fmla="*/ 41 h 118"/>
                <a:gd name="T54" fmla="*/ 45 w 63"/>
                <a:gd name="T55" fmla="*/ 41 h 118"/>
                <a:gd name="T56" fmla="*/ 45 w 63"/>
                <a:gd name="T57" fmla="*/ 29 h 118"/>
                <a:gd name="T58" fmla="*/ 45 w 63"/>
                <a:gd name="T59" fmla="*/ 4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3" h="118">
                  <a:moveTo>
                    <a:pt x="31" y="68"/>
                  </a:moveTo>
                  <a:cubicBezTo>
                    <a:pt x="31" y="73"/>
                    <a:pt x="30" y="79"/>
                    <a:pt x="30" y="85"/>
                  </a:cubicBezTo>
                  <a:cubicBezTo>
                    <a:pt x="30" y="93"/>
                    <a:pt x="29" y="101"/>
                    <a:pt x="29" y="109"/>
                  </a:cubicBezTo>
                  <a:cubicBezTo>
                    <a:pt x="29" y="114"/>
                    <a:pt x="24" y="117"/>
                    <a:pt x="20" y="116"/>
                  </a:cubicBezTo>
                  <a:cubicBezTo>
                    <a:pt x="16" y="115"/>
                    <a:pt x="15" y="112"/>
                    <a:pt x="15" y="109"/>
                  </a:cubicBezTo>
                  <a:cubicBezTo>
                    <a:pt x="15" y="98"/>
                    <a:pt x="15" y="88"/>
                    <a:pt x="16" y="77"/>
                  </a:cubicBezTo>
                  <a:cubicBezTo>
                    <a:pt x="16" y="72"/>
                    <a:pt x="16" y="67"/>
                    <a:pt x="16" y="62"/>
                  </a:cubicBezTo>
                  <a:cubicBezTo>
                    <a:pt x="16" y="61"/>
                    <a:pt x="15" y="60"/>
                    <a:pt x="14" y="60"/>
                  </a:cubicBezTo>
                  <a:cubicBezTo>
                    <a:pt x="12" y="58"/>
                    <a:pt x="9" y="57"/>
                    <a:pt x="9" y="55"/>
                  </a:cubicBezTo>
                  <a:cubicBezTo>
                    <a:pt x="6" y="48"/>
                    <a:pt x="3" y="42"/>
                    <a:pt x="1" y="35"/>
                  </a:cubicBezTo>
                  <a:cubicBezTo>
                    <a:pt x="0" y="33"/>
                    <a:pt x="0" y="30"/>
                    <a:pt x="2" y="28"/>
                  </a:cubicBezTo>
                  <a:cubicBezTo>
                    <a:pt x="5" y="22"/>
                    <a:pt x="10" y="16"/>
                    <a:pt x="14" y="10"/>
                  </a:cubicBezTo>
                  <a:cubicBezTo>
                    <a:pt x="22" y="0"/>
                    <a:pt x="42" y="1"/>
                    <a:pt x="50" y="11"/>
                  </a:cubicBezTo>
                  <a:cubicBezTo>
                    <a:pt x="53" y="17"/>
                    <a:pt x="57" y="22"/>
                    <a:pt x="61" y="28"/>
                  </a:cubicBezTo>
                  <a:cubicBezTo>
                    <a:pt x="63" y="30"/>
                    <a:pt x="63" y="33"/>
                    <a:pt x="62" y="35"/>
                  </a:cubicBezTo>
                  <a:cubicBezTo>
                    <a:pt x="60" y="42"/>
                    <a:pt x="57" y="48"/>
                    <a:pt x="55" y="55"/>
                  </a:cubicBezTo>
                  <a:cubicBezTo>
                    <a:pt x="53" y="57"/>
                    <a:pt x="52" y="59"/>
                    <a:pt x="49" y="60"/>
                  </a:cubicBezTo>
                  <a:cubicBezTo>
                    <a:pt x="47" y="60"/>
                    <a:pt x="46" y="61"/>
                    <a:pt x="46" y="62"/>
                  </a:cubicBezTo>
                  <a:cubicBezTo>
                    <a:pt x="47" y="77"/>
                    <a:pt x="48" y="93"/>
                    <a:pt x="48" y="108"/>
                  </a:cubicBezTo>
                  <a:cubicBezTo>
                    <a:pt x="48" y="114"/>
                    <a:pt x="44" y="118"/>
                    <a:pt x="38" y="116"/>
                  </a:cubicBezTo>
                  <a:cubicBezTo>
                    <a:pt x="35" y="114"/>
                    <a:pt x="34" y="112"/>
                    <a:pt x="34" y="109"/>
                  </a:cubicBezTo>
                  <a:cubicBezTo>
                    <a:pt x="33" y="98"/>
                    <a:pt x="33" y="88"/>
                    <a:pt x="32" y="77"/>
                  </a:cubicBezTo>
                  <a:cubicBezTo>
                    <a:pt x="32" y="74"/>
                    <a:pt x="32" y="71"/>
                    <a:pt x="32" y="68"/>
                  </a:cubicBezTo>
                  <a:cubicBezTo>
                    <a:pt x="31" y="68"/>
                    <a:pt x="31" y="68"/>
                    <a:pt x="31" y="68"/>
                  </a:cubicBezTo>
                  <a:close/>
                  <a:moveTo>
                    <a:pt x="18" y="41"/>
                  </a:moveTo>
                  <a:cubicBezTo>
                    <a:pt x="18" y="37"/>
                    <a:pt x="18" y="33"/>
                    <a:pt x="18" y="29"/>
                  </a:cubicBezTo>
                  <a:cubicBezTo>
                    <a:pt x="14" y="33"/>
                    <a:pt x="14" y="35"/>
                    <a:pt x="18" y="41"/>
                  </a:cubicBezTo>
                  <a:close/>
                  <a:moveTo>
                    <a:pt x="45" y="41"/>
                  </a:moveTo>
                  <a:cubicBezTo>
                    <a:pt x="49" y="34"/>
                    <a:pt x="49" y="33"/>
                    <a:pt x="45" y="29"/>
                  </a:cubicBezTo>
                  <a:cubicBezTo>
                    <a:pt x="45" y="33"/>
                    <a:pt x="45" y="37"/>
                    <a:pt x="45" y="4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0" name="Freeform 1337">
              <a:extLst>
                <a:ext uri="{FF2B5EF4-FFF2-40B4-BE49-F238E27FC236}">
                  <a16:creationId xmlns="" xmlns:a16="http://schemas.microsoft.com/office/drawing/2014/main" id="{1701A9AD-3802-42A8-81C8-73107EEB9E04}"/>
                </a:ext>
              </a:extLst>
            </p:cNvPr>
            <p:cNvSpPr>
              <a:spLocks/>
            </p:cNvSpPr>
            <p:nvPr/>
          </p:nvSpPr>
          <p:spPr bwMode="auto">
            <a:xfrm>
              <a:off x="11229216" y="793628"/>
              <a:ext cx="26048" cy="64984"/>
            </a:xfrm>
            <a:custGeom>
              <a:avLst/>
              <a:gdLst>
                <a:gd name="T0" fmla="*/ 27 w 41"/>
                <a:gd name="T1" fmla="*/ 58 h 102"/>
                <a:gd name="T2" fmla="*/ 29 w 41"/>
                <a:gd name="T3" fmla="*/ 80 h 102"/>
                <a:gd name="T4" fmla="*/ 30 w 41"/>
                <a:gd name="T5" fmla="*/ 94 h 102"/>
                <a:gd name="T6" fmla="*/ 24 w 41"/>
                <a:gd name="T7" fmla="*/ 102 h 102"/>
                <a:gd name="T8" fmla="*/ 17 w 41"/>
                <a:gd name="T9" fmla="*/ 94 h 102"/>
                <a:gd name="T10" fmla="*/ 15 w 41"/>
                <a:gd name="T11" fmla="*/ 64 h 102"/>
                <a:gd name="T12" fmla="*/ 14 w 41"/>
                <a:gd name="T13" fmla="*/ 61 h 102"/>
                <a:gd name="T14" fmla="*/ 12 w 41"/>
                <a:gd name="T15" fmla="*/ 92 h 102"/>
                <a:gd name="T16" fmla="*/ 11 w 41"/>
                <a:gd name="T17" fmla="*/ 97 h 102"/>
                <a:gd name="T18" fmla="*/ 4 w 41"/>
                <a:gd name="T19" fmla="*/ 101 h 102"/>
                <a:gd name="T20" fmla="*/ 0 w 41"/>
                <a:gd name="T21" fmla="*/ 96 h 102"/>
                <a:gd name="T22" fmla="*/ 1 w 41"/>
                <a:gd name="T23" fmla="*/ 64 h 102"/>
                <a:gd name="T24" fmla="*/ 4 w 41"/>
                <a:gd name="T25" fmla="*/ 56 h 102"/>
                <a:gd name="T26" fmla="*/ 6 w 41"/>
                <a:gd name="T27" fmla="*/ 52 h 102"/>
                <a:gd name="T28" fmla="*/ 14 w 41"/>
                <a:gd name="T29" fmla="*/ 33 h 102"/>
                <a:gd name="T30" fmla="*/ 12 w 41"/>
                <a:gd name="T31" fmla="*/ 19 h 102"/>
                <a:gd name="T32" fmla="*/ 4 w 41"/>
                <a:gd name="T33" fmla="*/ 7 h 102"/>
                <a:gd name="T34" fmla="*/ 28 w 41"/>
                <a:gd name="T35" fmla="*/ 9 h 102"/>
                <a:gd name="T36" fmla="*/ 40 w 41"/>
                <a:gd name="T37" fmla="*/ 29 h 102"/>
                <a:gd name="T38" fmla="*/ 41 w 41"/>
                <a:gd name="T39" fmla="*/ 36 h 102"/>
                <a:gd name="T40" fmla="*/ 37 w 41"/>
                <a:gd name="T41" fmla="*/ 51 h 102"/>
                <a:gd name="T42" fmla="*/ 27 w 41"/>
                <a:gd name="T43" fmla="*/ 5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102">
                  <a:moveTo>
                    <a:pt x="27" y="58"/>
                  </a:moveTo>
                  <a:cubicBezTo>
                    <a:pt x="28" y="66"/>
                    <a:pt x="28" y="73"/>
                    <a:pt x="29" y="80"/>
                  </a:cubicBezTo>
                  <a:cubicBezTo>
                    <a:pt x="29" y="85"/>
                    <a:pt x="30" y="89"/>
                    <a:pt x="30" y="94"/>
                  </a:cubicBezTo>
                  <a:cubicBezTo>
                    <a:pt x="30" y="98"/>
                    <a:pt x="28" y="101"/>
                    <a:pt x="24" y="102"/>
                  </a:cubicBezTo>
                  <a:cubicBezTo>
                    <a:pt x="20" y="102"/>
                    <a:pt x="17" y="99"/>
                    <a:pt x="17" y="94"/>
                  </a:cubicBezTo>
                  <a:cubicBezTo>
                    <a:pt x="16" y="84"/>
                    <a:pt x="15" y="74"/>
                    <a:pt x="15" y="64"/>
                  </a:cubicBezTo>
                  <a:cubicBezTo>
                    <a:pt x="15" y="63"/>
                    <a:pt x="14" y="62"/>
                    <a:pt x="14" y="61"/>
                  </a:cubicBezTo>
                  <a:cubicBezTo>
                    <a:pt x="13" y="71"/>
                    <a:pt x="13" y="81"/>
                    <a:pt x="12" y="92"/>
                  </a:cubicBezTo>
                  <a:cubicBezTo>
                    <a:pt x="12" y="94"/>
                    <a:pt x="12" y="95"/>
                    <a:pt x="11" y="97"/>
                  </a:cubicBezTo>
                  <a:cubicBezTo>
                    <a:pt x="10" y="100"/>
                    <a:pt x="7" y="102"/>
                    <a:pt x="4" y="101"/>
                  </a:cubicBezTo>
                  <a:cubicBezTo>
                    <a:pt x="1" y="101"/>
                    <a:pt x="0" y="99"/>
                    <a:pt x="0" y="96"/>
                  </a:cubicBezTo>
                  <a:cubicBezTo>
                    <a:pt x="0" y="85"/>
                    <a:pt x="0" y="74"/>
                    <a:pt x="1" y="64"/>
                  </a:cubicBezTo>
                  <a:cubicBezTo>
                    <a:pt x="1" y="61"/>
                    <a:pt x="1" y="58"/>
                    <a:pt x="4" y="56"/>
                  </a:cubicBezTo>
                  <a:cubicBezTo>
                    <a:pt x="5" y="55"/>
                    <a:pt x="5" y="53"/>
                    <a:pt x="6" y="52"/>
                  </a:cubicBezTo>
                  <a:cubicBezTo>
                    <a:pt x="9" y="46"/>
                    <a:pt x="11" y="39"/>
                    <a:pt x="14" y="33"/>
                  </a:cubicBezTo>
                  <a:cubicBezTo>
                    <a:pt x="16" y="28"/>
                    <a:pt x="15" y="23"/>
                    <a:pt x="12" y="19"/>
                  </a:cubicBezTo>
                  <a:cubicBezTo>
                    <a:pt x="9" y="15"/>
                    <a:pt x="6" y="11"/>
                    <a:pt x="4" y="7"/>
                  </a:cubicBezTo>
                  <a:cubicBezTo>
                    <a:pt x="9" y="0"/>
                    <a:pt x="23" y="1"/>
                    <a:pt x="28" y="9"/>
                  </a:cubicBezTo>
                  <a:cubicBezTo>
                    <a:pt x="32" y="16"/>
                    <a:pt x="36" y="22"/>
                    <a:pt x="40" y="29"/>
                  </a:cubicBezTo>
                  <a:cubicBezTo>
                    <a:pt x="41" y="31"/>
                    <a:pt x="41" y="34"/>
                    <a:pt x="41" y="36"/>
                  </a:cubicBezTo>
                  <a:cubicBezTo>
                    <a:pt x="40" y="41"/>
                    <a:pt x="38" y="46"/>
                    <a:pt x="37" y="51"/>
                  </a:cubicBezTo>
                  <a:cubicBezTo>
                    <a:pt x="36" y="57"/>
                    <a:pt x="34" y="58"/>
                    <a:pt x="27" y="5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1" name="Freeform 1338">
              <a:extLst>
                <a:ext uri="{FF2B5EF4-FFF2-40B4-BE49-F238E27FC236}">
                  <a16:creationId xmlns="" xmlns:a16="http://schemas.microsoft.com/office/drawing/2014/main" id="{BB623437-9C4A-4BCF-A875-9377CB8EB4AD}"/>
                </a:ext>
              </a:extLst>
            </p:cNvPr>
            <p:cNvSpPr>
              <a:spLocks/>
            </p:cNvSpPr>
            <p:nvPr/>
          </p:nvSpPr>
          <p:spPr bwMode="auto">
            <a:xfrm>
              <a:off x="11174436" y="793628"/>
              <a:ext cx="26048" cy="64984"/>
            </a:xfrm>
            <a:custGeom>
              <a:avLst/>
              <a:gdLst>
                <a:gd name="T0" fmla="*/ 27 w 41"/>
                <a:gd name="T1" fmla="*/ 61 h 102"/>
                <a:gd name="T2" fmla="*/ 25 w 41"/>
                <a:gd name="T3" fmla="*/ 84 h 102"/>
                <a:gd name="T4" fmla="*/ 24 w 41"/>
                <a:gd name="T5" fmla="*/ 95 h 102"/>
                <a:gd name="T6" fmla="*/ 17 w 41"/>
                <a:gd name="T7" fmla="*/ 102 h 102"/>
                <a:gd name="T8" fmla="*/ 11 w 41"/>
                <a:gd name="T9" fmla="*/ 95 h 102"/>
                <a:gd name="T10" fmla="*/ 13 w 41"/>
                <a:gd name="T11" fmla="*/ 71 h 102"/>
                <a:gd name="T12" fmla="*/ 13 w 41"/>
                <a:gd name="T13" fmla="*/ 58 h 102"/>
                <a:gd name="T14" fmla="*/ 9 w 41"/>
                <a:gd name="T15" fmla="*/ 58 h 102"/>
                <a:gd name="T16" fmla="*/ 5 w 41"/>
                <a:gd name="T17" fmla="*/ 54 h 102"/>
                <a:gd name="T18" fmla="*/ 0 w 41"/>
                <a:gd name="T19" fmla="*/ 35 h 102"/>
                <a:gd name="T20" fmla="*/ 1 w 41"/>
                <a:gd name="T21" fmla="*/ 29 h 102"/>
                <a:gd name="T22" fmla="*/ 13 w 41"/>
                <a:gd name="T23" fmla="*/ 9 h 102"/>
                <a:gd name="T24" fmla="*/ 37 w 41"/>
                <a:gd name="T25" fmla="*/ 7 h 102"/>
                <a:gd name="T26" fmla="*/ 29 w 41"/>
                <a:gd name="T27" fmla="*/ 18 h 102"/>
                <a:gd name="T28" fmla="*/ 27 w 41"/>
                <a:gd name="T29" fmla="*/ 33 h 102"/>
                <a:gd name="T30" fmla="*/ 34 w 41"/>
                <a:gd name="T31" fmla="*/ 51 h 102"/>
                <a:gd name="T32" fmla="*/ 39 w 41"/>
                <a:gd name="T33" fmla="*/ 58 h 102"/>
                <a:gd name="T34" fmla="*/ 40 w 41"/>
                <a:gd name="T35" fmla="*/ 61 h 102"/>
                <a:gd name="T36" fmla="*/ 41 w 41"/>
                <a:gd name="T37" fmla="*/ 97 h 102"/>
                <a:gd name="T38" fmla="*/ 37 w 41"/>
                <a:gd name="T39" fmla="*/ 101 h 102"/>
                <a:gd name="T40" fmla="*/ 30 w 41"/>
                <a:gd name="T41" fmla="*/ 98 h 102"/>
                <a:gd name="T42" fmla="*/ 29 w 41"/>
                <a:gd name="T43" fmla="*/ 92 h 102"/>
                <a:gd name="T44" fmla="*/ 27 w 41"/>
                <a:gd name="T45" fmla="*/ 61 h 102"/>
                <a:gd name="T46" fmla="*/ 27 w 41"/>
                <a:gd name="T47" fmla="*/ 6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102">
                  <a:moveTo>
                    <a:pt x="27" y="61"/>
                  </a:moveTo>
                  <a:cubicBezTo>
                    <a:pt x="26" y="68"/>
                    <a:pt x="25" y="76"/>
                    <a:pt x="25" y="84"/>
                  </a:cubicBezTo>
                  <a:cubicBezTo>
                    <a:pt x="24" y="87"/>
                    <a:pt x="24" y="91"/>
                    <a:pt x="24" y="95"/>
                  </a:cubicBezTo>
                  <a:cubicBezTo>
                    <a:pt x="23" y="99"/>
                    <a:pt x="21" y="102"/>
                    <a:pt x="17" y="102"/>
                  </a:cubicBezTo>
                  <a:cubicBezTo>
                    <a:pt x="14" y="101"/>
                    <a:pt x="11" y="99"/>
                    <a:pt x="11" y="95"/>
                  </a:cubicBezTo>
                  <a:cubicBezTo>
                    <a:pt x="11" y="87"/>
                    <a:pt x="12" y="79"/>
                    <a:pt x="13" y="71"/>
                  </a:cubicBezTo>
                  <a:cubicBezTo>
                    <a:pt x="13" y="67"/>
                    <a:pt x="13" y="63"/>
                    <a:pt x="13" y="58"/>
                  </a:cubicBezTo>
                  <a:cubicBezTo>
                    <a:pt x="12" y="58"/>
                    <a:pt x="10" y="59"/>
                    <a:pt x="9" y="58"/>
                  </a:cubicBezTo>
                  <a:cubicBezTo>
                    <a:pt x="8" y="57"/>
                    <a:pt x="5" y="56"/>
                    <a:pt x="5" y="54"/>
                  </a:cubicBezTo>
                  <a:cubicBezTo>
                    <a:pt x="3" y="48"/>
                    <a:pt x="1" y="41"/>
                    <a:pt x="0" y="35"/>
                  </a:cubicBezTo>
                  <a:cubicBezTo>
                    <a:pt x="0" y="33"/>
                    <a:pt x="0" y="31"/>
                    <a:pt x="1" y="29"/>
                  </a:cubicBezTo>
                  <a:cubicBezTo>
                    <a:pt x="5" y="23"/>
                    <a:pt x="9" y="16"/>
                    <a:pt x="13" y="9"/>
                  </a:cubicBezTo>
                  <a:cubicBezTo>
                    <a:pt x="18" y="1"/>
                    <a:pt x="30" y="0"/>
                    <a:pt x="37" y="7"/>
                  </a:cubicBezTo>
                  <a:cubicBezTo>
                    <a:pt x="35" y="11"/>
                    <a:pt x="32" y="15"/>
                    <a:pt x="29" y="18"/>
                  </a:cubicBezTo>
                  <a:cubicBezTo>
                    <a:pt x="26" y="23"/>
                    <a:pt x="25" y="28"/>
                    <a:pt x="27" y="33"/>
                  </a:cubicBezTo>
                  <a:cubicBezTo>
                    <a:pt x="30" y="39"/>
                    <a:pt x="32" y="45"/>
                    <a:pt x="34" y="51"/>
                  </a:cubicBezTo>
                  <a:cubicBezTo>
                    <a:pt x="35" y="53"/>
                    <a:pt x="37" y="55"/>
                    <a:pt x="39" y="58"/>
                  </a:cubicBezTo>
                  <a:cubicBezTo>
                    <a:pt x="39" y="59"/>
                    <a:pt x="40" y="60"/>
                    <a:pt x="40" y="61"/>
                  </a:cubicBezTo>
                  <a:cubicBezTo>
                    <a:pt x="40" y="73"/>
                    <a:pt x="41" y="85"/>
                    <a:pt x="41" y="97"/>
                  </a:cubicBezTo>
                  <a:cubicBezTo>
                    <a:pt x="41" y="100"/>
                    <a:pt x="39" y="101"/>
                    <a:pt x="37" y="101"/>
                  </a:cubicBezTo>
                  <a:cubicBezTo>
                    <a:pt x="34" y="102"/>
                    <a:pt x="31" y="101"/>
                    <a:pt x="30" y="98"/>
                  </a:cubicBezTo>
                  <a:cubicBezTo>
                    <a:pt x="29" y="96"/>
                    <a:pt x="29" y="94"/>
                    <a:pt x="29" y="92"/>
                  </a:cubicBezTo>
                  <a:cubicBezTo>
                    <a:pt x="28" y="82"/>
                    <a:pt x="28" y="71"/>
                    <a:pt x="27" y="61"/>
                  </a:cubicBezTo>
                  <a:cubicBezTo>
                    <a:pt x="27" y="61"/>
                    <a:pt x="27" y="61"/>
                    <a:pt x="27" y="6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2" name="Freeform 1339">
              <a:extLst>
                <a:ext uri="{FF2B5EF4-FFF2-40B4-BE49-F238E27FC236}">
                  <a16:creationId xmlns="" xmlns:a16="http://schemas.microsoft.com/office/drawing/2014/main" id="{74A221C8-CC40-4F99-A42D-F16D9E7B62E9}"/>
                </a:ext>
              </a:extLst>
            </p:cNvPr>
            <p:cNvSpPr>
              <a:spLocks/>
            </p:cNvSpPr>
            <p:nvPr/>
          </p:nvSpPr>
          <p:spPr bwMode="auto">
            <a:xfrm>
              <a:off x="11228679" y="775367"/>
              <a:ext cx="18260" cy="18260"/>
            </a:xfrm>
            <a:custGeom>
              <a:avLst/>
              <a:gdLst>
                <a:gd name="T0" fmla="*/ 29 w 29"/>
                <a:gd name="T1" fmla="*/ 15 h 29"/>
                <a:gd name="T2" fmla="*/ 15 w 29"/>
                <a:gd name="T3" fmla="*/ 29 h 29"/>
                <a:gd name="T4" fmla="*/ 0 w 29"/>
                <a:gd name="T5" fmla="*/ 14 h 29"/>
                <a:gd name="T6" fmla="*/ 15 w 29"/>
                <a:gd name="T7" fmla="*/ 0 h 29"/>
                <a:gd name="T8" fmla="*/ 29 w 29"/>
                <a:gd name="T9" fmla="*/ 15 h 29"/>
              </a:gdLst>
              <a:ahLst/>
              <a:cxnLst>
                <a:cxn ang="0">
                  <a:pos x="T0" y="T1"/>
                </a:cxn>
                <a:cxn ang="0">
                  <a:pos x="T2" y="T3"/>
                </a:cxn>
                <a:cxn ang="0">
                  <a:pos x="T4" y="T5"/>
                </a:cxn>
                <a:cxn ang="0">
                  <a:pos x="T6" y="T7"/>
                </a:cxn>
                <a:cxn ang="0">
                  <a:pos x="T8" y="T9"/>
                </a:cxn>
              </a:cxnLst>
              <a:rect l="0" t="0" r="r" b="b"/>
              <a:pathLst>
                <a:path w="29" h="29">
                  <a:moveTo>
                    <a:pt x="29" y="15"/>
                  </a:moveTo>
                  <a:cubicBezTo>
                    <a:pt x="29" y="23"/>
                    <a:pt x="23" y="29"/>
                    <a:pt x="15" y="29"/>
                  </a:cubicBezTo>
                  <a:cubicBezTo>
                    <a:pt x="7" y="29"/>
                    <a:pt x="0" y="22"/>
                    <a:pt x="0" y="14"/>
                  </a:cubicBezTo>
                  <a:cubicBezTo>
                    <a:pt x="1" y="7"/>
                    <a:pt x="7" y="0"/>
                    <a:pt x="15" y="0"/>
                  </a:cubicBezTo>
                  <a:cubicBezTo>
                    <a:pt x="23" y="0"/>
                    <a:pt x="29" y="7"/>
                    <a:pt x="29"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3" name="Freeform 1340">
              <a:extLst>
                <a:ext uri="{FF2B5EF4-FFF2-40B4-BE49-F238E27FC236}">
                  <a16:creationId xmlns="" xmlns:a16="http://schemas.microsoft.com/office/drawing/2014/main" id="{2C72B0C6-8B0F-4C26-9BFF-77B11B208EF2}"/>
                </a:ext>
              </a:extLst>
            </p:cNvPr>
            <p:cNvSpPr>
              <a:spLocks/>
            </p:cNvSpPr>
            <p:nvPr/>
          </p:nvSpPr>
          <p:spPr bwMode="auto">
            <a:xfrm>
              <a:off x="11182761" y="775367"/>
              <a:ext cx="18529" cy="18260"/>
            </a:xfrm>
            <a:custGeom>
              <a:avLst/>
              <a:gdLst>
                <a:gd name="T0" fmla="*/ 0 w 29"/>
                <a:gd name="T1" fmla="*/ 15 h 29"/>
                <a:gd name="T2" fmla="*/ 14 w 29"/>
                <a:gd name="T3" fmla="*/ 0 h 29"/>
                <a:gd name="T4" fmla="*/ 28 w 29"/>
                <a:gd name="T5" fmla="*/ 15 h 29"/>
                <a:gd name="T6" fmla="*/ 14 w 29"/>
                <a:gd name="T7" fmla="*/ 29 h 29"/>
                <a:gd name="T8" fmla="*/ 0 w 29"/>
                <a:gd name="T9" fmla="*/ 15 h 29"/>
              </a:gdLst>
              <a:ahLst/>
              <a:cxnLst>
                <a:cxn ang="0">
                  <a:pos x="T0" y="T1"/>
                </a:cxn>
                <a:cxn ang="0">
                  <a:pos x="T2" y="T3"/>
                </a:cxn>
                <a:cxn ang="0">
                  <a:pos x="T4" y="T5"/>
                </a:cxn>
                <a:cxn ang="0">
                  <a:pos x="T6" y="T7"/>
                </a:cxn>
                <a:cxn ang="0">
                  <a:pos x="T8" y="T9"/>
                </a:cxn>
              </a:cxnLst>
              <a:rect l="0" t="0" r="r" b="b"/>
              <a:pathLst>
                <a:path w="29" h="29">
                  <a:moveTo>
                    <a:pt x="0" y="15"/>
                  </a:moveTo>
                  <a:cubicBezTo>
                    <a:pt x="0" y="7"/>
                    <a:pt x="6" y="0"/>
                    <a:pt x="14" y="0"/>
                  </a:cubicBezTo>
                  <a:cubicBezTo>
                    <a:pt x="22" y="0"/>
                    <a:pt x="29" y="7"/>
                    <a:pt x="28" y="15"/>
                  </a:cubicBezTo>
                  <a:cubicBezTo>
                    <a:pt x="28" y="23"/>
                    <a:pt x="22" y="29"/>
                    <a:pt x="14" y="29"/>
                  </a:cubicBezTo>
                  <a:cubicBezTo>
                    <a:pt x="6" y="29"/>
                    <a:pt x="0" y="23"/>
                    <a:pt x="0" y="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4" name="Freeform 1341">
              <a:extLst>
                <a:ext uri="{FF2B5EF4-FFF2-40B4-BE49-F238E27FC236}">
                  <a16:creationId xmlns="" xmlns:a16="http://schemas.microsoft.com/office/drawing/2014/main" id="{2D969063-AA9C-4F6B-A12F-7074E13B886F}"/>
                </a:ext>
              </a:extLst>
            </p:cNvPr>
            <p:cNvSpPr>
              <a:spLocks/>
            </p:cNvSpPr>
            <p:nvPr/>
          </p:nvSpPr>
          <p:spPr bwMode="auto">
            <a:xfrm>
              <a:off x="11299035" y="238843"/>
              <a:ext cx="97477" cy="87810"/>
            </a:xfrm>
            <a:custGeom>
              <a:avLst/>
              <a:gdLst>
                <a:gd name="T0" fmla="*/ 2 w 153"/>
                <a:gd name="T1" fmla="*/ 99 h 138"/>
                <a:gd name="T2" fmla="*/ 3 w 153"/>
                <a:gd name="T3" fmla="*/ 68 h 138"/>
                <a:gd name="T4" fmla="*/ 37 w 153"/>
                <a:gd name="T5" fmla="*/ 22 h 138"/>
                <a:gd name="T6" fmla="*/ 140 w 153"/>
                <a:gd name="T7" fmla="*/ 49 h 138"/>
                <a:gd name="T8" fmla="*/ 147 w 153"/>
                <a:gd name="T9" fmla="*/ 107 h 138"/>
                <a:gd name="T10" fmla="*/ 128 w 153"/>
                <a:gd name="T11" fmla="*/ 138 h 138"/>
                <a:gd name="T12" fmla="*/ 128 w 153"/>
                <a:gd name="T13" fmla="*/ 136 h 138"/>
                <a:gd name="T14" fmla="*/ 128 w 153"/>
                <a:gd name="T15" fmla="*/ 126 h 138"/>
                <a:gd name="T16" fmla="*/ 129 w 153"/>
                <a:gd name="T17" fmla="*/ 123 h 138"/>
                <a:gd name="T18" fmla="*/ 139 w 153"/>
                <a:gd name="T19" fmla="*/ 97 h 138"/>
                <a:gd name="T20" fmla="*/ 133 w 153"/>
                <a:gd name="T21" fmla="*/ 57 h 138"/>
                <a:gd name="T22" fmla="*/ 98 w 153"/>
                <a:gd name="T23" fmla="*/ 25 h 138"/>
                <a:gd name="T24" fmla="*/ 70 w 153"/>
                <a:gd name="T25" fmla="*/ 21 h 138"/>
                <a:gd name="T26" fmla="*/ 28 w 153"/>
                <a:gd name="T27" fmla="*/ 42 h 138"/>
                <a:gd name="T28" fmla="*/ 11 w 153"/>
                <a:gd name="T29" fmla="*/ 77 h 138"/>
                <a:gd name="T30" fmla="*/ 11 w 153"/>
                <a:gd name="T31" fmla="*/ 93 h 138"/>
                <a:gd name="T32" fmla="*/ 10 w 153"/>
                <a:gd name="T33" fmla="*/ 95 h 138"/>
                <a:gd name="T34" fmla="*/ 2 w 153"/>
                <a:gd name="T35" fmla="*/ 9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3" h="138">
                  <a:moveTo>
                    <a:pt x="2" y="99"/>
                  </a:moveTo>
                  <a:cubicBezTo>
                    <a:pt x="0" y="88"/>
                    <a:pt x="0" y="78"/>
                    <a:pt x="3" y="68"/>
                  </a:cubicBezTo>
                  <a:cubicBezTo>
                    <a:pt x="8" y="48"/>
                    <a:pt x="20" y="32"/>
                    <a:pt x="37" y="22"/>
                  </a:cubicBezTo>
                  <a:cubicBezTo>
                    <a:pt x="74" y="0"/>
                    <a:pt x="120" y="13"/>
                    <a:pt x="140" y="49"/>
                  </a:cubicBezTo>
                  <a:cubicBezTo>
                    <a:pt x="150" y="67"/>
                    <a:pt x="153" y="87"/>
                    <a:pt x="147" y="107"/>
                  </a:cubicBezTo>
                  <a:cubicBezTo>
                    <a:pt x="144" y="119"/>
                    <a:pt x="137" y="129"/>
                    <a:pt x="128" y="138"/>
                  </a:cubicBezTo>
                  <a:cubicBezTo>
                    <a:pt x="128" y="137"/>
                    <a:pt x="128" y="137"/>
                    <a:pt x="128" y="136"/>
                  </a:cubicBezTo>
                  <a:cubicBezTo>
                    <a:pt x="128" y="133"/>
                    <a:pt x="128" y="129"/>
                    <a:pt x="128" y="126"/>
                  </a:cubicBezTo>
                  <a:cubicBezTo>
                    <a:pt x="128" y="125"/>
                    <a:pt x="128" y="124"/>
                    <a:pt x="129" y="123"/>
                  </a:cubicBezTo>
                  <a:cubicBezTo>
                    <a:pt x="135" y="115"/>
                    <a:pt x="138" y="106"/>
                    <a:pt x="139" y="97"/>
                  </a:cubicBezTo>
                  <a:cubicBezTo>
                    <a:pt x="142" y="83"/>
                    <a:pt x="140" y="69"/>
                    <a:pt x="133" y="57"/>
                  </a:cubicBezTo>
                  <a:cubicBezTo>
                    <a:pt x="125" y="42"/>
                    <a:pt x="114" y="31"/>
                    <a:pt x="98" y="25"/>
                  </a:cubicBezTo>
                  <a:cubicBezTo>
                    <a:pt x="89" y="22"/>
                    <a:pt x="80" y="21"/>
                    <a:pt x="70" y="21"/>
                  </a:cubicBezTo>
                  <a:cubicBezTo>
                    <a:pt x="53" y="23"/>
                    <a:pt x="39" y="30"/>
                    <a:pt x="28" y="42"/>
                  </a:cubicBezTo>
                  <a:cubicBezTo>
                    <a:pt x="18" y="52"/>
                    <a:pt x="13" y="64"/>
                    <a:pt x="11" y="77"/>
                  </a:cubicBezTo>
                  <a:cubicBezTo>
                    <a:pt x="10" y="82"/>
                    <a:pt x="10" y="88"/>
                    <a:pt x="11" y="93"/>
                  </a:cubicBezTo>
                  <a:cubicBezTo>
                    <a:pt x="11" y="94"/>
                    <a:pt x="11" y="95"/>
                    <a:pt x="10" y="95"/>
                  </a:cubicBezTo>
                  <a:cubicBezTo>
                    <a:pt x="7" y="96"/>
                    <a:pt x="5" y="98"/>
                    <a:pt x="2" y="9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5" name="Freeform 1342">
              <a:extLst>
                <a:ext uri="{FF2B5EF4-FFF2-40B4-BE49-F238E27FC236}">
                  <a16:creationId xmlns="" xmlns:a16="http://schemas.microsoft.com/office/drawing/2014/main" id="{B38B665B-7337-406A-BA0E-08990F696584}"/>
                </a:ext>
              </a:extLst>
            </p:cNvPr>
            <p:cNvSpPr>
              <a:spLocks/>
            </p:cNvSpPr>
            <p:nvPr/>
          </p:nvSpPr>
          <p:spPr bwMode="auto">
            <a:xfrm>
              <a:off x="11320785" y="269455"/>
              <a:ext cx="46456" cy="29001"/>
            </a:xfrm>
            <a:custGeom>
              <a:avLst/>
              <a:gdLst>
                <a:gd name="T0" fmla="*/ 54 w 73"/>
                <a:gd name="T1" fmla="*/ 46 h 46"/>
                <a:gd name="T2" fmla="*/ 43 w 73"/>
                <a:gd name="T3" fmla="*/ 46 h 46"/>
                <a:gd name="T4" fmla="*/ 36 w 73"/>
                <a:gd name="T5" fmla="*/ 42 h 46"/>
                <a:gd name="T6" fmla="*/ 30 w 73"/>
                <a:gd name="T7" fmla="*/ 37 h 46"/>
                <a:gd name="T8" fmla="*/ 2 w 73"/>
                <a:gd name="T9" fmla="*/ 9 h 46"/>
                <a:gd name="T10" fmla="*/ 1 w 73"/>
                <a:gd name="T11" fmla="*/ 4 h 46"/>
                <a:gd name="T12" fmla="*/ 4 w 73"/>
                <a:gd name="T13" fmla="*/ 0 h 46"/>
                <a:gd name="T14" fmla="*/ 9 w 73"/>
                <a:gd name="T15" fmla="*/ 2 h 46"/>
                <a:gd name="T16" fmla="*/ 26 w 73"/>
                <a:gd name="T17" fmla="*/ 20 h 46"/>
                <a:gd name="T18" fmla="*/ 39 w 73"/>
                <a:gd name="T19" fmla="*/ 32 h 46"/>
                <a:gd name="T20" fmla="*/ 42 w 73"/>
                <a:gd name="T21" fmla="*/ 33 h 46"/>
                <a:gd name="T22" fmla="*/ 66 w 73"/>
                <a:gd name="T23" fmla="*/ 33 h 46"/>
                <a:gd name="T24" fmla="*/ 73 w 73"/>
                <a:gd name="T25" fmla="*/ 40 h 46"/>
                <a:gd name="T26" fmla="*/ 66 w 73"/>
                <a:gd name="T27" fmla="*/ 46 h 46"/>
                <a:gd name="T28" fmla="*/ 62 w 73"/>
                <a:gd name="T29" fmla="*/ 46 h 46"/>
                <a:gd name="T30" fmla="*/ 54 w 73"/>
                <a:gd name="T31"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3" h="46">
                  <a:moveTo>
                    <a:pt x="54" y="46"/>
                  </a:moveTo>
                  <a:cubicBezTo>
                    <a:pt x="50" y="46"/>
                    <a:pt x="47" y="46"/>
                    <a:pt x="43" y="46"/>
                  </a:cubicBezTo>
                  <a:cubicBezTo>
                    <a:pt x="40" y="46"/>
                    <a:pt x="37" y="45"/>
                    <a:pt x="36" y="42"/>
                  </a:cubicBezTo>
                  <a:cubicBezTo>
                    <a:pt x="34" y="40"/>
                    <a:pt x="32" y="39"/>
                    <a:pt x="30" y="37"/>
                  </a:cubicBezTo>
                  <a:cubicBezTo>
                    <a:pt x="21" y="27"/>
                    <a:pt x="11" y="18"/>
                    <a:pt x="2" y="9"/>
                  </a:cubicBezTo>
                  <a:cubicBezTo>
                    <a:pt x="1" y="7"/>
                    <a:pt x="0" y="6"/>
                    <a:pt x="1" y="4"/>
                  </a:cubicBezTo>
                  <a:cubicBezTo>
                    <a:pt x="1" y="2"/>
                    <a:pt x="2" y="1"/>
                    <a:pt x="4" y="0"/>
                  </a:cubicBezTo>
                  <a:cubicBezTo>
                    <a:pt x="6" y="0"/>
                    <a:pt x="8" y="1"/>
                    <a:pt x="9" y="2"/>
                  </a:cubicBezTo>
                  <a:cubicBezTo>
                    <a:pt x="15" y="8"/>
                    <a:pt x="21" y="14"/>
                    <a:pt x="26" y="20"/>
                  </a:cubicBezTo>
                  <a:cubicBezTo>
                    <a:pt x="31" y="24"/>
                    <a:pt x="35" y="28"/>
                    <a:pt x="39" y="32"/>
                  </a:cubicBezTo>
                  <a:cubicBezTo>
                    <a:pt x="40" y="33"/>
                    <a:pt x="41" y="33"/>
                    <a:pt x="42" y="33"/>
                  </a:cubicBezTo>
                  <a:cubicBezTo>
                    <a:pt x="50" y="33"/>
                    <a:pt x="58" y="33"/>
                    <a:pt x="66" y="33"/>
                  </a:cubicBezTo>
                  <a:cubicBezTo>
                    <a:pt x="70" y="33"/>
                    <a:pt x="73" y="36"/>
                    <a:pt x="73" y="40"/>
                  </a:cubicBezTo>
                  <a:cubicBezTo>
                    <a:pt x="73" y="43"/>
                    <a:pt x="70" y="46"/>
                    <a:pt x="66" y="46"/>
                  </a:cubicBezTo>
                  <a:cubicBezTo>
                    <a:pt x="64" y="46"/>
                    <a:pt x="63" y="46"/>
                    <a:pt x="62" y="46"/>
                  </a:cubicBezTo>
                  <a:cubicBezTo>
                    <a:pt x="59" y="46"/>
                    <a:pt x="56" y="46"/>
                    <a:pt x="54" y="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6" name="Freeform 1343">
              <a:extLst>
                <a:ext uri="{FF2B5EF4-FFF2-40B4-BE49-F238E27FC236}">
                  <a16:creationId xmlns="" xmlns:a16="http://schemas.microsoft.com/office/drawing/2014/main" id="{F80220D1-78E1-4C20-9187-149E501B9FBB}"/>
                </a:ext>
              </a:extLst>
            </p:cNvPr>
            <p:cNvSpPr>
              <a:spLocks noEditPoints="1"/>
            </p:cNvSpPr>
            <p:nvPr/>
          </p:nvSpPr>
          <p:spPr bwMode="auto">
            <a:xfrm>
              <a:off x="11299035" y="299799"/>
              <a:ext cx="38937" cy="17723"/>
            </a:xfrm>
            <a:custGeom>
              <a:avLst/>
              <a:gdLst>
                <a:gd name="T0" fmla="*/ 32 w 61"/>
                <a:gd name="T1" fmla="*/ 28 h 28"/>
                <a:gd name="T2" fmla="*/ 8 w 61"/>
                <a:gd name="T3" fmla="*/ 24 h 28"/>
                <a:gd name="T4" fmla="*/ 2 w 61"/>
                <a:gd name="T5" fmla="*/ 19 h 28"/>
                <a:gd name="T6" fmla="*/ 3 w 61"/>
                <a:gd name="T7" fmla="*/ 9 h 28"/>
                <a:gd name="T8" fmla="*/ 12 w 61"/>
                <a:gd name="T9" fmla="*/ 3 h 28"/>
                <a:gd name="T10" fmla="*/ 34 w 61"/>
                <a:gd name="T11" fmla="*/ 0 h 28"/>
                <a:gd name="T12" fmla="*/ 51 w 61"/>
                <a:gd name="T13" fmla="*/ 4 h 28"/>
                <a:gd name="T14" fmla="*/ 58 w 61"/>
                <a:gd name="T15" fmla="*/ 9 h 28"/>
                <a:gd name="T16" fmla="*/ 60 w 61"/>
                <a:gd name="T17" fmla="*/ 11 h 28"/>
                <a:gd name="T18" fmla="*/ 55 w 61"/>
                <a:gd name="T19" fmla="*/ 23 h 28"/>
                <a:gd name="T20" fmla="*/ 40 w 61"/>
                <a:gd name="T21" fmla="*/ 28 h 28"/>
                <a:gd name="T22" fmla="*/ 32 w 61"/>
                <a:gd name="T23" fmla="*/ 28 h 28"/>
                <a:gd name="T24" fmla="*/ 29 w 61"/>
                <a:gd name="T25" fmla="*/ 20 h 28"/>
                <a:gd name="T26" fmla="*/ 50 w 61"/>
                <a:gd name="T27" fmla="*/ 17 h 28"/>
                <a:gd name="T28" fmla="*/ 54 w 61"/>
                <a:gd name="T29" fmla="*/ 14 h 28"/>
                <a:gd name="T30" fmla="*/ 54 w 61"/>
                <a:gd name="T31" fmla="*/ 11 h 28"/>
                <a:gd name="T32" fmla="*/ 53 w 61"/>
                <a:gd name="T33" fmla="*/ 10 h 28"/>
                <a:gd name="T34" fmla="*/ 44 w 61"/>
                <a:gd name="T35" fmla="*/ 7 h 28"/>
                <a:gd name="T36" fmla="*/ 17 w 61"/>
                <a:gd name="T37" fmla="*/ 7 h 28"/>
                <a:gd name="T38" fmla="*/ 7 w 61"/>
                <a:gd name="T39" fmla="*/ 11 h 28"/>
                <a:gd name="T40" fmla="*/ 7 w 61"/>
                <a:gd name="T41" fmla="*/ 15 h 28"/>
                <a:gd name="T42" fmla="*/ 13 w 61"/>
                <a:gd name="T43" fmla="*/ 18 h 28"/>
                <a:gd name="T44" fmla="*/ 29 w 61"/>
                <a:gd name="T45" fmla="*/ 2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 h="28">
                  <a:moveTo>
                    <a:pt x="32" y="28"/>
                  </a:moveTo>
                  <a:cubicBezTo>
                    <a:pt x="23" y="28"/>
                    <a:pt x="15" y="27"/>
                    <a:pt x="8" y="24"/>
                  </a:cubicBezTo>
                  <a:cubicBezTo>
                    <a:pt x="6" y="23"/>
                    <a:pt x="3" y="22"/>
                    <a:pt x="2" y="19"/>
                  </a:cubicBezTo>
                  <a:cubicBezTo>
                    <a:pt x="0" y="16"/>
                    <a:pt x="0" y="11"/>
                    <a:pt x="3" y="9"/>
                  </a:cubicBezTo>
                  <a:cubicBezTo>
                    <a:pt x="5" y="6"/>
                    <a:pt x="9" y="4"/>
                    <a:pt x="12" y="3"/>
                  </a:cubicBezTo>
                  <a:cubicBezTo>
                    <a:pt x="19" y="1"/>
                    <a:pt x="27" y="0"/>
                    <a:pt x="34" y="0"/>
                  </a:cubicBezTo>
                  <a:cubicBezTo>
                    <a:pt x="40" y="1"/>
                    <a:pt x="46" y="2"/>
                    <a:pt x="51" y="4"/>
                  </a:cubicBezTo>
                  <a:cubicBezTo>
                    <a:pt x="54" y="5"/>
                    <a:pt x="56" y="6"/>
                    <a:pt x="58" y="9"/>
                  </a:cubicBezTo>
                  <a:cubicBezTo>
                    <a:pt x="59" y="9"/>
                    <a:pt x="60" y="10"/>
                    <a:pt x="60" y="11"/>
                  </a:cubicBezTo>
                  <a:cubicBezTo>
                    <a:pt x="61" y="17"/>
                    <a:pt x="60" y="19"/>
                    <a:pt x="55" y="23"/>
                  </a:cubicBezTo>
                  <a:cubicBezTo>
                    <a:pt x="51" y="26"/>
                    <a:pt x="45" y="27"/>
                    <a:pt x="40" y="28"/>
                  </a:cubicBezTo>
                  <a:cubicBezTo>
                    <a:pt x="37" y="28"/>
                    <a:pt x="34" y="28"/>
                    <a:pt x="32" y="28"/>
                  </a:cubicBezTo>
                  <a:close/>
                  <a:moveTo>
                    <a:pt x="29" y="20"/>
                  </a:moveTo>
                  <a:cubicBezTo>
                    <a:pt x="37" y="20"/>
                    <a:pt x="43" y="20"/>
                    <a:pt x="50" y="17"/>
                  </a:cubicBezTo>
                  <a:cubicBezTo>
                    <a:pt x="51" y="16"/>
                    <a:pt x="53" y="15"/>
                    <a:pt x="54" y="14"/>
                  </a:cubicBezTo>
                  <a:cubicBezTo>
                    <a:pt x="55" y="13"/>
                    <a:pt x="55" y="12"/>
                    <a:pt x="54" y="11"/>
                  </a:cubicBezTo>
                  <a:cubicBezTo>
                    <a:pt x="54" y="11"/>
                    <a:pt x="53" y="10"/>
                    <a:pt x="53" y="10"/>
                  </a:cubicBezTo>
                  <a:cubicBezTo>
                    <a:pt x="50" y="9"/>
                    <a:pt x="47" y="8"/>
                    <a:pt x="44" y="7"/>
                  </a:cubicBezTo>
                  <a:cubicBezTo>
                    <a:pt x="35" y="5"/>
                    <a:pt x="26" y="5"/>
                    <a:pt x="17" y="7"/>
                  </a:cubicBezTo>
                  <a:cubicBezTo>
                    <a:pt x="14" y="7"/>
                    <a:pt x="10" y="9"/>
                    <a:pt x="7" y="11"/>
                  </a:cubicBezTo>
                  <a:cubicBezTo>
                    <a:pt x="5" y="12"/>
                    <a:pt x="5" y="13"/>
                    <a:pt x="7" y="15"/>
                  </a:cubicBezTo>
                  <a:cubicBezTo>
                    <a:pt x="9" y="16"/>
                    <a:pt x="11" y="17"/>
                    <a:pt x="13" y="18"/>
                  </a:cubicBezTo>
                  <a:cubicBezTo>
                    <a:pt x="18" y="20"/>
                    <a:pt x="24" y="20"/>
                    <a:pt x="29" y="2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7" name="Freeform 1344">
              <a:extLst>
                <a:ext uri="{FF2B5EF4-FFF2-40B4-BE49-F238E27FC236}">
                  <a16:creationId xmlns="" xmlns:a16="http://schemas.microsoft.com/office/drawing/2014/main" id="{D6D608E9-B49F-4A1E-AEEE-722172803E29}"/>
                </a:ext>
              </a:extLst>
            </p:cNvPr>
            <p:cNvSpPr>
              <a:spLocks noEditPoints="1"/>
            </p:cNvSpPr>
            <p:nvPr/>
          </p:nvSpPr>
          <p:spPr bwMode="auto">
            <a:xfrm>
              <a:off x="11339851" y="312420"/>
              <a:ext cx="38668" cy="17992"/>
            </a:xfrm>
            <a:custGeom>
              <a:avLst/>
              <a:gdLst>
                <a:gd name="T0" fmla="*/ 30 w 61"/>
                <a:gd name="T1" fmla="*/ 28 h 28"/>
                <a:gd name="T2" fmla="*/ 10 w 61"/>
                <a:gd name="T3" fmla="*/ 25 h 28"/>
                <a:gd name="T4" fmla="*/ 3 w 61"/>
                <a:gd name="T5" fmla="*/ 20 h 28"/>
                <a:gd name="T6" fmla="*/ 0 w 61"/>
                <a:gd name="T7" fmla="*/ 15 h 28"/>
                <a:gd name="T8" fmla="*/ 7 w 61"/>
                <a:gd name="T9" fmla="*/ 5 h 28"/>
                <a:gd name="T10" fmla="*/ 24 w 61"/>
                <a:gd name="T11" fmla="*/ 0 h 28"/>
                <a:gd name="T12" fmla="*/ 44 w 61"/>
                <a:gd name="T13" fmla="*/ 1 h 28"/>
                <a:gd name="T14" fmla="*/ 56 w 61"/>
                <a:gd name="T15" fmla="*/ 6 h 28"/>
                <a:gd name="T16" fmla="*/ 56 w 61"/>
                <a:gd name="T17" fmla="*/ 22 h 28"/>
                <a:gd name="T18" fmla="*/ 40 w 61"/>
                <a:gd name="T19" fmla="*/ 27 h 28"/>
                <a:gd name="T20" fmla="*/ 30 w 61"/>
                <a:gd name="T21" fmla="*/ 28 h 28"/>
                <a:gd name="T22" fmla="*/ 30 w 61"/>
                <a:gd name="T23" fmla="*/ 20 h 28"/>
                <a:gd name="T24" fmla="*/ 30 w 61"/>
                <a:gd name="T25" fmla="*/ 20 h 28"/>
                <a:gd name="T26" fmla="*/ 45 w 61"/>
                <a:gd name="T27" fmla="*/ 18 h 28"/>
                <a:gd name="T28" fmla="*/ 53 w 61"/>
                <a:gd name="T29" fmla="*/ 14 h 28"/>
                <a:gd name="T30" fmla="*/ 53 w 61"/>
                <a:gd name="T31" fmla="*/ 11 h 28"/>
                <a:gd name="T32" fmla="*/ 47 w 61"/>
                <a:gd name="T33" fmla="*/ 7 h 28"/>
                <a:gd name="T34" fmla="*/ 35 w 61"/>
                <a:gd name="T35" fmla="*/ 5 h 28"/>
                <a:gd name="T36" fmla="*/ 12 w 61"/>
                <a:gd name="T37" fmla="*/ 8 h 28"/>
                <a:gd name="T38" fmla="*/ 6 w 61"/>
                <a:gd name="T39" fmla="*/ 11 h 28"/>
                <a:gd name="T40" fmla="*/ 6 w 61"/>
                <a:gd name="T41" fmla="*/ 14 h 28"/>
                <a:gd name="T42" fmla="*/ 11 w 61"/>
                <a:gd name="T43" fmla="*/ 17 h 28"/>
                <a:gd name="T44" fmla="*/ 30 w 61"/>
                <a:gd name="T45" fmla="*/ 2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 h="28">
                  <a:moveTo>
                    <a:pt x="30" y="28"/>
                  </a:moveTo>
                  <a:cubicBezTo>
                    <a:pt x="23" y="28"/>
                    <a:pt x="17" y="27"/>
                    <a:pt x="10" y="25"/>
                  </a:cubicBezTo>
                  <a:cubicBezTo>
                    <a:pt x="8" y="24"/>
                    <a:pt x="5" y="22"/>
                    <a:pt x="3" y="20"/>
                  </a:cubicBezTo>
                  <a:cubicBezTo>
                    <a:pt x="1" y="19"/>
                    <a:pt x="1" y="17"/>
                    <a:pt x="0" y="15"/>
                  </a:cubicBezTo>
                  <a:cubicBezTo>
                    <a:pt x="0" y="10"/>
                    <a:pt x="3" y="7"/>
                    <a:pt x="7" y="5"/>
                  </a:cubicBezTo>
                  <a:cubicBezTo>
                    <a:pt x="12" y="2"/>
                    <a:pt x="18" y="1"/>
                    <a:pt x="24" y="0"/>
                  </a:cubicBezTo>
                  <a:cubicBezTo>
                    <a:pt x="31" y="0"/>
                    <a:pt x="38" y="0"/>
                    <a:pt x="44" y="1"/>
                  </a:cubicBezTo>
                  <a:cubicBezTo>
                    <a:pt x="48" y="2"/>
                    <a:pt x="52" y="4"/>
                    <a:pt x="56" y="6"/>
                  </a:cubicBezTo>
                  <a:cubicBezTo>
                    <a:pt x="61" y="9"/>
                    <a:pt x="61" y="19"/>
                    <a:pt x="56" y="22"/>
                  </a:cubicBezTo>
                  <a:cubicBezTo>
                    <a:pt x="51" y="25"/>
                    <a:pt x="45" y="26"/>
                    <a:pt x="40" y="27"/>
                  </a:cubicBezTo>
                  <a:cubicBezTo>
                    <a:pt x="36" y="28"/>
                    <a:pt x="33" y="28"/>
                    <a:pt x="30" y="28"/>
                  </a:cubicBezTo>
                  <a:close/>
                  <a:moveTo>
                    <a:pt x="30" y="20"/>
                  </a:moveTo>
                  <a:cubicBezTo>
                    <a:pt x="30" y="20"/>
                    <a:pt x="30" y="20"/>
                    <a:pt x="30" y="20"/>
                  </a:cubicBezTo>
                  <a:cubicBezTo>
                    <a:pt x="35" y="20"/>
                    <a:pt x="40" y="19"/>
                    <a:pt x="45" y="18"/>
                  </a:cubicBezTo>
                  <a:cubicBezTo>
                    <a:pt x="48" y="17"/>
                    <a:pt x="50" y="16"/>
                    <a:pt x="53" y="14"/>
                  </a:cubicBezTo>
                  <a:cubicBezTo>
                    <a:pt x="55" y="13"/>
                    <a:pt x="55" y="12"/>
                    <a:pt x="53" y="11"/>
                  </a:cubicBezTo>
                  <a:cubicBezTo>
                    <a:pt x="51" y="9"/>
                    <a:pt x="49" y="8"/>
                    <a:pt x="47" y="7"/>
                  </a:cubicBezTo>
                  <a:cubicBezTo>
                    <a:pt x="43" y="6"/>
                    <a:pt x="39" y="6"/>
                    <a:pt x="35" y="5"/>
                  </a:cubicBezTo>
                  <a:cubicBezTo>
                    <a:pt x="27" y="4"/>
                    <a:pt x="19" y="5"/>
                    <a:pt x="12" y="8"/>
                  </a:cubicBezTo>
                  <a:cubicBezTo>
                    <a:pt x="10" y="9"/>
                    <a:pt x="8" y="10"/>
                    <a:pt x="6" y="11"/>
                  </a:cubicBezTo>
                  <a:cubicBezTo>
                    <a:pt x="5" y="12"/>
                    <a:pt x="5" y="13"/>
                    <a:pt x="6" y="14"/>
                  </a:cubicBezTo>
                  <a:cubicBezTo>
                    <a:pt x="8" y="15"/>
                    <a:pt x="9" y="16"/>
                    <a:pt x="11" y="17"/>
                  </a:cubicBezTo>
                  <a:cubicBezTo>
                    <a:pt x="17" y="19"/>
                    <a:pt x="24" y="20"/>
                    <a:pt x="30" y="2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8" name="Freeform 1345">
              <a:extLst>
                <a:ext uri="{FF2B5EF4-FFF2-40B4-BE49-F238E27FC236}">
                  <a16:creationId xmlns="" xmlns:a16="http://schemas.microsoft.com/office/drawing/2014/main" id="{7AB5CC2D-D29F-4C44-AE28-BC4715C312CB}"/>
                </a:ext>
              </a:extLst>
            </p:cNvPr>
            <p:cNvSpPr>
              <a:spLocks/>
            </p:cNvSpPr>
            <p:nvPr/>
          </p:nvSpPr>
          <p:spPr bwMode="auto">
            <a:xfrm>
              <a:off x="11339851" y="331486"/>
              <a:ext cx="38131" cy="11547"/>
            </a:xfrm>
            <a:custGeom>
              <a:avLst/>
              <a:gdLst>
                <a:gd name="T0" fmla="*/ 60 w 60"/>
                <a:gd name="T1" fmla="*/ 0 h 18"/>
                <a:gd name="T2" fmla="*/ 60 w 60"/>
                <a:gd name="T3" fmla="*/ 6 h 18"/>
                <a:gd name="T4" fmla="*/ 57 w 60"/>
                <a:gd name="T5" fmla="*/ 11 h 18"/>
                <a:gd name="T6" fmla="*/ 44 w 60"/>
                <a:gd name="T7" fmla="*/ 16 h 18"/>
                <a:gd name="T8" fmla="*/ 14 w 60"/>
                <a:gd name="T9" fmla="*/ 16 h 18"/>
                <a:gd name="T10" fmla="*/ 4 w 60"/>
                <a:gd name="T11" fmla="*/ 11 h 18"/>
                <a:gd name="T12" fmla="*/ 0 w 60"/>
                <a:gd name="T13" fmla="*/ 4 h 18"/>
                <a:gd name="T14" fmla="*/ 0 w 60"/>
                <a:gd name="T15" fmla="*/ 1 h 18"/>
                <a:gd name="T16" fmla="*/ 1 w 60"/>
                <a:gd name="T17" fmla="*/ 1 h 18"/>
                <a:gd name="T18" fmla="*/ 11 w 60"/>
                <a:gd name="T19" fmla="*/ 8 h 18"/>
                <a:gd name="T20" fmla="*/ 50 w 60"/>
                <a:gd name="T21" fmla="*/ 8 h 18"/>
                <a:gd name="T22" fmla="*/ 57 w 60"/>
                <a:gd name="T23" fmla="*/ 3 h 18"/>
                <a:gd name="T24" fmla="*/ 60 w 60"/>
                <a:gd name="T2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 h="18">
                  <a:moveTo>
                    <a:pt x="60" y="0"/>
                  </a:moveTo>
                  <a:cubicBezTo>
                    <a:pt x="60" y="2"/>
                    <a:pt x="60" y="4"/>
                    <a:pt x="60" y="6"/>
                  </a:cubicBezTo>
                  <a:cubicBezTo>
                    <a:pt x="60" y="8"/>
                    <a:pt x="58" y="10"/>
                    <a:pt x="57" y="11"/>
                  </a:cubicBezTo>
                  <a:cubicBezTo>
                    <a:pt x="53" y="14"/>
                    <a:pt x="48" y="15"/>
                    <a:pt x="44" y="16"/>
                  </a:cubicBezTo>
                  <a:cubicBezTo>
                    <a:pt x="34" y="18"/>
                    <a:pt x="24" y="18"/>
                    <a:pt x="14" y="16"/>
                  </a:cubicBezTo>
                  <a:cubicBezTo>
                    <a:pt x="11" y="15"/>
                    <a:pt x="7" y="13"/>
                    <a:pt x="4" y="11"/>
                  </a:cubicBezTo>
                  <a:cubicBezTo>
                    <a:pt x="2" y="9"/>
                    <a:pt x="0" y="7"/>
                    <a:pt x="0" y="4"/>
                  </a:cubicBezTo>
                  <a:cubicBezTo>
                    <a:pt x="1" y="3"/>
                    <a:pt x="0" y="2"/>
                    <a:pt x="0" y="1"/>
                  </a:cubicBezTo>
                  <a:cubicBezTo>
                    <a:pt x="1" y="1"/>
                    <a:pt x="1" y="1"/>
                    <a:pt x="1" y="1"/>
                  </a:cubicBezTo>
                  <a:cubicBezTo>
                    <a:pt x="3" y="5"/>
                    <a:pt x="7" y="7"/>
                    <a:pt x="11" y="8"/>
                  </a:cubicBezTo>
                  <a:cubicBezTo>
                    <a:pt x="24" y="12"/>
                    <a:pt x="37" y="12"/>
                    <a:pt x="50" y="8"/>
                  </a:cubicBezTo>
                  <a:cubicBezTo>
                    <a:pt x="53" y="7"/>
                    <a:pt x="55" y="5"/>
                    <a:pt x="57" y="3"/>
                  </a:cubicBezTo>
                  <a:cubicBezTo>
                    <a:pt x="58" y="2"/>
                    <a:pt x="59" y="1"/>
                    <a:pt x="6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59" name="Freeform 1346">
              <a:extLst>
                <a:ext uri="{FF2B5EF4-FFF2-40B4-BE49-F238E27FC236}">
                  <a16:creationId xmlns="" xmlns:a16="http://schemas.microsoft.com/office/drawing/2014/main" id="{933408BD-8ECA-4602-8426-4545E2115EBD}"/>
                </a:ext>
              </a:extLst>
            </p:cNvPr>
            <p:cNvSpPr>
              <a:spLocks/>
            </p:cNvSpPr>
            <p:nvPr/>
          </p:nvSpPr>
          <p:spPr bwMode="auto">
            <a:xfrm>
              <a:off x="11299840" y="325847"/>
              <a:ext cx="38131" cy="10741"/>
            </a:xfrm>
            <a:custGeom>
              <a:avLst/>
              <a:gdLst>
                <a:gd name="T0" fmla="*/ 0 w 60"/>
                <a:gd name="T1" fmla="*/ 0 h 17"/>
                <a:gd name="T2" fmla="*/ 4 w 60"/>
                <a:gd name="T3" fmla="*/ 4 h 17"/>
                <a:gd name="T4" fmla="*/ 18 w 60"/>
                <a:gd name="T5" fmla="*/ 9 h 17"/>
                <a:gd name="T6" fmla="*/ 48 w 60"/>
                <a:gd name="T7" fmla="*/ 7 h 17"/>
                <a:gd name="T8" fmla="*/ 54 w 60"/>
                <a:gd name="T9" fmla="*/ 4 h 17"/>
                <a:gd name="T10" fmla="*/ 59 w 60"/>
                <a:gd name="T11" fmla="*/ 0 h 17"/>
                <a:gd name="T12" fmla="*/ 56 w 60"/>
                <a:gd name="T13" fmla="*/ 9 h 17"/>
                <a:gd name="T14" fmla="*/ 50 w 60"/>
                <a:gd name="T15" fmla="*/ 13 h 17"/>
                <a:gd name="T16" fmla="*/ 24 w 60"/>
                <a:gd name="T17" fmla="*/ 16 h 17"/>
                <a:gd name="T18" fmla="*/ 9 w 60"/>
                <a:gd name="T19" fmla="*/ 13 h 17"/>
                <a:gd name="T20" fmla="*/ 2 w 60"/>
                <a:gd name="T21" fmla="*/ 9 h 17"/>
                <a:gd name="T22" fmla="*/ 0 w 60"/>
                <a:gd name="T23" fmla="*/ 4 h 17"/>
                <a:gd name="T24" fmla="*/ 0 w 60"/>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 h="17">
                  <a:moveTo>
                    <a:pt x="0" y="0"/>
                  </a:moveTo>
                  <a:cubicBezTo>
                    <a:pt x="1" y="1"/>
                    <a:pt x="2" y="3"/>
                    <a:pt x="4" y="4"/>
                  </a:cubicBezTo>
                  <a:cubicBezTo>
                    <a:pt x="8" y="7"/>
                    <a:pt x="13" y="8"/>
                    <a:pt x="18" y="9"/>
                  </a:cubicBezTo>
                  <a:cubicBezTo>
                    <a:pt x="28" y="11"/>
                    <a:pt x="38" y="10"/>
                    <a:pt x="48" y="7"/>
                  </a:cubicBezTo>
                  <a:cubicBezTo>
                    <a:pt x="50" y="6"/>
                    <a:pt x="52" y="5"/>
                    <a:pt x="54" y="4"/>
                  </a:cubicBezTo>
                  <a:cubicBezTo>
                    <a:pt x="56" y="3"/>
                    <a:pt x="57" y="1"/>
                    <a:pt x="59" y="0"/>
                  </a:cubicBezTo>
                  <a:cubicBezTo>
                    <a:pt x="60" y="3"/>
                    <a:pt x="59" y="7"/>
                    <a:pt x="56" y="9"/>
                  </a:cubicBezTo>
                  <a:cubicBezTo>
                    <a:pt x="54" y="11"/>
                    <a:pt x="52" y="12"/>
                    <a:pt x="50" y="13"/>
                  </a:cubicBezTo>
                  <a:cubicBezTo>
                    <a:pt x="41" y="16"/>
                    <a:pt x="33" y="17"/>
                    <a:pt x="24" y="16"/>
                  </a:cubicBezTo>
                  <a:cubicBezTo>
                    <a:pt x="19" y="16"/>
                    <a:pt x="14" y="15"/>
                    <a:pt x="9" y="13"/>
                  </a:cubicBezTo>
                  <a:cubicBezTo>
                    <a:pt x="7" y="12"/>
                    <a:pt x="4" y="11"/>
                    <a:pt x="2" y="9"/>
                  </a:cubicBezTo>
                  <a:cubicBezTo>
                    <a:pt x="1" y="8"/>
                    <a:pt x="0" y="6"/>
                    <a:pt x="0" y="4"/>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0" name="Freeform 1347">
              <a:extLst>
                <a:ext uri="{FF2B5EF4-FFF2-40B4-BE49-F238E27FC236}">
                  <a16:creationId xmlns="" xmlns:a16="http://schemas.microsoft.com/office/drawing/2014/main" id="{080454D5-AB04-4013-98B5-BB2812249AD3}"/>
                </a:ext>
              </a:extLst>
            </p:cNvPr>
            <p:cNvSpPr>
              <a:spLocks/>
            </p:cNvSpPr>
            <p:nvPr/>
          </p:nvSpPr>
          <p:spPr bwMode="auto">
            <a:xfrm>
              <a:off x="11299035" y="319671"/>
              <a:ext cx="38937" cy="10741"/>
            </a:xfrm>
            <a:custGeom>
              <a:avLst/>
              <a:gdLst>
                <a:gd name="T0" fmla="*/ 60 w 61"/>
                <a:gd name="T1" fmla="*/ 0 h 17"/>
                <a:gd name="T2" fmla="*/ 55 w 61"/>
                <a:gd name="T3" fmla="*/ 12 h 17"/>
                <a:gd name="T4" fmla="*/ 40 w 61"/>
                <a:gd name="T5" fmla="*/ 16 h 17"/>
                <a:gd name="T6" fmla="*/ 17 w 61"/>
                <a:gd name="T7" fmla="*/ 16 h 17"/>
                <a:gd name="T8" fmla="*/ 4 w 61"/>
                <a:gd name="T9" fmla="*/ 10 h 17"/>
                <a:gd name="T10" fmla="*/ 1 w 61"/>
                <a:gd name="T11" fmla="*/ 3 h 17"/>
                <a:gd name="T12" fmla="*/ 1 w 61"/>
                <a:gd name="T13" fmla="*/ 0 h 17"/>
                <a:gd name="T14" fmla="*/ 3 w 61"/>
                <a:gd name="T15" fmla="*/ 2 h 17"/>
                <a:gd name="T16" fmla="*/ 13 w 61"/>
                <a:gd name="T17" fmla="*/ 8 h 17"/>
                <a:gd name="T18" fmla="*/ 34 w 61"/>
                <a:gd name="T19" fmla="*/ 10 h 17"/>
                <a:gd name="T20" fmla="*/ 49 w 61"/>
                <a:gd name="T21" fmla="*/ 7 h 17"/>
                <a:gd name="T22" fmla="*/ 60 w 61"/>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1" h="17">
                  <a:moveTo>
                    <a:pt x="60" y="0"/>
                  </a:moveTo>
                  <a:cubicBezTo>
                    <a:pt x="61" y="6"/>
                    <a:pt x="60" y="8"/>
                    <a:pt x="55" y="12"/>
                  </a:cubicBezTo>
                  <a:cubicBezTo>
                    <a:pt x="50" y="14"/>
                    <a:pt x="45" y="16"/>
                    <a:pt x="40" y="16"/>
                  </a:cubicBezTo>
                  <a:cubicBezTo>
                    <a:pt x="32" y="17"/>
                    <a:pt x="25" y="17"/>
                    <a:pt x="17" y="16"/>
                  </a:cubicBezTo>
                  <a:cubicBezTo>
                    <a:pt x="13" y="15"/>
                    <a:pt x="8" y="13"/>
                    <a:pt x="4" y="10"/>
                  </a:cubicBezTo>
                  <a:cubicBezTo>
                    <a:pt x="2" y="9"/>
                    <a:pt x="0" y="6"/>
                    <a:pt x="1" y="3"/>
                  </a:cubicBezTo>
                  <a:cubicBezTo>
                    <a:pt x="1" y="2"/>
                    <a:pt x="1" y="1"/>
                    <a:pt x="1" y="0"/>
                  </a:cubicBezTo>
                  <a:cubicBezTo>
                    <a:pt x="2" y="1"/>
                    <a:pt x="2" y="2"/>
                    <a:pt x="3" y="2"/>
                  </a:cubicBezTo>
                  <a:cubicBezTo>
                    <a:pt x="6" y="5"/>
                    <a:pt x="9" y="7"/>
                    <a:pt x="13" y="8"/>
                  </a:cubicBezTo>
                  <a:cubicBezTo>
                    <a:pt x="20" y="10"/>
                    <a:pt x="27" y="11"/>
                    <a:pt x="34" y="10"/>
                  </a:cubicBezTo>
                  <a:cubicBezTo>
                    <a:pt x="39" y="10"/>
                    <a:pt x="44" y="9"/>
                    <a:pt x="49" y="7"/>
                  </a:cubicBezTo>
                  <a:cubicBezTo>
                    <a:pt x="53" y="6"/>
                    <a:pt x="57" y="4"/>
                    <a:pt x="6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1" name="Freeform 1348">
              <a:extLst>
                <a:ext uri="{FF2B5EF4-FFF2-40B4-BE49-F238E27FC236}">
                  <a16:creationId xmlns="" xmlns:a16="http://schemas.microsoft.com/office/drawing/2014/main" id="{22FC865C-FFD3-4E2A-8408-E2F7AD541DD3}"/>
                </a:ext>
              </a:extLst>
            </p:cNvPr>
            <p:cNvSpPr>
              <a:spLocks/>
            </p:cNvSpPr>
            <p:nvPr/>
          </p:nvSpPr>
          <p:spPr bwMode="auto">
            <a:xfrm>
              <a:off x="11299035" y="331486"/>
              <a:ext cx="38937" cy="11547"/>
            </a:xfrm>
            <a:custGeom>
              <a:avLst/>
              <a:gdLst>
                <a:gd name="T0" fmla="*/ 1 w 61"/>
                <a:gd name="T1" fmla="*/ 0 h 18"/>
                <a:gd name="T2" fmla="*/ 18 w 61"/>
                <a:gd name="T3" fmla="*/ 9 h 18"/>
                <a:gd name="T4" fmla="*/ 45 w 61"/>
                <a:gd name="T5" fmla="*/ 9 h 18"/>
                <a:gd name="T6" fmla="*/ 51 w 61"/>
                <a:gd name="T7" fmla="*/ 7 h 18"/>
                <a:gd name="T8" fmla="*/ 60 w 61"/>
                <a:gd name="T9" fmla="*/ 0 h 18"/>
                <a:gd name="T10" fmla="*/ 56 w 61"/>
                <a:gd name="T11" fmla="*/ 11 h 18"/>
                <a:gd name="T12" fmla="*/ 42 w 61"/>
                <a:gd name="T13" fmla="*/ 16 h 18"/>
                <a:gd name="T14" fmla="*/ 11 w 61"/>
                <a:gd name="T15" fmla="*/ 14 h 18"/>
                <a:gd name="T16" fmla="*/ 4 w 61"/>
                <a:gd name="T17" fmla="*/ 10 h 18"/>
                <a:gd name="T18" fmla="*/ 1 w 61"/>
                <a:gd name="T19" fmla="*/ 4 h 18"/>
                <a:gd name="T20" fmla="*/ 1 w 61"/>
                <a:gd name="T21"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8">
                  <a:moveTo>
                    <a:pt x="1" y="0"/>
                  </a:moveTo>
                  <a:cubicBezTo>
                    <a:pt x="5" y="6"/>
                    <a:pt x="11" y="8"/>
                    <a:pt x="18" y="9"/>
                  </a:cubicBezTo>
                  <a:cubicBezTo>
                    <a:pt x="27" y="11"/>
                    <a:pt x="36" y="11"/>
                    <a:pt x="45" y="9"/>
                  </a:cubicBezTo>
                  <a:cubicBezTo>
                    <a:pt x="47" y="9"/>
                    <a:pt x="49" y="8"/>
                    <a:pt x="51" y="7"/>
                  </a:cubicBezTo>
                  <a:cubicBezTo>
                    <a:pt x="54" y="6"/>
                    <a:pt x="58" y="4"/>
                    <a:pt x="60" y="0"/>
                  </a:cubicBezTo>
                  <a:cubicBezTo>
                    <a:pt x="61" y="4"/>
                    <a:pt x="60" y="8"/>
                    <a:pt x="56" y="11"/>
                  </a:cubicBezTo>
                  <a:cubicBezTo>
                    <a:pt x="52" y="14"/>
                    <a:pt x="47" y="15"/>
                    <a:pt x="42" y="16"/>
                  </a:cubicBezTo>
                  <a:cubicBezTo>
                    <a:pt x="32" y="18"/>
                    <a:pt x="21" y="18"/>
                    <a:pt x="11" y="14"/>
                  </a:cubicBezTo>
                  <a:cubicBezTo>
                    <a:pt x="9" y="13"/>
                    <a:pt x="6" y="12"/>
                    <a:pt x="4" y="10"/>
                  </a:cubicBezTo>
                  <a:cubicBezTo>
                    <a:pt x="2" y="9"/>
                    <a:pt x="0" y="7"/>
                    <a:pt x="1" y="4"/>
                  </a:cubicBezTo>
                  <a:cubicBezTo>
                    <a:pt x="1" y="3"/>
                    <a:pt x="1" y="2"/>
                    <a:pt x="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2" name="Freeform 1349">
              <a:extLst>
                <a:ext uri="{FF2B5EF4-FFF2-40B4-BE49-F238E27FC236}">
                  <a16:creationId xmlns="" xmlns:a16="http://schemas.microsoft.com/office/drawing/2014/main" id="{4F682243-9AF0-4A66-9794-6634329695C9}"/>
                </a:ext>
              </a:extLst>
            </p:cNvPr>
            <p:cNvSpPr>
              <a:spLocks/>
            </p:cNvSpPr>
            <p:nvPr/>
          </p:nvSpPr>
          <p:spPr bwMode="auto">
            <a:xfrm>
              <a:off x="11299035" y="313226"/>
              <a:ext cx="38937" cy="10741"/>
            </a:xfrm>
            <a:custGeom>
              <a:avLst/>
              <a:gdLst>
                <a:gd name="T0" fmla="*/ 1 w 61"/>
                <a:gd name="T1" fmla="*/ 0 h 17"/>
                <a:gd name="T2" fmla="*/ 15 w 61"/>
                <a:gd name="T3" fmla="*/ 8 h 17"/>
                <a:gd name="T4" fmla="*/ 47 w 61"/>
                <a:gd name="T5" fmla="*/ 8 h 17"/>
                <a:gd name="T6" fmla="*/ 60 w 61"/>
                <a:gd name="T7" fmla="*/ 0 h 17"/>
                <a:gd name="T8" fmla="*/ 54 w 61"/>
                <a:gd name="T9" fmla="*/ 12 h 17"/>
                <a:gd name="T10" fmla="*/ 40 w 61"/>
                <a:gd name="T11" fmla="*/ 16 h 17"/>
                <a:gd name="T12" fmla="*/ 15 w 61"/>
                <a:gd name="T13" fmla="*/ 15 h 17"/>
                <a:gd name="T14" fmla="*/ 4 w 61"/>
                <a:gd name="T15" fmla="*/ 10 h 17"/>
                <a:gd name="T16" fmla="*/ 1 w 61"/>
                <a:gd name="T17" fmla="*/ 3 h 17"/>
                <a:gd name="T18" fmla="*/ 1 w 61"/>
                <a:gd name="T19"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17">
                  <a:moveTo>
                    <a:pt x="1" y="0"/>
                  </a:moveTo>
                  <a:cubicBezTo>
                    <a:pt x="4" y="5"/>
                    <a:pt x="9" y="7"/>
                    <a:pt x="15" y="8"/>
                  </a:cubicBezTo>
                  <a:cubicBezTo>
                    <a:pt x="26" y="11"/>
                    <a:pt x="37" y="11"/>
                    <a:pt x="47" y="8"/>
                  </a:cubicBezTo>
                  <a:cubicBezTo>
                    <a:pt x="52" y="7"/>
                    <a:pt x="57" y="5"/>
                    <a:pt x="60" y="0"/>
                  </a:cubicBezTo>
                  <a:cubicBezTo>
                    <a:pt x="61" y="6"/>
                    <a:pt x="59" y="9"/>
                    <a:pt x="54" y="12"/>
                  </a:cubicBezTo>
                  <a:cubicBezTo>
                    <a:pt x="50" y="14"/>
                    <a:pt x="45" y="16"/>
                    <a:pt x="40" y="16"/>
                  </a:cubicBezTo>
                  <a:cubicBezTo>
                    <a:pt x="32" y="17"/>
                    <a:pt x="23" y="17"/>
                    <a:pt x="15" y="15"/>
                  </a:cubicBezTo>
                  <a:cubicBezTo>
                    <a:pt x="11" y="14"/>
                    <a:pt x="7" y="13"/>
                    <a:pt x="4" y="10"/>
                  </a:cubicBezTo>
                  <a:cubicBezTo>
                    <a:pt x="2" y="9"/>
                    <a:pt x="0" y="6"/>
                    <a:pt x="1" y="3"/>
                  </a:cubicBezTo>
                  <a:cubicBezTo>
                    <a:pt x="1" y="2"/>
                    <a:pt x="1" y="1"/>
                    <a:pt x="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3" name="Freeform 1350">
              <a:extLst>
                <a:ext uri="{FF2B5EF4-FFF2-40B4-BE49-F238E27FC236}">
                  <a16:creationId xmlns="" xmlns:a16="http://schemas.microsoft.com/office/drawing/2014/main" id="{C4B9F498-80AB-4BF9-9343-1B0C3DF6A34C}"/>
                </a:ext>
              </a:extLst>
            </p:cNvPr>
            <p:cNvSpPr>
              <a:spLocks/>
            </p:cNvSpPr>
            <p:nvPr/>
          </p:nvSpPr>
          <p:spPr bwMode="auto">
            <a:xfrm>
              <a:off x="11339851" y="325847"/>
              <a:ext cx="38668" cy="10741"/>
            </a:xfrm>
            <a:custGeom>
              <a:avLst/>
              <a:gdLst>
                <a:gd name="T0" fmla="*/ 0 w 61"/>
                <a:gd name="T1" fmla="*/ 0 h 17"/>
                <a:gd name="T2" fmla="*/ 15 w 61"/>
                <a:gd name="T3" fmla="*/ 8 h 17"/>
                <a:gd name="T4" fmla="*/ 45 w 61"/>
                <a:gd name="T5" fmla="*/ 8 h 17"/>
                <a:gd name="T6" fmla="*/ 57 w 61"/>
                <a:gd name="T7" fmla="*/ 3 h 17"/>
                <a:gd name="T8" fmla="*/ 60 w 61"/>
                <a:gd name="T9" fmla="*/ 0 h 17"/>
                <a:gd name="T10" fmla="*/ 56 w 61"/>
                <a:gd name="T11" fmla="*/ 10 h 17"/>
                <a:gd name="T12" fmla="*/ 40 w 61"/>
                <a:gd name="T13" fmla="*/ 16 h 17"/>
                <a:gd name="T14" fmla="*/ 17 w 61"/>
                <a:gd name="T15" fmla="*/ 15 h 17"/>
                <a:gd name="T16" fmla="*/ 4 w 61"/>
                <a:gd name="T17" fmla="*/ 10 h 17"/>
                <a:gd name="T18" fmla="*/ 0 w 61"/>
                <a:gd name="T19" fmla="*/ 3 h 17"/>
                <a:gd name="T20" fmla="*/ 0 w 61"/>
                <a:gd name="T2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7">
                  <a:moveTo>
                    <a:pt x="0" y="0"/>
                  </a:moveTo>
                  <a:cubicBezTo>
                    <a:pt x="4" y="5"/>
                    <a:pt x="10" y="7"/>
                    <a:pt x="15" y="8"/>
                  </a:cubicBezTo>
                  <a:cubicBezTo>
                    <a:pt x="25" y="11"/>
                    <a:pt x="35" y="11"/>
                    <a:pt x="45" y="8"/>
                  </a:cubicBezTo>
                  <a:cubicBezTo>
                    <a:pt x="49" y="7"/>
                    <a:pt x="53" y="6"/>
                    <a:pt x="57" y="3"/>
                  </a:cubicBezTo>
                  <a:cubicBezTo>
                    <a:pt x="58" y="2"/>
                    <a:pt x="59" y="1"/>
                    <a:pt x="60" y="0"/>
                  </a:cubicBezTo>
                  <a:cubicBezTo>
                    <a:pt x="61" y="4"/>
                    <a:pt x="60" y="8"/>
                    <a:pt x="56" y="10"/>
                  </a:cubicBezTo>
                  <a:cubicBezTo>
                    <a:pt x="51" y="14"/>
                    <a:pt x="46" y="15"/>
                    <a:pt x="40" y="16"/>
                  </a:cubicBezTo>
                  <a:cubicBezTo>
                    <a:pt x="32" y="17"/>
                    <a:pt x="25" y="17"/>
                    <a:pt x="17" y="15"/>
                  </a:cubicBezTo>
                  <a:cubicBezTo>
                    <a:pt x="13" y="14"/>
                    <a:pt x="8" y="13"/>
                    <a:pt x="4" y="10"/>
                  </a:cubicBezTo>
                  <a:cubicBezTo>
                    <a:pt x="2" y="8"/>
                    <a:pt x="0" y="6"/>
                    <a:pt x="0" y="3"/>
                  </a:cubicBezTo>
                  <a:cubicBezTo>
                    <a:pt x="1"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4" name="Oval 1351">
              <a:extLst>
                <a:ext uri="{FF2B5EF4-FFF2-40B4-BE49-F238E27FC236}">
                  <a16:creationId xmlns="" xmlns:a16="http://schemas.microsoft.com/office/drawing/2014/main" id="{1E426D30-4427-4696-A360-1361C5805FD3}"/>
                </a:ext>
              </a:extLst>
            </p:cNvPr>
            <p:cNvSpPr>
              <a:spLocks noChangeArrowheads="1"/>
            </p:cNvSpPr>
            <p:nvPr/>
          </p:nvSpPr>
          <p:spPr bwMode="auto">
            <a:xfrm>
              <a:off x="11341731" y="256029"/>
              <a:ext cx="10741" cy="11278"/>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5" name="Freeform 1352">
              <a:extLst>
                <a:ext uri="{FF2B5EF4-FFF2-40B4-BE49-F238E27FC236}">
                  <a16:creationId xmlns="" xmlns:a16="http://schemas.microsoft.com/office/drawing/2014/main" id="{75224E0A-0FED-4E12-826C-F887836BD50E}"/>
                </a:ext>
              </a:extLst>
            </p:cNvPr>
            <p:cNvSpPr>
              <a:spLocks/>
            </p:cNvSpPr>
            <p:nvPr/>
          </p:nvSpPr>
          <p:spPr bwMode="auto">
            <a:xfrm>
              <a:off x="11372880" y="287715"/>
              <a:ext cx="11547" cy="11547"/>
            </a:xfrm>
            <a:custGeom>
              <a:avLst/>
              <a:gdLst>
                <a:gd name="T0" fmla="*/ 18 w 18"/>
                <a:gd name="T1" fmla="*/ 9 h 18"/>
                <a:gd name="T2" fmla="*/ 9 w 18"/>
                <a:gd name="T3" fmla="*/ 18 h 18"/>
                <a:gd name="T4" fmla="*/ 0 w 18"/>
                <a:gd name="T5" fmla="*/ 9 h 18"/>
                <a:gd name="T6" fmla="*/ 9 w 18"/>
                <a:gd name="T7" fmla="*/ 1 h 18"/>
                <a:gd name="T8" fmla="*/ 18 w 18"/>
                <a:gd name="T9" fmla="*/ 9 h 18"/>
              </a:gdLst>
              <a:ahLst/>
              <a:cxnLst>
                <a:cxn ang="0">
                  <a:pos x="T0" y="T1"/>
                </a:cxn>
                <a:cxn ang="0">
                  <a:pos x="T2" y="T3"/>
                </a:cxn>
                <a:cxn ang="0">
                  <a:pos x="T4" y="T5"/>
                </a:cxn>
                <a:cxn ang="0">
                  <a:pos x="T6" y="T7"/>
                </a:cxn>
                <a:cxn ang="0">
                  <a:pos x="T8" y="T9"/>
                </a:cxn>
              </a:cxnLst>
              <a:rect l="0" t="0" r="r" b="b"/>
              <a:pathLst>
                <a:path w="18" h="18">
                  <a:moveTo>
                    <a:pt x="18" y="9"/>
                  </a:moveTo>
                  <a:cubicBezTo>
                    <a:pt x="18" y="14"/>
                    <a:pt x="14" y="18"/>
                    <a:pt x="9" y="18"/>
                  </a:cubicBezTo>
                  <a:cubicBezTo>
                    <a:pt x="4" y="18"/>
                    <a:pt x="0" y="14"/>
                    <a:pt x="0" y="9"/>
                  </a:cubicBezTo>
                  <a:cubicBezTo>
                    <a:pt x="0" y="4"/>
                    <a:pt x="4" y="1"/>
                    <a:pt x="9" y="1"/>
                  </a:cubicBezTo>
                  <a:cubicBezTo>
                    <a:pt x="14" y="0"/>
                    <a:pt x="18" y="4"/>
                    <a:pt x="18"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466" name="Group 465">
              <a:extLst>
                <a:ext uri="{FF2B5EF4-FFF2-40B4-BE49-F238E27FC236}">
                  <a16:creationId xmlns="" xmlns:a16="http://schemas.microsoft.com/office/drawing/2014/main" id="{0AE2AB52-9E0E-4A74-9ABD-27BBE496F7DA}"/>
                </a:ext>
              </a:extLst>
            </p:cNvPr>
            <p:cNvGrpSpPr/>
            <p:nvPr/>
          </p:nvGrpSpPr>
          <p:grpSpPr>
            <a:xfrm>
              <a:off x="11530508" y="425740"/>
              <a:ext cx="27927" cy="29807"/>
              <a:chOff x="5044283" y="3270250"/>
              <a:chExt cx="165100" cy="176213"/>
            </a:xfrm>
            <a:solidFill>
              <a:schemeClr val="tx1"/>
            </a:solidFill>
          </p:grpSpPr>
          <p:sp>
            <p:nvSpPr>
              <p:cNvPr id="544" name="Freeform 1353">
                <a:extLst>
                  <a:ext uri="{FF2B5EF4-FFF2-40B4-BE49-F238E27FC236}">
                    <a16:creationId xmlns="" xmlns:a16="http://schemas.microsoft.com/office/drawing/2014/main" id="{34CFDCD9-9ED4-4B40-9331-E5867734F9B9}"/>
                  </a:ext>
                </a:extLst>
              </p:cNvPr>
              <p:cNvSpPr>
                <a:spLocks/>
              </p:cNvSpPr>
              <p:nvPr/>
            </p:nvSpPr>
            <p:spPr bwMode="auto">
              <a:xfrm>
                <a:off x="5044283" y="3270250"/>
                <a:ext cx="165100" cy="149225"/>
              </a:xfrm>
              <a:custGeom>
                <a:avLst/>
                <a:gdLst>
                  <a:gd name="T0" fmla="*/ 0 w 44"/>
                  <a:gd name="T1" fmla="*/ 29 h 40"/>
                  <a:gd name="T2" fmla="*/ 1 w 44"/>
                  <a:gd name="T3" fmla="*/ 20 h 40"/>
                  <a:gd name="T4" fmla="*/ 11 w 44"/>
                  <a:gd name="T5" fmla="*/ 7 h 40"/>
                  <a:gd name="T6" fmla="*/ 40 w 44"/>
                  <a:gd name="T7" fmla="*/ 14 h 40"/>
                  <a:gd name="T8" fmla="*/ 42 w 44"/>
                  <a:gd name="T9" fmla="*/ 31 h 40"/>
                  <a:gd name="T10" fmla="*/ 37 w 44"/>
                  <a:gd name="T11" fmla="*/ 40 h 40"/>
                  <a:gd name="T12" fmla="*/ 37 w 44"/>
                  <a:gd name="T13" fmla="*/ 39 h 40"/>
                  <a:gd name="T14" fmla="*/ 37 w 44"/>
                  <a:gd name="T15" fmla="*/ 36 h 40"/>
                  <a:gd name="T16" fmla="*/ 37 w 44"/>
                  <a:gd name="T17" fmla="*/ 36 h 40"/>
                  <a:gd name="T18" fmla="*/ 40 w 44"/>
                  <a:gd name="T19" fmla="*/ 28 h 40"/>
                  <a:gd name="T20" fmla="*/ 38 w 44"/>
                  <a:gd name="T21" fmla="*/ 17 h 40"/>
                  <a:gd name="T22" fmla="*/ 28 w 44"/>
                  <a:gd name="T23" fmla="*/ 8 h 40"/>
                  <a:gd name="T24" fmla="*/ 20 w 44"/>
                  <a:gd name="T25" fmla="*/ 6 h 40"/>
                  <a:gd name="T26" fmla="*/ 8 w 44"/>
                  <a:gd name="T27" fmla="*/ 12 h 40"/>
                  <a:gd name="T28" fmla="*/ 3 w 44"/>
                  <a:gd name="T29" fmla="*/ 22 h 40"/>
                  <a:gd name="T30" fmla="*/ 3 w 44"/>
                  <a:gd name="T31" fmla="*/ 27 h 40"/>
                  <a:gd name="T32" fmla="*/ 3 w 44"/>
                  <a:gd name="T33" fmla="*/ 28 h 40"/>
                  <a:gd name="T34" fmla="*/ 0 w 44"/>
                  <a:gd name="T35" fmla="*/ 2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40">
                    <a:moveTo>
                      <a:pt x="0" y="29"/>
                    </a:moveTo>
                    <a:cubicBezTo>
                      <a:pt x="0" y="26"/>
                      <a:pt x="0" y="23"/>
                      <a:pt x="1" y="20"/>
                    </a:cubicBezTo>
                    <a:cubicBezTo>
                      <a:pt x="2" y="14"/>
                      <a:pt x="6" y="10"/>
                      <a:pt x="11" y="7"/>
                    </a:cubicBezTo>
                    <a:cubicBezTo>
                      <a:pt x="21" y="0"/>
                      <a:pt x="34" y="4"/>
                      <a:pt x="40" y="14"/>
                    </a:cubicBezTo>
                    <a:cubicBezTo>
                      <a:pt x="43" y="20"/>
                      <a:pt x="44" y="25"/>
                      <a:pt x="42" y="31"/>
                    </a:cubicBezTo>
                    <a:cubicBezTo>
                      <a:pt x="41" y="34"/>
                      <a:pt x="39" y="37"/>
                      <a:pt x="37" y="40"/>
                    </a:cubicBezTo>
                    <a:cubicBezTo>
                      <a:pt x="37" y="40"/>
                      <a:pt x="37" y="39"/>
                      <a:pt x="37" y="39"/>
                    </a:cubicBezTo>
                    <a:cubicBezTo>
                      <a:pt x="37" y="38"/>
                      <a:pt x="37" y="37"/>
                      <a:pt x="37" y="36"/>
                    </a:cubicBezTo>
                    <a:cubicBezTo>
                      <a:pt x="37" y="36"/>
                      <a:pt x="37" y="36"/>
                      <a:pt x="37" y="36"/>
                    </a:cubicBezTo>
                    <a:cubicBezTo>
                      <a:pt x="38" y="33"/>
                      <a:pt x="39" y="31"/>
                      <a:pt x="40" y="28"/>
                    </a:cubicBezTo>
                    <a:cubicBezTo>
                      <a:pt x="40" y="24"/>
                      <a:pt x="40" y="20"/>
                      <a:pt x="38" y="17"/>
                    </a:cubicBezTo>
                    <a:cubicBezTo>
                      <a:pt x="36" y="12"/>
                      <a:pt x="32" y="9"/>
                      <a:pt x="28" y="8"/>
                    </a:cubicBezTo>
                    <a:cubicBezTo>
                      <a:pt x="25" y="7"/>
                      <a:pt x="23" y="6"/>
                      <a:pt x="20" y="6"/>
                    </a:cubicBezTo>
                    <a:cubicBezTo>
                      <a:pt x="15" y="7"/>
                      <a:pt x="11" y="9"/>
                      <a:pt x="8" y="12"/>
                    </a:cubicBezTo>
                    <a:cubicBezTo>
                      <a:pt x="5" y="15"/>
                      <a:pt x="4" y="19"/>
                      <a:pt x="3" y="22"/>
                    </a:cubicBezTo>
                    <a:cubicBezTo>
                      <a:pt x="3" y="24"/>
                      <a:pt x="3" y="25"/>
                      <a:pt x="3" y="27"/>
                    </a:cubicBezTo>
                    <a:cubicBezTo>
                      <a:pt x="3" y="27"/>
                      <a:pt x="3" y="27"/>
                      <a:pt x="3" y="28"/>
                    </a:cubicBezTo>
                    <a:cubicBezTo>
                      <a:pt x="2" y="28"/>
                      <a:pt x="1" y="28"/>
                      <a:pt x="0"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5" name="Freeform 1354">
                <a:extLst>
                  <a:ext uri="{FF2B5EF4-FFF2-40B4-BE49-F238E27FC236}">
                    <a16:creationId xmlns="" xmlns:a16="http://schemas.microsoft.com/office/drawing/2014/main" id="{8DBE6467-F6F0-4EAC-B5D4-72F2EEB7B16F}"/>
                  </a:ext>
                </a:extLst>
              </p:cNvPr>
              <p:cNvSpPr>
                <a:spLocks/>
              </p:cNvSpPr>
              <p:nvPr/>
            </p:nvSpPr>
            <p:spPr bwMode="auto">
              <a:xfrm>
                <a:off x="5082383" y="3322638"/>
                <a:ext cx="74613" cy="49213"/>
              </a:xfrm>
              <a:custGeom>
                <a:avLst/>
                <a:gdLst>
                  <a:gd name="T0" fmla="*/ 15 w 20"/>
                  <a:gd name="T1" fmla="*/ 13 h 13"/>
                  <a:gd name="T2" fmla="*/ 12 w 20"/>
                  <a:gd name="T3" fmla="*/ 13 h 13"/>
                  <a:gd name="T4" fmla="*/ 10 w 20"/>
                  <a:gd name="T5" fmla="*/ 12 h 13"/>
                  <a:gd name="T6" fmla="*/ 8 w 20"/>
                  <a:gd name="T7" fmla="*/ 11 h 13"/>
                  <a:gd name="T8" fmla="*/ 0 w 20"/>
                  <a:gd name="T9" fmla="*/ 3 h 13"/>
                  <a:gd name="T10" fmla="*/ 0 w 20"/>
                  <a:gd name="T11" fmla="*/ 1 h 13"/>
                  <a:gd name="T12" fmla="*/ 1 w 20"/>
                  <a:gd name="T13" fmla="*/ 0 h 13"/>
                  <a:gd name="T14" fmla="*/ 2 w 20"/>
                  <a:gd name="T15" fmla="*/ 1 h 13"/>
                  <a:gd name="T16" fmla="*/ 7 w 20"/>
                  <a:gd name="T17" fmla="*/ 6 h 13"/>
                  <a:gd name="T18" fmla="*/ 11 w 20"/>
                  <a:gd name="T19" fmla="*/ 9 h 13"/>
                  <a:gd name="T20" fmla="*/ 12 w 20"/>
                  <a:gd name="T21" fmla="*/ 10 h 13"/>
                  <a:gd name="T22" fmla="*/ 18 w 20"/>
                  <a:gd name="T23" fmla="*/ 10 h 13"/>
                  <a:gd name="T24" fmla="*/ 20 w 20"/>
                  <a:gd name="T25" fmla="*/ 11 h 13"/>
                  <a:gd name="T26" fmla="*/ 19 w 20"/>
                  <a:gd name="T27" fmla="*/ 13 h 13"/>
                  <a:gd name="T28" fmla="*/ 17 w 20"/>
                  <a:gd name="T29" fmla="*/ 13 h 13"/>
                  <a:gd name="T30" fmla="*/ 15 w 20"/>
                  <a:gd name="T3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3">
                    <a:moveTo>
                      <a:pt x="15" y="13"/>
                    </a:moveTo>
                    <a:cubicBezTo>
                      <a:pt x="14" y="13"/>
                      <a:pt x="13" y="13"/>
                      <a:pt x="12" y="13"/>
                    </a:cubicBezTo>
                    <a:cubicBezTo>
                      <a:pt x="11" y="13"/>
                      <a:pt x="10" y="13"/>
                      <a:pt x="10" y="12"/>
                    </a:cubicBezTo>
                    <a:cubicBezTo>
                      <a:pt x="9" y="12"/>
                      <a:pt x="9" y="11"/>
                      <a:pt x="8" y="11"/>
                    </a:cubicBezTo>
                    <a:cubicBezTo>
                      <a:pt x="6" y="8"/>
                      <a:pt x="3" y="5"/>
                      <a:pt x="0" y="3"/>
                    </a:cubicBezTo>
                    <a:cubicBezTo>
                      <a:pt x="0" y="2"/>
                      <a:pt x="0" y="2"/>
                      <a:pt x="0" y="1"/>
                    </a:cubicBezTo>
                    <a:cubicBezTo>
                      <a:pt x="0" y="1"/>
                      <a:pt x="0" y="0"/>
                      <a:pt x="1" y="0"/>
                    </a:cubicBezTo>
                    <a:cubicBezTo>
                      <a:pt x="1" y="0"/>
                      <a:pt x="2" y="0"/>
                      <a:pt x="2" y="1"/>
                    </a:cubicBezTo>
                    <a:cubicBezTo>
                      <a:pt x="4" y="2"/>
                      <a:pt x="6" y="4"/>
                      <a:pt x="7" y="6"/>
                    </a:cubicBezTo>
                    <a:cubicBezTo>
                      <a:pt x="8" y="7"/>
                      <a:pt x="10" y="8"/>
                      <a:pt x="11" y="9"/>
                    </a:cubicBezTo>
                    <a:cubicBezTo>
                      <a:pt x="11" y="10"/>
                      <a:pt x="11" y="10"/>
                      <a:pt x="12" y="10"/>
                    </a:cubicBezTo>
                    <a:cubicBezTo>
                      <a:pt x="14" y="10"/>
                      <a:pt x="16" y="10"/>
                      <a:pt x="18" y="10"/>
                    </a:cubicBezTo>
                    <a:cubicBezTo>
                      <a:pt x="20" y="10"/>
                      <a:pt x="20" y="10"/>
                      <a:pt x="20" y="11"/>
                    </a:cubicBezTo>
                    <a:cubicBezTo>
                      <a:pt x="20" y="12"/>
                      <a:pt x="20" y="13"/>
                      <a:pt x="19" y="13"/>
                    </a:cubicBezTo>
                    <a:cubicBezTo>
                      <a:pt x="18" y="13"/>
                      <a:pt x="18" y="13"/>
                      <a:pt x="17" y="13"/>
                    </a:cubicBezTo>
                    <a:cubicBezTo>
                      <a:pt x="17" y="13"/>
                      <a:pt x="16" y="13"/>
                      <a:pt x="15" y="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6" name="Freeform 1355">
                <a:extLst>
                  <a:ext uri="{FF2B5EF4-FFF2-40B4-BE49-F238E27FC236}">
                    <a16:creationId xmlns="" xmlns:a16="http://schemas.microsoft.com/office/drawing/2014/main" id="{3BE5F420-39BE-478B-8CAF-4AA230397FD7}"/>
                  </a:ext>
                </a:extLst>
              </p:cNvPr>
              <p:cNvSpPr>
                <a:spLocks noEditPoints="1"/>
              </p:cNvSpPr>
              <p:nvPr/>
            </p:nvSpPr>
            <p:spPr bwMode="auto">
              <a:xfrm>
                <a:off x="5044283" y="3375025"/>
                <a:ext cx="65088" cy="30163"/>
              </a:xfrm>
              <a:custGeom>
                <a:avLst/>
                <a:gdLst>
                  <a:gd name="T0" fmla="*/ 9 w 17"/>
                  <a:gd name="T1" fmla="*/ 8 h 8"/>
                  <a:gd name="T2" fmla="*/ 2 w 17"/>
                  <a:gd name="T3" fmla="*/ 7 h 8"/>
                  <a:gd name="T4" fmla="*/ 0 w 17"/>
                  <a:gd name="T5" fmla="*/ 5 h 8"/>
                  <a:gd name="T6" fmla="*/ 1 w 17"/>
                  <a:gd name="T7" fmla="*/ 2 h 8"/>
                  <a:gd name="T8" fmla="*/ 3 w 17"/>
                  <a:gd name="T9" fmla="*/ 1 h 8"/>
                  <a:gd name="T10" fmla="*/ 10 w 17"/>
                  <a:gd name="T11" fmla="*/ 0 h 8"/>
                  <a:gd name="T12" fmla="*/ 14 w 17"/>
                  <a:gd name="T13" fmla="*/ 1 h 8"/>
                  <a:gd name="T14" fmla="*/ 17 w 17"/>
                  <a:gd name="T15" fmla="*/ 2 h 8"/>
                  <a:gd name="T16" fmla="*/ 17 w 17"/>
                  <a:gd name="T17" fmla="*/ 3 h 8"/>
                  <a:gd name="T18" fmla="*/ 16 w 17"/>
                  <a:gd name="T19" fmla="*/ 6 h 8"/>
                  <a:gd name="T20" fmla="*/ 11 w 17"/>
                  <a:gd name="T21" fmla="*/ 8 h 8"/>
                  <a:gd name="T22" fmla="*/ 9 w 17"/>
                  <a:gd name="T23" fmla="*/ 8 h 8"/>
                  <a:gd name="T24" fmla="*/ 8 w 17"/>
                  <a:gd name="T25" fmla="*/ 6 h 8"/>
                  <a:gd name="T26" fmla="*/ 14 w 17"/>
                  <a:gd name="T27" fmla="*/ 5 h 8"/>
                  <a:gd name="T28" fmla="*/ 15 w 17"/>
                  <a:gd name="T29" fmla="*/ 4 h 8"/>
                  <a:gd name="T30" fmla="*/ 15 w 17"/>
                  <a:gd name="T31" fmla="*/ 3 h 8"/>
                  <a:gd name="T32" fmla="*/ 15 w 17"/>
                  <a:gd name="T33" fmla="*/ 3 h 8"/>
                  <a:gd name="T34" fmla="*/ 13 w 17"/>
                  <a:gd name="T35" fmla="*/ 2 h 8"/>
                  <a:gd name="T36" fmla="*/ 5 w 17"/>
                  <a:gd name="T37" fmla="*/ 2 h 8"/>
                  <a:gd name="T38" fmla="*/ 2 w 17"/>
                  <a:gd name="T39" fmla="*/ 3 h 8"/>
                  <a:gd name="T40" fmla="*/ 2 w 17"/>
                  <a:gd name="T41" fmla="*/ 4 h 8"/>
                  <a:gd name="T42" fmla="*/ 4 w 17"/>
                  <a:gd name="T43" fmla="*/ 5 h 8"/>
                  <a:gd name="T44" fmla="*/ 8 w 17"/>
                  <a:gd name="T45"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 h="8">
                    <a:moveTo>
                      <a:pt x="9" y="8"/>
                    </a:moveTo>
                    <a:cubicBezTo>
                      <a:pt x="6" y="8"/>
                      <a:pt x="4" y="8"/>
                      <a:pt x="2" y="7"/>
                    </a:cubicBezTo>
                    <a:cubicBezTo>
                      <a:pt x="2" y="6"/>
                      <a:pt x="1" y="6"/>
                      <a:pt x="0" y="5"/>
                    </a:cubicBezTo>
                    <a:cubicBezTo>
                      <a:pt x="0" y="4"/>
                      <a:pt x="0" y="3"/>
                      <a:pt x="1" y="2"/>
                    </a:cubicBezTo>
                    <a:cubicBezTo>
                      <a:pt x="1" y="1"/>
                      <a:pt x="2" y="1"/>
                      <a:pt x="3" y="1"/>
                    </a:cubicBezTo>
                    <a:cubicBezTo>
                      <a:pt x="5" y="0"/>
                      <a:pt x="8" y="0"/>
                      <a:pt x="10" y="0"/>
                    </a:cubicBezTo>
                    <a:cubicBezTo>
                      <a:pt x="11" y="0"/>
                      <a:pt x="13" y="0"/>
                      <a:pt x="14" y="1"/>
                    </a:cubicBezTo>
                    <a:cubicBezTo>
                      <a:pt x="15" y="1"/>
                      <a:pt x="16" y="2"/>
                      <a:pt x="17" y="2"/>
                    </a:cubicBezTo>
                    <a:cubicBezTo>
                      <a:pt x="17" y="3"/>
                      <a:pt x="17" y="3"/>
                      <a:pt x="17" y="3"/>
                    </a:cubicBezTo>
                    <a:cubicBezTo>
                      <a:pt x="17" y="5"/>
                      <a:pt x="17" y="5"/>
                      <a:pt x="16" y="6"/>
                    </a:cubicBezTo>
                    <a:cubicBezTo>
                      <a:pt x="14" y="7"/>
                      <a:pt x="13" y="7"/>
                      <a:pt x="11" y="8"/>
                    </a:cubicBezTo>
                    <a:cubicBezTo>
                      <a:pt x="10" y="8"/>
                      <a:pt x="10" y="8"/>
                      <a:pt x="9" y="8"/>
                    </a:cubicBezTo>
                    <a:close/>
                    <a:moveTo>
                      <a:pt x="8" y="6"/>
                    </a:moveTo>
                    <a:cubicBezTo>
                      <a:pt x="10" y="6"/>
                      <a:pt x="12" y="5"/>
                      <a:pt x="14" y="5"/>
                    </a:cubicBezTo>
                    <a:cubicBezTo>
                      <a:pt x="15" y="4"/>
                      <a:pt x="15" y="4"/>
                      <a:pt x="15" y="4"/>
                    </a:cubicBezTo>
                    <a:cubicBezTo>
                      <a:pt x="16" y="4"/>
                      <a:pt x="16" y="3"/>
                      <a:pt x="15" y="3"/>
                    </a:cubicBezTo>
                    <a:cubicBezTo>
                      <a:pt x="15" y="3"/>
                      <a:pt x="15" y="3"/>
                      <a:pt x="15" y="3"/>
                    </a:cubicBezTo>
                    <a:cubicBezTo>
                      <a:pt x="14" y="2"/>
                      <a:pt x="13" y="2"/>
                      <a:pt x="13" y="2"/>
                    </a:cubicBezTo>
                    <a:cubicBezTo>
                      <a:pt x="10" y="1"/>
                      <a:pt x="7" y="1"/>
                      <a:pt x="5" y="2"/>
                    </a:cubicBezTo>
                    <a:cubicBezTo>
                      <a:pt x="4" y="2"/>
                      <a:pt x="3" y="2"/>
                      <a:pt x="2" y="3"/>
                    </a:cubicBezTo>
                    <a:cubicBezTo>
                      <a:pt x="1" y="3"/>
                      <a:pt x="1" y="4"/>
                      <a:pt x="2" y="4"/>
                    </a:cubicBezTo>
                    <a:cubicBezTo>
                      <a:pt x="3" y="4"/>
                      <a:pt x="3" y="5"/>
                      <a:pt x="4" y="5"/>
                    </a:cubicBezTo>
                    <a:cubicBezTo>
                      <a:pt x="5" y="5"/>
                      <a:pt x="7" y="6"/>
                      <a:pt x="8"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7" name="Freeform 1356">
                <a:extLst>
                  <a:ext uri="{FF2B5EF4-FFF2-40B4-BE49-F238E27FC236}">
                    <a16:creationId xmlns="" xmlns:a16="http://schemas.microsoft.com/office/drawing/2014/main" id="{AA242BD4-3BB2-45AE-8DBD-7B03074A463C}"/>
                  </a:ext>
                </a:extLst>
              </p:cNvPr>
              <p:cNvSpPr>
                <a:spLocks noEditPoints="1"/>
              </p:cNvSpPr>
              <p:nvPr/>
            </p:nvSpPr>
            <p:spPr bwMode="auto">
              <a:xfrm>
                <a:off x="5112545" y="3394075"/>
                <a:ext cx="66675" cy="33338"/>
              </a:xfrm>
              <a:custGeom>
                <a:avLst/>
                <a:gdLst>
                  <a:gd name="T0" fmla="*/ 9 w 18"/>
                  <a:gd name="T1" fmla="*/ 9 h 9"/>
                  <a:gd name="T2" fmla="*/ 3 w 18"/>
                  <a:gd name="T3" fmla="*/ 8 h 9"/>
                  <a:gd name="T4" fmla="*/ 1 w 18"/>
                  <a:gd name="T5" fmla="*/ 6 h 9"/>
                  <a:gd name="T6" fmla="*/ 0 w 18"/>
                  <a:gd name="T7" fmla="*/ 5 h 9"/>
                  <a:gd name="T8" fmla="*/ 2 w 18"/>
                  <a:gd name="T9" fmla="*/ 2 h 9"/>
                  <a:gd name="T10" fmla="*/ 7 w 18"/>
                  <a:gd name="T11" fmla="*/ 1 h 9"/>
                  <a:gd name="T12" fmla="*/ 13 w 18"/>
                  <a:gd name="T13" fmla="*/ 1 h 9"/>
                  <a:gd name="T14" fmla="*/ 16 w 18"/>
                  <a:gd name="T15" fmla="*/ 2 h 9"/>
                  <a:gd name="T16" fmla="*/ 16 w 18"/>
                  <a:gd name="T17" fmla="*/ 7 h 9"/>
                  <a:gd name="T18" fmla="*/ 12 w 18"/>
                  <a:gd name="T19" fmla="*/ 8 h 9"/>
                  <a:gd name="T20" fmla="*/ 9 w 18"/>
                  <a:gd name="T21" fmla="*/ 9 h 9"/>
                  <a:gd name="T22" fmla="*/ 9 w 18"/>
                  <a:gd name="T23" fmla="*/ 6 h 9"/>
                  <a:gd name="T24" fmla="*/ 9 w 18"/>
                  <a:gd name="T25" fmla="*/ 6 h 9"/>
                  <a:gd name="T26" fmla="*/ 13 w 18"/>
                  <a:gd name="T27" fmla="*/ 6 h 9"/>
                  <a:gd name="T28" fmla="*/ 15 w 18"/>
                  <a:gd name="T29" fmla="*/ 5 h 9"/>
                  <a:gd name="T30" fmla="*/ 16 w 18"/>
                  <a:gd name="T31" fmla="*/ 4 h 9"/>
                  <a:gd name="T32" fmla="*/ 14 w 18"/>
                  <a:gd name="T33" fmla="*/ 3 h 9"/>
                  <a:gd name="T34" fmla="*/ 10 w 18"/>
                  <a:gd name="T35" fmla="*/ 2 h 9"/>
                  <a:gd name="T36" fmla="*/ 4 w 18"/>
                  <a:gd name="T37" fmla="*/ 3 h 9"/>
                  <a:gd name="T38" fmla="*/ 2 w 18"/>
                  <a:gd name="T39" fmla="*/ 4 h 9"/>
                  <a:gd name="T40" fmla="*/ 2 w 18"/>
                  <a:gd name="T41" fmla="*/ 5 h 9"/>
                  <a:gd name="T42" fmla="*/ 3 w 18"/>
                  <a:gd name="T43" fmla="*/ 5 h 9"/>
                  <a:gd name="T44" fmla="*/ 9 w 18"/>
                  <a:gd name="T45"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 h="9">
                    <a:moveTo>
                      <a:pt x="9" y="9"/>
                    </a:moveTo>
                    <a:cubicBezTo>
                      <a:pt x="7" y="8"/>
                      <a:pt x="5" y="8"/>
                      <a:pt x="3" y="8"/>
                    </a:cubicBezTo>
                    <a:cubicBezTo>
                      <a:pt x="2" y="7"/>
                      <a:pt x="2" y="7"/>
                      <a:pt x="1" y="6"/>
                    </a:cubicBezTo>
                    <a:cubicBezTo>
                      <a:pt x="1" y="6"/>
                      <a:pt x="0" y="5"/>
                      <a:pt x="0" y="5"/>
                    </a:cubicBezTo>
                    <a:cubicBezTo>
                      <a:pt x="0" y="3"/>
                      <a:pt x="1" y="3"/>
                      <a:pt x="2" y="2"/>
                    </a:cubicBezTo>
                    <a:cubicBezTo>
                      <a:pt x="4" y="1"/>
                      <a:pt x="5" y="1"/>
                      <a:pt x="7" y="1"/>
                    </a:cubicBezTo>
                    <a:cubicBezTo>
                      <a:pt x="9" y="0"/>
                      <a:pt x="11" y="1"/>
                      <a:pt x="13" y="1"/>
                    </a:cubicBezTo>
                    <a:cubicBezTo>
                      <a:pt x="14" y="1"/>
                      <a:pt x="15" y="2"/>
                      <a:pt x="16" y="2"/>
                    </a:cubicBezTo>
                    <a:cubicBezTo>
                      <a:pt x="18" y="3"/>
                      <a:pt x="18" y="6"/>
                      <a:pt x="16" y="7"/>
                    </a:cubicBezTo>
                    <a:cubicBezTo>
                      <a:pt x="15" y="8"/>
                      <a:pt x="13" y="8"/>
                      <a:pt x="12" y="8"/>
                    </a:cubicBezTo>
                    <a:cubicBezTo>
                      <a:pt x="11" y="8"/>
                      <a:pt x="10" y="8"/>
                      <a:pt x="9" y="9"/>
                    </a:cubicBezTo>
                    <a:close/>
                    <a:moveTo>
                      <a:pt x="9" y="6"/>
                    </a:moveTo>
                    <a:cubicBezTo>
                      <a:pt x="9" y="6"/>
                      <a:pt x="9" y="6"/>
                      <a:pt x="9" y="6"/>
                    </a:cubicBezTo>
                    <a:cubicBezTo>
                      <a:pt x="10" y="6"/>
                      <a:pt x="12" y="6"/>
                      <a:pt x="13" y="6"/>
                    </a:cubicBezTo>
                    <a:cubicBezTo>
                      <a:pt x="14" y="5"/>
                      <a:pt x="15" y="5"/>
                      <a:pt x="15" y="5"/>
                    </a:cubicBezTo>
                    <a:cubicBezTo>
                      <a:pt x="16" y="4"/>
                      <a:pt x="16" y="4"/>
                      <a:pt x="16" y="4"/>
                    </a:cubicBezTo>
                    <a:cubicBezTo>
                      <a:pt x="15" y="3"/>
                      <a:pt x="14" y="3"/>
                      <a:pt x="14" y="3"/>
                    </a:cubicBezTo>
                    <a:cubicBezTo>
                      <a:pt x="12" y="2"/>
                      <a:pt x="11" y="2"/>
                      <a:pt x="10" y="2"/>
                    </a:cubicBezTo>
                    <a:cubicBezTo>
                      <a:pt x="8" y="2"/>
                      <a:pt x="6" y="2"/>
                      <a:pt x="4" y="3"/>
                    </a:cubicBezTo>
                    <a:cubicBezTo>
                      <a:pt x="3" y="3"/>
                      <a:pt x="3" y="3"/>
                      <a:pt x="2" y="4"/>
                    </a:cubicBezTo>
                    <a:cubicBezTo>
                      <a:pt x="2" y="4"/>
                      <a:pt x="2" y="4"/>
                      <a:pt x="2" y="5"/>
                    </a:cubicBezTo>
                    <a:cubicBezTo>
                      <a:pt x="2" y="5"/>
                      <a:pt x="3" y="5"/>
                      <a:pt x="3" y="5"/>
                    </a:cubicBezTo>
                    <a:cubicBezTo>
                      <a:pt x="5" y="6"/>
                      <a:pt x="7" y="6"/>
                      <a:pt x="9"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8" name="Freeform 1357">
                <a:extLst>
                  <a:ext uri="{FF2B5EF4-FFF2-40B4-BE49-F238E27FC236}">
                    <a16:creationId xmlns="" xmlns:a16="http://schemas.microsoft.com/office/drawing/2014/main" id="{876BACFE-55A8-4172-8629-5A36B18D8311}"/>
                  </a:ext>
                </a:extLst>
              </p:cNvPr>
              <p:cNvSpPr>
                <a:spLocks/>
              </p:cNvSpPr>
              <p:nvPr/>
            </p:nvSpPr>
            <p:spPr bwMode="auto">
              <a:xfrm>
                <a:off x="5112545" y="3427413"/>
                <a:ext cx="63500" cy="19050"/>
              </a:xfrm>
              <a:custGeom>
                <a:avLst/>
                <a:gdLst>
                  <a:gd name="T0" fmla="*/ 17 w 17"/>
                  <a:gd name="T1" fmla="*/ 0 h 5"/>
                  <a:gd name="T2" fmla="*/ 17 w 17"/>
                  <a:gd name="T3" fmla="*/ 2 h 5"/>
                  <a:gd name="T4" fmla="*/ 16 w 17"/>
                  <a:gd name="T5" fmla="*/ 3 h 5"/>
                  <a:gd name="T6" fmla="*/ 13 w 17"/>
                  <a:gd name="T7" fmla="*/ 5 h 5"/>
                  <a:gd name="T8" fmla="*/ 4 w 17"/>
                  <a:gd name="T9" fmla="*/ 5 h 5"/>
                  <a:gd name="T10" fmla="*/ 1 w 17"/>
                  <a:gd name="T11" fmla="*/ 3 h 5"/>
                  <a:gd name="T12" fmla="*/ 0 w 17"/>
                  <a:gd name="T13" fmla="*/ 1 h 5"/>
                  <a:gd name="T14" fmla="*/ 0 w 17"/>
                  <a:gd name="T15" fmla="*/ 0 h 5"/>
                  <a:gd name="T16" fmla="*/ 0 w 17"/>
                  <a:gd name="T17" fmla="*/ 0 h 5"/>
                  <a:gd name="T18" fmla="*/ 3 w 17"/>
                  <a:gd name="T19" fmla="*/ 2 h 5"/>
                  <a:gd name="T20" fmla="*/ 15 w 17"/>
                  <a:gd name="T21" fmla="*/ 2 h 5"/>
                  <a:gd name="T22" fmla="*/ 17 w 17"/>
                  <a:gd name="T23" fmla="*/ 1 h 5"/>
                  <a:gd name="T24" fmla="*/ 17 w 17"/>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5">
                    <a:moveTo>
                      <a:pt x="17" y="0"/>
                    </a:moveTo>
                    <a:cubicBezTo>
                      <a:pt x="17" y="1"/>
                      <a:pt x="17" y="1"/>
                      <a:pt x="17" y="2"/>
                    </a:cubicBezTo>
                    <a:cubicBezTo>
                      <a:pt x="17" y="2"/>
                      <a:pt x="17" y="3"/>
                      <a:pt x="16" y="3"/>
                    </a:cubicBezTo>
                    <a:cubicBezTo>
                      <a:pt x="15" y="4"/>
                      <a:pt x="14" y="4"/>
                      <a:pt x="13" y="5"/>
                    </a:cubicBezTo>
                    <a:cubicBezTo>
                      <a:pt x="10" y="5"/>
                      <a:pt x="7" y="5"/>
                      <a:pt x="4" y="5"/>
                    </a:cubicBezTo>
                    <a:cubicBezTo>
                      <a:pt x="3" y="4"/>
                      <a:pt x="2" y="4"/>
                      <a:pt x="1" y="3"/>
                    </a:cubicBezTo>
                    <a:cubicBezTo>
                      <a:pt x="1" y="3"/>
                      <a:pt x="0" y="2"/>
                      <a:pt x="0" y="1"/>
                    </a:cubicBezTo>
                    <a:cubicBezTo>
                      <a:pt x="0" y="1"/>
                      <a:pt x="0" y="1"/>
                      <a:pt x="0" y="0"/>
                    </a:cubicBezTo>
                    <a:cubicBezTo>
                      <a:pt x="0" y="0"/>
                      <a:pt x="0" y="0"/>
                      <a:pt x="0" y="0"/>
                    </a:cubicBezTo>
                    <a:cubicBezTo>
                      <a:pt x="1" y="1"/>
                      <a:pt x="2" y="2"/>
                      <a:pt x="3" y="2"/>
                    </a:cubicBezTo>
                    <a:cubicBezTo>
                      <a:pt x="7" y="4"/>
                      <a:pt x="11" y="4"/>
                      <a:pt x="15" y="2"/>
                    </a:cubicBezTo>
                    <a:cubicBezTo>
                      <a:pt x="15" y="2"/>
                      <a:pt x="16" y="2"/>
                      <a:pt x="17" y="1"/>
                    </a:cubicBezTo>
                    <a:cubicBezTo>
                      <a:pt x="17" y="1"/>
                      <a:pt x="17" y="1"/>
                      <a:pt x="17"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9" name="Freeform 1358">
                <a:extLst>
                  <a:ext uri="{FF2B5EF4-FFF2-40B4-BE49-F238E27FC236}">
                    <a16:creationId xmlns="" xmlns:a16="http://schemas.microsoft.com/office/drawing/2014/main" id="{14791DAB-2187-4CE0-9434-6A779EF8B7D5}"/>
                  </a:ext>
                </a:extLst>
              </p:cNvPr>
              <p:cNvSpPr>
                <a:spLocks/>
              </p:cNvSpPr>
              <p:nvPr/>
            </p:nvSpPr>
            <p:spPr bwMode="auto">
              <a:xfrm>
                <a:off x="5044283" y="3416300"/>
                <a:ext cx="65088" cy="19050"/>
              </a:xfrm>
              <a:custGeom>
                <a:avLst/>
                <a:gdLst>
                  <a:gd name="T0" fmla="*/ 0 w 17"/>
                  <a:gd name="T1" fmla="*/ 0 h 5"/>
                  <a:gd name="T2" fmla="*/ 1 w 17"/>
                  <a:gd name="T3" fmla="*/ 2 h 5"/>
                  <a:gd name="T4" fmla="*/ 5 w 17"/>
                  <a:gd name="T5" fmla="*/ 3 h 5"/>
                  <a:gd name="T6" fmla="*/ 14 w 17"/>
                  <a:gd name="T7" fmla="*/ 3 h 5"/>
                  <a:gd name="T8" fmla="*/ 16 w 17"/>
                  <a:gd name="T9" fmla="*/ 2 h 5"/>
                  <a:gd name="T10" fmla="*/ 17 w 17"/>
                  <a:gd name="T11" fmla="*/ 1 h 5"/>
                  <a:gd name="T12" fmla="*/ 16 w 17"/>
                  <a:gd name="T13" fmla="*/ 3 h 5"/>
                  <a:gd name="T14" fmla="*/ 14 w 17"/>
                  <a:gd name="T15" fmla="*/ 4 h 5"/>
                  <a:gd name="T16" fmla="*/ 7 w 17"/>
                  <a:gd name="T17" fmla="*/ 5 h 5"/>
                  <a:gd name="T18" fmla="*/ 3 w 17"/>
                  <a:gd name="T19" fmla="*/ 4 h 5"/>
                  <a:gd name="T20" fmla="*/ 1 w 17"/>
                  <a:gd name="T21" fmla="*/ 3 h 5"/>
                  <a:gd name="T22" fmla="*/ 0 w 17"/>
                  <a:gd name="T23" fmla="*/ 2 h 5"/>
                  <a:gd name="T24" fmla="*/ 0 w 17"/>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5">
                    <a:moveTo>
                      <a:pt x="0" y="0"/>
                    </a:moveTo>
                    <a:cubicBezTo>
                      <a:pt x="1" y="1"/>
                      <a:pt x="1" y="1"/>
                      <a:pt x="1" y="2"/>
                    </a:cubicBezTo>
                    <a:cubicBezTo>
                      <a:pt x="3" y="2"/>
                      <a:pt x="4" y="3"/>
                      <a:pt x="5" y="3"/>
                    </a:cubicBezTo>
                    <a:cubicBezTo>
                      <a:pt x="8" y="4"/>
                      <a:pt x="11" y="3"/>
                      <a:pt x="14" y="3"/>
                    </a:cubicBezTo>
                    <a:cubicBezTo>
                      <a:pt x="15" y="2"/>
                      <a:pt x="15" y="2"/>
                      <a:pt x="16" y="2"/>
                    </a:cubicBezTo>
                    <a:cubicBezTo>
                      <a:pt x="16" y="1"/>
                      <a:pt x="17" y="1"/>
                      <a:pt x="17" y="1"/>
                    </a:cubicBezTo>
                    <a:cubicBezTo>
                      <a:pt x="17" y="1"/>
                      <a:pt x="17" y="3"/>
                      <a:pt x="16" y="3"/>
                    </a:cubicBezTo>
                    <a:cubicBezTo>
                      <a:pt x="16" y="4"/>
                      <a:pt x="15" y="4"/>
                      <a:pt x="14" y="4"/>
                    </a:cubicBezTo>
                    <a:cubicBezTo>
                      <a:pt x="12" y="5"/>
                      <a:pt x="10" y="5"/>
                      <a:pt x="7" y="5"/>
                    </a:cubicBezTo>
                    <a:cubicBezTo>
                      <a:pt x="6" y="5"/>
                      <a:pt x="4" y="5"/>
                      <a:pt x="3" y="4"/>
                    </a:cubicBezTo>
                    <a:cubicBezTo>
                      <a:pt x="2" y="4"/>
                      <a:pt x="1" y="4"/>
                      <a:pt x="1" y="3"/>
                    </a:cubicBezTo>
                    <a:cubicBezTo>
                      <a:pt x="0" y="3"/>
                      <a:pt x="0" y="2"/>
                      <a:pt x="0" y="2"/>
                    </a:cubicBezTo>
                    <a:cubicBezTo>
                      <a:pt x="0" y="1"/>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50" name="Freeform 1359">
                <a:extLst>
                  <a:ext uri="{FF2B5EF4-FFF2-40B4-BE49-F238E27FC236}">
                    <a16:creationId xmlns="" xmlns:a16="http://schemas.microsoft.com/office/drawing/2014/main" id="{F920D6F3-00F3-41BE-85F5-BB3E73C9382B}"/>
                  </a:ext>
                </a:extLst>
              </p:cNvPr>
              <p:cNvSpPr>
                <a:spLocks/>
              </p:cNvSpPr>
              <p:nvPr/>
            </p:nvSpPr>
            <p:spPr bwMode="auto">
              <a:xfrm>
                <a:off x="5044283" y="3408363"/>
                <a:ext cx="65088" cy="19050"/>
              </a:xfrm>
              <a:custGeom>
                <a:avLst/>
                <a:gdLst>
                  <a:gd name="T0" fmla="*/ 17 w 17"/>
                  <a:gd name="T1" fmla="*/ 0 h 5"/>
                  <a:gd name="T2" fmla="*/ 16 w 17"/>
                  <a:gd name="T3" fmla="*/ 3 h 5"/>
                  <a:gd name="T4" fmla="*/ 11 w 17"/>
                  <a:gd name="T5" fmla="*/ 4 h 5"/>
                  <a:gd name="T6" fmla="*/ 5 w 17"/>
                  <a:gd name="T7" fmla="*/ 4 h 5"/>
                  <a:gd name="T8" fmla="*/ 1 w 17"/>
                  <a:gd name="T9" fmla="*/ 3 h 5"/>
                  <a:gd name="T10" fmla="*/ 0 w 17"/>
                  <a:gd name="T11" fmla="*/ 1 h 5"/>
                  <a:gd name="T12" fmla="*/ 0 w 17"/>
                  <a:gd name="T13" fmla="*/ 0 h 5"/>
                  <a:gd name="T14" fmla="*/ 1 w 17"/>
                  <a:gd name="T15" fmla="*/ 0 h 5"/>
                  <a:gd name="T16" fmla="*/ 4 w 17"/>
                  <a:gd name="T17" fmla="*/ 2 h 5"/>
                  <a:gd name="T18" fmla="*/ 10 w 17"/>
                  <a:gd name="T19" fmla="*/ 3 h 5"/>
                  <a:gd name="T20" fmla="*/ 14 w 17"/>
                  <a:gd name="T21" fmla="*/ 2 h 5"/>
                  <a:gd name="T22" fmla="*/ 17 w 17"/>
                  <a:gd name="T2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5">
                    <a:moveTo>
                      <a:pt x="17" y="0"/>
                    </a:moveTo>
                    <a:cubicBezTo>
                      <a:pt x="17" y="1"/>
                      <a:pt x="17" y="2"/>
                      <a:pt x="16" y="3"/>
                    </a:cubicBezTo>
                    <a:cubicBezTo>
                      <a:pt x="14" y="4"/>
                      <a:pt x="13" y="4"/>
                      <a:pt x="11" y="4"/>
                    </a:cubicBezTo>
                    <a:cubicBezTo>
                      <a:pt x="9" y="5"/>
                      <a:pt x="7" y="5"/>
                      <a:pt x="5" y="4"/>
                    </a:cubicBezTo>
                    <a:cubicBezTo>
                      <a:pt x="4" y="4"/>
                      <a:pt x="2" y="3"/>
                      <a:pt x="1" y="3"/>
                    </a:cubicBezTo>
                    <a:cubicBezTo>
                      <a:pt x="0" y="2"/>
                      <a:pt x="0" y="2"/>
                      <a:pt x="0" y="1"/>
                    </a:cubicBezTo>
                    <a:cubicBezTo>
                      <a:pt x="0" y="0"/>
                      <a:pt x="0" y="0"/>
                      <a:pt x="0" y="0"/>
                    </a:cubicBezTo>
                    <a:cubicBezTo>
                      <a:pt x="0" y="0"/>
                      <a:pt x="1" y="0"/>
                      <a:pt x="1" y="0"/>
                    </a:cubicBezTo>
                    <a:cubicBezTo>
                      <a:pt x="2" y="1"/>
                      <a:pt x="3" y="2"/>
                      <a:pt x="4" y="2"/>
                    </a:cubicBezTo>
                    <a:cubicBezTo>
                      <a:pt x="6" y="3"/>
                      <a:pt x="8" y="3"/>
                      <a:pt x="10" y="3"/>
                    </a:cubicBezTo>
                    <a:cubicBezTo>
                      <a:pt x="11" y="2"/>
                      <a:pt x="13" y="2"/>
                      <a:pt x="14" y="2"/>
                    </a:cubicBezTo>
                    <a:cubicBezTo>
                      <a:pt x="15" y="1"/>
                      <a:pt x="16" y="1"/>
                      <a:pt x="17"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51" name="Freeform 1360">
                <a:extLst>
                  <a:ext uri="{FF2B5EF4-FFF2-40B4-BE49-F238E27FC236}">
                    <a16:creationId xmlns="" xmlns:a16="http://schemas.microsoft.com/office/drawing/2014/main" id="{DECE8240-A407-4F7A-94B6-75D24EE9C3F8}"/>
                  </a:ext>
                </a:extLst>
              </p:cNvPr>
              <p:cNvSpPr>
                <a:spLocks/>
              </p:cNvSpPr>
              <p:nvPr/>
            </p:nvSpPr>
            <p:spPr bwMode="auto">
              <a:xfrm>
                <a:off x="5044283" y="3427413"/>
                <a:ext cx="65088" cy="19050"/>
              </a:xfrm>
              <a:custGeom>
                <a:avLst/>
                <a:gdLst>
                  <a:gd name="T0" fmla="*/ 0 w 17"/>
                  <a:gd name="T1" fmla="*/ 0 h 5"/>
                  <a:gd name="T2" fmla="*/ 5 w 17"/>
                  <a:gd name="T3" fmla="*/ 3 h 5"/>
                  <a:gd name="T4" fmla="*/ 13 w 17"/>
                  <a:gd name="T5" fmla="*/ 3 h 5"/>
                  <a:gd name="T6" fmla="*/ 14 w 17"/>
                  <a:gd name="T7" fmla="*/ 2 h 5"/>
                  <a:gd name="T8" fmla="*/ 17 w 17"/>
                  <a:gd name="T9" fmla="*/ 0 h 5"/>
                  <a:gd name="T10" fmla="*/ 16 w 17"/>
                  <a:gd name="T11" fmla="*/ 3 h 5"/>
                  <a:gd name="T12" fmla="*/ 12 w 17"/>
                  <a:gd name="T13" fmla="*/ 5 h 5"/>
                  <a:gd name="T14" fmla="*/ 3 w 17"/>
                  <a:gd name="T15" fmla="*/ 4 h 5"/>
                  <a:gd name="T16" fmla="*/ 1 w 17"/>
                  <a:gd name="T17" fmla="*/ 3 h 5"/>
                  <a:gd name="T18" fmla="*/ 0 w 17"/>
                  <a:gd name="T19" fmla="*/ 1 h 5"/>
                  <a:gd name="T20" fmla="*/ 0 w 17"/>
                  <a:gd name="T21"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5">
                    <a:moveTo>
                      <a:pt x="0" y="0"/>
                    </a:moveTo>
                    <a:cubicBezTo>
                      <a:pt x="1" y="2"/>
                      <a:pt x="3" y="2"/>
                      <a:pt x="5" y="3"/>
                    </a:cubicBezTo>
                    <a:cubicBezTo>
                      <a:pt x="8" y="3"/>
                      <a:pt x="10" y="3"/>
                      <a:pt x="13" y="3"/>
                    </a:cubicBezTo>
                    <a:cubicBezTo>
                      <a:pt x="13" y="3"/>
                      <a:pt x="14" y="2"/>
                      <a:pt x="14" y="2"/>
                    </a:cubicBezTo>
                    <a:cubicBezTo>
                      <a:pt x="15" y="2"/>
                      <a:pt x="16" y="1"/>
                      <a:pt x="17" y="0"/>
                    </a:cubicBezTo>
                    <a:cubicBezTo>
                      <a:pt x="17" y="1"/>
                      <a:pt x="17" y="3"/>
                      <a:pt x="16" y="3"/>
                    </a:cubicBezTo>
                    <a:cubicBezTo>
                      <a:pt x="15" y="4"/>
                      <a:pt x="13" y="4"/>
                      <a:pt x="12" y="5"/>
                    </a:cubicBezTo>
                    <a:cubicBezTo>
                      <a:pt x="9" y="5"/>
                      <a:pt x="6" y="5"/>
                      <a:pt x="3" y="4"/>
                    </a:cubicBezTo>
                    <a:cubicBezTo>
                      <a:pt x="2" y="4"/>
                      <a:pt x="2" y="3"/>
                      <a:pt x="1" y="3"/>
                    </a:cubicBezTo>
                    <a:cubicBezTo>
                      <a:pt x="0" y="3"/>
                      <a:pt x="0" y="2"/>
                      <a:pt x="0" y="1"/>
                    </a:cubicBezTo>
                    <a:cubicBezTo>
                      <a:pt x="0" y="1"/>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52" name="Freeform 1361">
                <a:extLst>
                  <a:ext uri="{FF2B5EF4-FFF2-40B4-BE49-F238E27FC236}">
                    <a16:creationId xmlns="" xmlns:a16="http://schemas.microsoft.com/office/drawing/2014/main" id="{C7EADD63-6171-429F-BDCC-186CF99DE4F8}"/>
                  </a:ext>
                </a:extLst>
              </p:cNvPr>
              <p:cNvSpPr>
                <a:spLocks/>
              </p:cNvSpPr>
              <p:nvPr/>
            </p:nvSpPr>
            <p:spPr bwMode="auto">
              <a:xfrm>
                <a:off x="5044283" y="3397250"/>
                <a:ext cx="65088" cy="19050"/>
              </a:xfrm>
              <a:custGeom>
                <a:avLst/>
                <a:gdLst>
                  <a:gd name="T0" fmla="*/ 0 w 17"/>
                  <a:gd name="T1" fmla="*/ 0 h 5"/>
                  <a:gd name="T2" fmla="*/ 4 w 17"/>
                  <a:gd name="T3" fmla="*/ 2 h 5"/>
                  <a:gd name="T4" fmla="*/ 14 w 17"/>
                  <a:gd name="T5" fmla="*/ 2 h 5"/>
                  <a:gd name="T6" fmla="*/ 17 w 17"/>
                  <a:gd name="T7" fmla="*/ 0 h 5"/>
                  <a:gd name="T8" fmla="*/ 15 w 17"/>
                  <a:gd name="T9" fmla="*/ 3 h 5"/>
                  <a:gd name="T10" fmla="*/ 11 w 17"/>
                  <a:gd name="T11" fmla="*/ 4 h 5"/>
                  <a:gd name="T12" fmla="*/ 4 w 17"/>
                  <a:gd name="T13" fmla="*/ 4 h 5"/>
                  <a:gd name="T14" fmla="*/ 1 w 17"/>
                  <a:gd name="T15" fmla="*/ 3 h 5"/>
                  <a:gd name="T16" fmla="*/ 0 w 17"/>
                  <a:gd name="T17" fmla="*/ 1 h 5"/>
                  <a:gd name="T18" fmla="*/ 0 w 17"/>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5">
                    <a:moveTo>
                      <a:pt x="0" y="0"/>
                    </a:moveTo>
                    <a:cubicBezTo>
                      <a:pt x="1" y="1"/>
                      <a:pt x="3" y="2"/>
                      <a:pt x="4" y="2"/>
                    </a:cubicBezTo>
                    <a:cubicBezTo>
                      <a:pt x="7" y="3"/>
                      <a:pt x="10" y="3"/>
                      <a:pt x="14" y="2"/>
                    </a:cubicBezTo>
                    <a:cubicBezTo>
                      <a:pt x="15" y="2"/>
                      <a:pt x="16" y="1"/>
                      <a:pt x="17" y="0"/>
                    </a:cubicBezTo>
                    <a:cubicBezTo>
                      <a:pt x="17" y="1"/>
                      <a:pt x="17" y="2"/>
                      <a:pt x="15" y="3"/>
                    </a:cubicBezTo>
                    <a:cubicBezTo>
                      <a:pt x="14" y="4"/>
                      <a:pt x="13" y="4"/>
                      <a:pt x="11" y="4"/>
                    </a:cubicBezTo>
                    <a:cubicBezTo>
                      <a:pt x="9" y="5"/>
                      <a:pt x="7" y="5"/>
                      <a:pt x="4" y="4"/>
                    </a:cubicBezTo>
                    <a:cubicBezTo>
                      <a:pt x="3" y="4"/>
                      <a:pt x="2" y="3"/>
                      <a:pt x="1" y="3"/>
                    </a:cubicBezTo>
                    <a:cubicBezTo>
                      <a:pt x="0" y="2"/>
                      <a:pt x="0" y="2"/>
                      <a:pt x="0" y="1"/>
                    </a:cubicBezTo>
                    <a:cubicBezTo>
                      <a:pt x="0" y="0"/>
                      <a:pt x="0" y="0"/>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53" name="Freeform 1362">
                <a:extLst>
                  <a:ext uri="{FF2B5EF4-FFF2-40B4-BE49-F238E27FC236}">
                    <a16:creationId xmlns="" xmlns:a16="http://schemas.microsoft.com/office/drawing/2014/main" id="{208FD89A-7A26-4F0A-83C3-C7FC9CD420D6}"/>
                  </a:ext>
                </a:extLst>
              </p:cNvPr>
              <p:cNvSpPr>
                <a:spLocks/>
              </p:cNvSpPr>
              <p:nvPr/>
            </p:nvSpPr>
            <p:spPr bwMode="auto">
              <a:xfrm>
                <a:off x="5112545" y="3416300"/>
                <a:ext cx="66675" cy="19050"/>
              </a:xfrm>
              <a:custGeom>
                <a:avLst/>
                <a:gdLst>
                  <a:gd name="T0" fmla="*/ 0 w 18"/>
                  <a:gd name="T1" fmla="*/ 0 h 5"/>
                  <a:gd name="T2" fmla="*/ 5 w 18"/>
                  <a:gd name="T3" fmla="*/ 3 h 5"/>
                  <a:gd name="T4" fmla="*/ 13 w 18"/>
                  <a:gd name="T5" fmla="*/ 3 h 5"/>
                  <a:gd name="T6" fmla="*/ 16 w 18"/>
                  <a:gd name="T7" fmla="*/ 1 h 5"/>
                  <a:gd name="T8" fmla="*/ 17 w 18"/>
                  <a:gd name="T9" fmla="*/ 1 h 5"/>
                  <a:gd name="T10" fmla="*/ 16 w 18"/>
                  <a:gd name="T11" fmla="*/ 3 h 5"/>
                  <a:gd name="T12" fmla="*/ 12 w 18"/>
                  <a:gd name="T13" fmla="*/ 5 h 5"/>
                  <a:gd name="T14" fmla="*/ 5 w 18"/>
                  <a:gd name="T15" fmla="*/ 5 h 5"/>
                  <a:gd name="T16" fmla="*/ 1 w 18"/>
                  <a:gd name="T17" fmla="*/ 3 h 5"/>
                  <a:gd name="T18" fmla="*/ 0 w 18"/>
                  <a:gd name="T19" fmla="*/ 1 h 5"/>
                  <a:gd name="T20" fmla="*/ 0 w 18"/>
                  <a:gd name="T21"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5">
                    <a:moveTo>
                      <a:pt x="0" y="0"/>
                    </a:moveTo>
                    <a:cubicBezTo>
                      <a:pt x="1" y="2"/>
                      <a:pt x="3" y="3"/>
                      <a:pt x="5" y="3"/>
                    </a:cubicBezTo>
                    <a:cubicBezTo>
                      <a:pt x="7" y="4"/>
                      <a:pt x="10" y="4"/>
                      <a:pt x="13" y="3"/>
                    </a:cubicBezTo>
                    <a:cubicBezTo>
                      <a:pt x="14" y="3"/>
                      <a:pt x="15" y="2"/>
                      <a:pt x="16" y="1"/>
                    </a:cubicBezTo>
                    <a:cubicBezTo>
                      <a:pt x="17" y="1"/>
                      <a:pt x="17" y="1"/>
                      <a:pt x="17" y="1"/>
                    </a:cubicBezTo>
                    <a:cubicBezTo>
                      <a:pt x="18" y="2"/>
                      <a:pt x="17" y="3"/>
                      <a:pt x="16" y="3"/>
                    </a:cubicBezTo>
                    <a:cubicBezTo>
                      <a:pt x="15" y="4"/>
                      <a:pt x="13" y="5"/>
                      <a:pt x="12" y="5"/>
                    </a:cubicBezTo>
                    <a:cubicBezTo>
                      <a:pt x="9" y="5"/>
                      <a:pt x="7" y="5"/>
                      <a:pt x="5" y="5"/>
                    </a:cubicBezTo>
                    <a:cubicBezTo>
                      <a:pt x="4" y="5"/>
                      <a:pt x="3" y="4"/>
                      <a:pt x="1" y="3"/>
                    </a:cubicBezTo>
                    <a:cubicBezTo>
                      <a:pt x="1" y="3"/>
                      <a:pt x="0" y="2"/>
                      <a:pt x="0" y="1"/>
                    </a:cubicBezTo>
                    <a:cubicBezTo>
                      <a:pt x="0" y="1"/>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54" name="Oval 1363">
                <a:extLst>
                  <a:ext uri="{FF2B5EF4-FFF2-40B4-BE49-F238E27FC236}">
                    <a16:creationId xmlns="" xmlns:a16="http://schemas.microsoft.com/office/drawing/2014/main" id="{FBB9A34D-025A-412E-AEDD-2B924722C815}"/>
                  </a:ext>
                </a:extLst>
              </p:cNvPr>
              <p:cNvSpPr>
                <a:spLocks noChangeArrowheads="1"/>
              </p:cNvSpPr>
              <p:nvPr/>
            </p:nvSpPr>
            <p:spPr bwMode="auto">
              <a:xfrm>
                <a:off x="5115720" y="3300413"/>
                <a:ext cx="19050" cy="19050"/>
              </a:xfrm>
              <a:prstGeom prst="ellipse">
                <a:avLst/>
              </a:prstGeom>
              <a:grp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55" name="Oval 1364">
                <a:extLst>
                  <a:ext uri="{FF2B5EF4-FFF2-40B4-BE49-F238E27FC236}">
                    <a16:creationId xmlns="" xmlns:a16="http://schemas.microsoft.com/office/drawing/2014/main" id="{0752C3D2-2480-4F65-8DED-23EA9CC8B7EE}"/>
                  </a:ext>
                </a:extLst>
              </p:cNvPr>
              <p:cNvSpPr>
                <a:spLocks noChangeArrowheads="1"/>
              </p:cNvSpPr>
              <p:nvPr/>
            </p:nvSpPr>
            <p:spPr bwMode="auto">
              <a:xfrm>
                <a:off x="5168108" y="3355975"/>
                <a:ext cx="19050" cy="15875"/>
              </a:xfrm>
              <a:prstGeom prst="ellipse">
                <a:avLst/>
              </a:prstGeom>
              <a:grp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467" name="Freeform 1377">
              <a:extLst>
                <a:ext uri="{FF2B5EF4-FFF2-40B4-BE49-F238E27FC236}">
                  <a16:creationId xmlns="" xmlns:a16="http://schemas.microsoft.com/office/drawing/2014/main" id="{EE6026C7-01B2-4D35-9FB4-35774CFFBCB9}"/>
                </a:ext>
              </a:extLst>
            </p:cNvPr>
            <p:cNvSpPr>
              <a:spLocks/>
            </p:cNvSpPr>
            <p:nvPr/>
          </p:nvSpPr>
          <p:spPr bwMode="auto">
            <a:xfrm>
              <a:off x="10841995" y="177081"/>
              <a:ext cx="60420" cy="55317"/>
            </a:xfrm>
            <a:custGeom>
              <a:avLst/>
              <a:gdLst>
                <a:gd name="T0" fmla="*/ 1 w 95"/>
                <a:gd name="T1" fmla="*/ 62 h 87"/>
                <a:gd name="T2" fmla="*/ 2 w 95"/>
                <a:gd name="T3" fmla="*/ 43 h 87"/>
                <a:gd name="T4" fmla="*/ 23 w 95"/>
                <a:gd name="T5" fmla="*/ 14 h 87"/>
                <a:gd name="T6" fmla="*/ 88 w 95"/>
                <a:gd name="T7" fmla="*/ 31 h 87"/>
                <a:gd name="T8" fmla="*/ 92 w 95"/>
                <a:gd name="T9" fmla="*/ 67 h 87"/>
                <a:gd name="T10" fmla="*/ 80 w 95"/>
                <a:gd name="T11" fmla="*/ 87 h 87"/>
                <a:gd name="T12" fmla="*/ 80 w 95"/>
                <a:gd name="T13" fmla="*/ 86 h 87"/>
                <a:gd name="T14" fmla="*/ 80 w 95"/>
                <a:gd name="T15" fmla="*/ 79 h 87"/>
                <a:gd name="T16" fmla="*/ 80 w 95"/>
                <a:gd name="T17" fmla="*/ 77 h 87"/>
                <a:gd name="T18" fmla="*/ 87 w 95"/>
                <a:gd name="T19" fmla="*/ 61 h 87"/>
                <a:gd name="T20" fmla="*/ 83 w 95"/>
                <a:gd name="T21" fmla="*/ 36 h 87"/>
                <a:gd name="T22" fmla="*/ 61 w 95"/>
                <a:gd name="T23" fmla="*/ 16 h 87"/>
                <a:gd name="T24" fmla="*/ 43 w 95"/>
                <a:gd name="T25" fmla="*/ 14 h 87"/>
                <a:gd name="T26" fmla="*/ 17 w 95"/>
                <a:gd name="T27" fmla="*/ 27 h 87"/>
                <a:gd name="T28" fmla="*/ 7 w 95"/>
                <a:gd name="T29" fmla="*/ 49 h 87"/>
                <a:gd name="T30" fmla="*/ 6 w 95"/>
                <a:gd name="T31" fmla="*/ 59 h 87"/>
                <a:gd name="T32" fmla="*/ 6 w 95"/>
                <a:gd name="T33" fmla="*/ 60 h 87"/>
                <a:gd name="T34" fmla="*/ 1 w 95"/>
                <a:gd name="T35" fmla="*/ 6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87">
                  <a:moveTo>
                    <a:pt x="1" y="62"/>
                  </a:moveTo>
                  <a:cubicBezTo>
                    <a:pt x="0" y="56"/>
                    <a:pt x="0" y="49"/>
                    <a:pt x="2" y="43"/>
                  </a:cubicBezTo>
                  <a:cubicBezTo>
                    <a:pt x="5" y="30"/>
                    <a:pt x="12" y="21"/>
                    <a:pt x="23" y="14"/>
                  </a:cubicBezTo>
                  <a:cubicBezTo>
                    <a:pt x="46" y="0"/>
                    <a:pt x="75" y="9"/>
                    <a:pt x="88" y="31"/>
                  </a:cubicBezTo>
                  <a:cubicBezTo>
                    <a:pt x="94" y="42"/>
                    <a:pt x="95" y="55"/>
                    <a:pt x="92" y="67"/>
                  </a:cubicBezTo>
                  <a:cubicBezTo>
                    <a:pt x="90" y="75"/>
                    <a:pt x="86" y="81"/>
                    <a:pt x="80" y="87"/>
                  </a:cubicBezTo>
                  <a:cubicBezTo>
                    <a:pt x="80" y="86"/>
                    <a:pt x="80" y="86"/>
                    <a:pt x="80" y="86"/>
                  </a:cubicBezTo>
                  <a:cubicBezTo>
                    <a:pt x="80" y="83"/>
                    <a:pt x="80" y="81"/>
                    <a:pt x="80" y="79"/>
                  </a:cubicBezTo>
                  <a:cubicBezTo>
                    <a:pt x="80" y="79"/>
                    <a:pt x="80" y="78"/>
                    <a:pt x="80" y="77"/>
                  </a:cubicBezTo>
                  <a:cubicBezTo>
                    <a:pt x="84" y="72"/>
                    <a:pt x="86" y="67"/>
                    <a:pt x="87" y="61"/>
                  </a:cubicBezTo>
                  <a:cubicBezTo>
                    <a:pt x="88" y="52"/>
                    <a:pt x="87" y="44"/>
                    <a:pt x="83" y="36"/>
                  </a:cubicBezTo>
                  <a:cubicBezTo>
                    <a:pt x="78" y="26"/>
                    <a:pt x="71" y="20"/>
                    <a:pt x="61" y="16"/>
                  </a:cubicBezTo>
                  <a:cubicBezTo>
                    <a:pt x="56" y="14"/>
                    <a:pt x="50" y="13"/>
                    <a:pt x="43" y="14"/>
                  </a:cubicBezTo>
                  <a:cubicBezTo>
                    <a:pt x="33" y="15"/>
                    <a:pt x="24" y="19"/>
                    <a:pt x="17" y="27"/>
                  </a:cubicBezTo>
                  <a:cubicBezTo>
                    <a:pt x="11" y="33"/>
                    <a:pt x="8" y="40"/>
                    <a:pt x="7" y="49"/>
                  </a:cubicBezTo>
                  <a:cubicBezTo>
                    <a:pt x="6" y="52"/>
                    <a:pt x="6" y="55"/>
                    <a:pt x="6" y="59"/>
                  </a:cubicBezTo>
                  <a:cubicBezTo>
                    <a:pt x="7" y="59"/>
                    <a:pt x="6" y="60"/>
                    <a:pt x="6" y="60"/>
                  </a:cubicBezTo>
                  <a:cubicBezTo>
                    <a:pt x="4" y="61"/>
                    <a:pt x="3" y="61"/>
                    <a:pt x="1" y="6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8" name="Freeform 1378">
              <a:extLst>
                <a:ext uri="{FF2B5EF4-FFF2-40B4-BE49-F238E27FC236}">
                  <a16:creationId xmlns="" xmlns:a16="http://schemas.microsoft.com/office/drawing/2014/main" id="{362C0B82-207F-4E92-9619-761C5C127533}"/>
                </a:ext>
              </a:extLst>
            </p:cNvPr>
            <p:cNvSpPr>
              <a:spLocks/>
            </p:cNvSpPr>
            <p:nvPr/>
          </p:nvSpPr>
          <p:spPr bwMode="auto">
            <a:xfrm>
              <a:off x="10855421" y="196146"/>
              <a:ext cx="29270" cy="18529"/>
            </a:xfrm>
            <a:custGeom>
              <a:avLst/>
              <a:gdLst>
                <a:gd name="T0" fmla="*/ 34 w 46"/>
                <a:gd name="T1" fmla="*/ 29 h 29"/>
                <a:gd name="T2" fmla="*/ 27 w 46"/>
                <a:gd name="T3" fmla="*/ 29 h 29"/>
                <a:gd name="T4" fmla="*/ 22 w 46"/>
                <a:gd name="T5" fmla="*/ 27 h 29"/>
                <a:gd name="T6" fmla="*/ 19 w 46"/>
                <a:gd name="T7" fmla="*/ 23 h 29"/>
                <a:gd name="T8" fmla="*/ 1 w 46"/>
                <a:gd name="T9" fmla="*/ 6 h 29"/>
                <a:gd name="T10" fmla="*/ 0 w 46"/>
                <a:gd name="T11" fmla="*/ 3 h 29"/>
                <a:gd name="T12" fmla="*/ 3 w 46"/>
                <a:gd name="T13" fmla="*/ 0 h 29"/>
                <a:gd name="T14" fmla="*/ 6 w 46"/>
                <a:gd name="T15" fmla="*/ 1 h 29"/>
                <a:gd name="T16" fmla="*/ 17 w 46"/>
                <a:gd name="T17" fmla="*/ 13 h 29"/>
                <a:gd name="T18" fmla="*/ 25 w 46"/>
                <a:gd name="T19" fmla="*/ 21 h 29"/>
                <a:gd name="T20" fmla="*/ 26 w 46"/>
                <a:gd name="T21" fmla="*/ 21 h 29"/>
                <a:gd name="T22" fmla="*/ 41 w 46"/>
                <a:gd name="T23" fmla="*/ 21 h 29"/>
                <a:gd name="T24" fmla="*/ 46 w 46"/>
                <a:gd name="T25" fmla="*/ 25 h 29"/>
                <a:gd name="T26" fmla="*/ 41 w 46"/>
                <a:gd name="T27" fmla="*/ 29 h 29"/>
                <a:gd name="T28" fmla="*/ 39 w 46"/>
                <a:gd name="T29" fmla="*/ 29 h 29"/>
                <a:gd name="T30" fmla="*/ 34 w 46"/>
                <a:gd name="T3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29">
                  <a:moveTo>
                    <a:pt x="34" y="29"/>
                  </a:moveTo>
                  <a:cubicBezTo>
                    <a:pt x="31" y="29"/>
                    <a:pt x="29" y="29"/>
                    <a:pt x="27" y="29"/>
                  </a:cubicBezTo>
                  <a:cubicBezTo>
                    <a:pt x="25" y="29"/>
                    <a:pt x="23" y="29"/>
                    <a:pt x="22" y="27"/>
                  </a:cubicBezTo>
                  <a:cubicBezTo>
                    <a:pt x="21" y="26"/>
                    <a:pt x="20" y="25"/>
                    <a:pt x="19" y="23"/>
                  </a:cubicBezTo>
                  <a:cubicBezTo>
                    <a:pt x="13" y="18"/>
                    <a:pt x="7" y="12"/>
                    <a:pt x="1" y="6"/>
                  </a:cubicBezTo>
                  <a:cubicBezTo>
                    <a:pt x="0" y="5"/>
                    <a:pt x="0" y="4"/>
                    <a:pt x="0" y="3"/>
                  </a:cubicBezTo>
                  <a:cubicBezTo>
                    <a:pt x="1" y="1"/>
                    <a:pt x="2" y="1"/>
                    <a:pt x="3" y="0"/>
                  </a:cubicBezTo>
                  <a:cubicBezTo>
                    <a:pt x="4" y="0"/>
                    <a:pt x="5" y="1"/>
                    <a:pt x="6" y="1"/>
                  </a:cubicBezTo>
                  <a:cubicBezTo>
                    <a:pt x="9" y="5"/>
                    <a:pt x="13" y="9"/>
                    <a:pt x="17" y="13"/>
                  </a:cubicBezTo>
                  <a:cubicBezTo>
                    <a:pt x="19" y="15"/>
                    <a:pt x="22" y="18"/>
                    <a:pt x="25" y="21"/>
                  </a:cubicBezTo>
                  <a:cubicBezTo>
                    <a:pt x="25" y="21"/>
                    <a:pt x="26" y="21"/>
                    <a:pt x="26" y="21"/>
                  </a:cubicBezTo>
                  <a:cubicBezTo>
                    <a:pt x="31" y="21"/>
                    <a:pt x="36" y="21"/>
                    <a:pt x="41" y="21"/>
                  </a:cubicBezTo>
                  <a:cubicBezTo>
                    <a:pt x="44" y="21"/>
                    <a:pt x="46" y="23"/>
                    <a:pt x="46" y="25"/>
                  </a:cubicBezTo>
                  <a:cubicBezTo>
                    <a:pt x="46" y="27"/>
                    <a:pt x="44" y="29"/>
                    <a:pt x="41" y="29"/>
                  </a:cubicBezTo>
                  <a:cubicBezTo>
                    <a:pt x="40" y="29"/>
                    <a:pt x="39" y="29"/>
                    <a:pt x="39" y="29"/>
                  </a:cubicBezTo>
                  <a:cubicBezTo>
                    <a:pt x="37" y="29"/>
                    <a:pt x="35" y="29"/>
                    <a:pt x="34" y="2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69" name="Freeform 1379">
              <a:extLst>
                <a:ext uri="{FF2B5EF4-FFF2-40B4-BE49-F238E27FC236}">
                  <a16:creationId xmlns="" xmlns:a16="http://schemas.microsoft.com/office/drawing/2014/main" id="{F5A170F3-0E6B-47F8-9707-E2C18F6B351D}"/>
                </a:ext>
              </a:extLst>
            </p:cNvPr>
            <p:cNvSpPr>
              <a:spLocks noEditPoints="1"/>
            </p:cNvSpPr>
            <p:nvPr/>
          </p:nvSpPr>
          <p:spPr bwMode="auto">
            <a:xfrm>
              <a:off x="10841995" y="215212"/>
              <a:ext cx="24168" cy="11547"/>
            </a:xfrm>
            <a:custGeom>
              <a:avLst/>
              <a:gdLst>
                <a:gd name="T0" fmla="*/ 20 w 38"/>
                <a:gd name="T1" fmla="*/ 18 h 18"/>
                <a:gd name="T2" fmla="*/ 5 w 38"/>
                <a:gd name="T3" fmla="*/ 15 h 18"/>
                <a:gd name="T4" fmla="*/ 1 w 38"/>
                <a:gd name="T5" fmla="*/ 12 h 18"/>
                <a:gd name="T6" fmla="*/ 1 w 38"/>
                <a:gd name="T7" fmla="*/ 6 h 18"/>
                <a:gd name="T8" fmla="*/ 7 w 38"/>
                <a:gd name="T9" fmla="*/ 2 h 18"/>
                <a:gd name="T10" fmla="*/ 21 w 38"/>
                <a:gd name="T11" fmla="*/ 1 h 18"/>
                <a:gd name="T12" fmla="*/ 32 w 38"/>
                <a:gd name="T13" fmla="*/ 3 h 18"/>
                <a:gd name="T14" fmla="*/ 36 w 38"/>
                <a:gd name="T15" fmla="*/ 6 h 18"/>
                <a:gd name="T16" fmla="*/ 37 w 38"/>
                <a:gd name="T17" fmla="*/ 8 h 18"/>
                <a:gd name="T18" fmla="*/ 34 w 38"/>
                <a:gd name="T19" fmla="*/ 15 h 18"/>
                <a:gd name="T20" fmla="*/ 25 w 38"/>
                <a:gd name="T21" fmla="*/ 18 h 18"/>
                <a:gd name="T22" fmla="*/ 20 w 38"/>
                <a:gd name="T23" fmla="*/ 18 h 18"/>
                <a:gd name="T24" fmla="*/ 18 w 38"/>
                <a:gd name="T25" fmla="*/ 13 h 18"/>
                <a:gd name="T26" fmla="*/ 31 w 38"/>
                <a:gd name="T27" fmla="*/ 11 h 18"/>
                <a:gd name="T28" fmla="*/ 34 w 38"/>
                <a:gd name="T29" fmla="*/ 9 h 18"/>
                <a:gd name="T30" fmla="*/ 34 w 38"/>
                <a:gd name="T31" fmla="*/ 8 h 18"/>
                <a:gd name="T32" fmla="*/ 33 w 38"/>
                <a:gd name="T33" fmla="*/ 7 h 18"/>
                <a:gd name="T34" fmla="*/ 28 w 38"/>
                <a:gd name="T35" fmla="*/ 5 h 18"/>
                <a:gd name="T36" fmla="*/ 11 w 38"/>
                <a:gd name="T37" fmla="*/ 5 h 18"/>
                <a:gd name="T38" fmla="*/ 4 w 38"/>
                <a:gd name="T39" fmla="*/ 7 h 18"/>
                <a:gd name="T40" fmla="*/ 4 w 38"/>
                <a:gd name="T41" fmla="*/ 10 h 18"/>
                <a:gd name="T42" fmla="*/ 8 w 38"/>
                <a:gd name="T43" fmla="*/ 11 h 18"/>
                <a:gd name="T44" fmla="*/ 18 w 38"/>
                <a:gd name="T45"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 h="18">
                  <a:moveTo>
                    <a:pt x="20" y="18"/>
                  </a:moveTo>
                  <a:cubicBezTo>
                    <a:pt x="14" y="18"/>
                    <a:pt x="9" y="18"/>
                    <a:pt x="5" y="15"/>
                  </a:cubicBezTo>
                  <a:cubicBezTo>
                    <a:pt x="3" y="15"/>
                    <a:pt x="2" y="14"/>
                    <a:pt x="1" y="12"/>
                  </a:cubicBezTo>
                  <a:cubicBezTo>
                    <a:pt x="0" y="11"/>
                    <a:pt x="0" y="7"/>
                    <a:pt x="1" y="6"/>
                  </a:cubicBezTo>
                  <a:cubicBezTo>
                    <a:pt x="3" y="4"/>
                    <a:pt x="5" y="3"/>
                    <a:pt x="7" y="2"/>
                  </a:cubicBezTo>
                  <a:cubicBezTo>
                    <a:pt x="12" y="1"/>
                    <a:pt x="16" y="0"/>
                    <a:pt x="21" y="1"/>
                  </a:cubicBezTo>
                  <a:cubicBezTo>
                    <a:pt x="25" y="1"/>
                    <a:pt x="28" y="1"/>
                    <a:pt x="32" y="3"/>
                  </a:cubicBezTo>
                  <a:cubicBezTo>
                    <a:pt x="33" y="3"/>
                    <a:pt x="35" y="4"/>
                    <a:pt x="36" y="6"/>
                  </a:cubicBezTo>
                  <a:cubicBezTo>
                    <a:pt x="37" y="6"/>
                    <a:pt x="37" y="7"/>
                    <a:pt x="37" y="8"/>
                  </a:cubicBezTo>
                  <a:cubicBezTo>
                    <a:pt x="38" y="11"/>
                    <a:pt x="37" y="13"/>
                    <a:pt x="34" y="15"/>
                  </a:cubicBezTo>
                  <a:cubicBezTo>
                    <a:pt x="31" y="16"/>
                    <a:pt x="28" y="17"/>
                    <a:pt x="25" y="18"/>
                  </a:cubicBezTo>
                  <a:cubicBezTo>
                    <a:pt x="23" y="18"/>
                    <a:pt x="21" y="18"/>
                    <a:pt x="20" y="18"/>
                  </a:cubicBezTo>
                  <a:close/>
                  <a:moveTo>
                    <a:pt x="18" y="13"/>
                  </a:moveTo>
                  <a:cubicBezTo>
                    <a:pt x="23" y="13"/>
                    <a:pt x="27" y="13"/>
                    <a:pt x="31" y="11"/>
                  </a:cubicBezTo>
                  <a:cubicBezTo>
                    <a:pt x="32" y="11"/>
                    <a:pt x="33" y="10"/>
                    <a:pt x="34" y="9"/>
                  </a:cubicBezTo>
                  <a:cubicBezTo>
                    <a:pt x="34" y="9"/>
                    <a:pt x="34" y="8"/>
                    <a:pt x="34" y="8"/>
                  </a:cubicBezTo>
                  <a:cubicBezTo>
                    <a:pt x="33" y="7"/>
                    <a:pt x="33" y="7"/>
                    <a:pt x="33" y="7"/>
                  </a:cubicBezTo>
                  <a:cubicBezTo>
                    <a:pt x="31" y="6"/>
                    <a:pt x="29" y="5"/>
                    <a:pt x="28" y="5"/>
                  </a:cubicBezTo>
                  <a:cubicBezTo>
                    <a:pt x="22" y="3"/>
                    <a:pt x="16" y="3"/>
                    <a:pt x="11" y="5"/>
                  </a:cubicBezTo>
                  <a:cubicBezTo>
                    <a:pt x="8" y="5"/>
                    <a:pt x="6" y="6"/>
                    <a:pt x="4" y="7"/>
                  </a:cubicBezTo>
                  <a:cubicBezTo>
                    <a:pt x="3" y="8"/>
                    <a:pt x="3" y="9"/>
                    <a:pt x="4" y="10"/>
                  </a:cubicBezTo>
                  <a:cubicBezTo>
                    <a:pt x="5" y="10"/>
                    <a:pt x="7" y="11"/>
                    <a:pt x="8" y="11"/>
                  </a:cubicBezTo>
                  <a:cubicBezTo>
                    <a:pt x="11" y="13"/>
                    <a:pt x="15" y="13"/>
                    <a:pt x="18"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0" name="Freeform 1380">
              <a:extLst>
                <a:ext uri="{FF2B5EF4-FFF2-40B4-BE49-F238E27FC236}">
                  <a16:creationId xmlns="" xmlns:a16="http://schemas.microsoft.com/office/drawing/2014/main" id="{9D48BF59-6B78-4EE5-A2CB-BF4160F6C15D}"/>
                </a:ext>
              </a:extLst>
            </p:cNvPr>
            <p:cNvSpPr>
              <a:spLocks noEditPoints="1"/>
            </p:cNvSpPr>
            <p:nvPr/>
          </p:nvSpPr>
          <p:spPr bwMode="auto">
            <a:xfrm>
              <a:off x="10867505" y="223537"/>
              <a:ext cx="24168" cy="11547"/>
            </a:xfrm>
            <a:custGeom>
              <a:avLst/>
              <a:gdLst>
                <a:gd name="T0" fmla="*/ 18 w 38"/>
                <a:gd name="T1" fmla="*/ 18 h 18"/>
                <a:gd name="T2" fmla="*/ 6 w 38"/>
                <a:gd name="T3" fmla="*/ 15 h 18"/>
                <a:gd name="T4" fmla="*/ 2 w 38"/>
                <a:gd name="T5" fmla="*/ 13 h 18"/>
                <a:gd name="T6" fmla="*/ 0 w 38"/>
                <a:gd name="T7" fmla="*/ 9 h 18"/>
                <a:gd name="T8" fmla="*/ 4 w 38"/>
                <a:gd name="T9" fmla="*/ 3 h 18"/>
                <a:gd name="T10" fmla="*/ 15 w 38"/>
                <a:gd name="T11" fmla="*/ 0 h 18"/>
                <a:gd name="T12" fmla="*/ 27 w 38"/>
                <a:gd name="T13" fmla="*/ 1 h 18"/>
                <a:gd name="T14" fmla="*/ 35 w 38"/>
                <a:gd name="T15" fmla="*/ 4 h 18"/>
                <a:gd name="T16" fmla="*/ 35 w 38"/>
                <a:gd name="T17" fmla="*/ 14 h 18"/>
                <a:gd name="T18" fmla="*/ 25 w 38"/>
                <a:gd name="T19" fmla="*/ 17 h 18"/>
                <a:gd name="T20" fmla="*/ 18 w 38"/>
                <a:gd name="T21" fmla="*/ 18 h 18"/>
                <a:gd name="T22" fmla="*/ 19 w 38"/>
                <a:gd name="T23" fmla="*/ 12 h 18"/>
                <a:gd name="T24" fmla="*/ 19 w 38"/>
                <a:gd name="T25" fmla="*/ 13 h 18"/>
                <a:gd name="T26" fmla="*/ 28 w 38"/>
                <a:gd name="T27" fmla="*/ 11 h 18"/>
                <a:gd name="T28" fmla="*/ 33 w 38"/>
                <a:gd name="T29" fmla="*/ 9 h 18"/>
                <a:gd name="T30" fmla="*/ 33 w 38"/>
                <a:gd name="T31" fmla="*/ 7 h 18"/>
                <a:gd name="T32" fmla="*/ 29 w 38"/>
                <a:gd name="T33" fmla="*/ 4 h 18"/>
                <a:gd name="T34" fmla="*/ 22 w 38"/>
                <a:gd name="T35" fmla="*/ 3 h 18"/>
                <a:gd name="T36" fmla="*/ 7 w 38"/>
                <a:gd name="T37" fmla="*/ 5 h 18"/>
                <a:gd name="T38" fmla="*/ 4 w 38"/>
                <a:gd name="T39" fmla="*/ 7 h 18"/>
                <a:gd name="T40" fmla="*/ 4 w 38"/>
                <a:gd name="T41" fmla="*/ 9 h 18"/>
                <a:gd name="T42" fmla="*/ 7 w 38"/>
                <a:gd name="T43" fmla="*/ 10 h 18"/>
                <a:gd name="T44" fmla="*/ 19 w 38"/>
                <a:gd name="T45"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 h="18">
                  <a:moveTo>
                    <a:pt x="18" y="18"/>
                  </a:moveTo>
                  <a:cubicBezTo>
                    <a:pt x="14" y="17"/>
                    <a:pt x="10" y="17"/>
                    <a:pt x="6" y="15"/>
                  </a:cubicBezTo>
                  <a:cubicBezTo>
                    <a:pt x="5" y="15"/>
                    <a:pt x="3" y="14"/>
                    <a:pt x="2" y="13"/>
                  </a:cubicBezTo>
                  <a:cubicBezTo>
                    <a:pt x="0" y="12"/>
                    <a:pt x="0" y="11"/>
                    <a:pt x="0" y="9"/>
                  </a:cubicBezTo>
                  <a:cubicBezTo>
                    <a:pt x="0" y="6"/>
                    <a:pt x="1" y="4"/>
                    <a:pt x="4" y="3"/>
                  </a:cubicBezTo>
                  <a:cubicBezTo>
                    <a:pt x="7" y="1"/>
                    <a:pt x="11" y="0"/>
                    <a:pt x="15" y="0"/>
                  </a:cubicBezTo>
                  <a:cubicBezTo>
                    <a:pt x="19" y="0"/>
                    <a:pt x="23" y="0"/>
                    <a:pt x="27" y="1"/>
                  </a:cubicBezTo>
                  <a:cubicBezTo>
                    <a:pt x="30" y="1"/>
                    <a:pt x="32" y="2"/>
                    <a:pt x="35" y="4"/>
                  </a:cubicBezTo>
                  <a:cubicBezTo>
                    <a:pt x="38" y="6"/>
                    <a:pt x="38" y="12"/>
                    <a:pt x="35" y="14"/>
                  </a:cubicBezTo>
                  <a:cubicBezTo>
                    <a:pt x="32" y="15"/>
                    <a:pt x="28" y="17"/>
                    <a:pt x="25" y="17"/>
                  </a:cubicBezTo>
                  <a:cubicBezTo>
                    <a:pt x="23" y="17"/>
                    <a:pt x="20" y="17"/>
                    <a:pt x="18" y="18"/>
                  </a:cubicBezTo>
                  <a:close/>
                  <a:moveTo>
                    <a:pt x="19" y="12"/>
                  </a:moveTo>
                  <a:cubicBezTo>
                    <a:pt x="19" y="12"/>
                    <a:pt x="19" y="13"/>
                    <a:pt x="19" y="13"/>
                  </a:cubicBezTo>
                  <a:cubicBezTo>
                    <a:pt x="22" y="12"/>
                    <a:pt x="25" y="12"/>
                    <a:pt x="28" y="11"/>
                  </a:cubicBezTo>
                  <a:cubicBezTo>
                    <a:pt x="30" y="11"/>
                    <a:pt x="31" y="10"/>
                    <a:pt x="33" y="9"/>
                  </a:cubicBezTo>
                  <a:cubicBezTo>
                    <a:pt x="34" y="8"/>
                    <a:pt x="34" y="7"/>
                    <a:pt x="33" y="7"/>
                  </a:cubicBezTo>
                  <a:cubicBezTo>
                    <a:pt x="32" y="6"/>
                    <a:pt x="30" y="5"/>
                    <a:pt x="29" y="4"/>
                  </a:cubicBezTo>
                  <a:cubicBezTo>
                    <a:pt x="27" y="4"/>
                    <a:pt x="24" y="3"/>
                    <a:pt x="22" y="3"/>
                  </a:cubicBezTo>
                  <a:cubicBezTo>
                    <a:pt x="17" y="3"/>
                    <a:pt x="12" y="3"/>
                    <a:pt x="7" y="5"/>
                  </a:cubicBezTo>
                  <a:cubicBezTo>
                    <a:pt x="6" y="5"/>
                    <a:pt x="5" y="6"/>
                    <a:pt x="4" y="7"/>
                  </a:cubicBezTo>
                  <a:cubicBezTo>
                    <a:pt x="3" y="7"/>
                    <a:pt x="3" y="8"/>
                    <a:pt x="4" y="9"/>
                  </a:cubicBezTo>
                  <a:cubicBezTo>
                    <a:pt x="5" y="9"/>
                    <a:pt x="6" y="10"/>
                    <a:pt x="7" y="10"/>
                  </a:cubicBezTo>
                  <a:cubicBezTo>
                    <a:pt x="10" y="12"/>
                    <a:pt x="15" y="12"/>
                    <a:pt x="19"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1" name="Freeform 1381">
              <a:extLst>
                <a:ext uri="{FF2B5EF4-FFF2-40B4-BE49-F238E27FC236}">
                  <a16:creationId xmlns="" xmlns:a16="http://schemas.microsoft.com/office/drawing/2014/main" id="{BA08ED47-9D79-4FC8-8A0B-A7A2470C3E80}"/>
                </a:ext>
              </a:extLst>
            </p:cNvPr>
            <p:cNvSpPr>
              <a:spLocks/>
            </p:cNvSpPr>
            <p:nvPr/>
          </p:nvSpPr>
          <p:spPr bwMode="auto">
            <a:xfrm>
              <a:off x="10867505" y="235620"/>
              <a:ext cx="23362" cy="6982"/>
            </a:xfrm>
            <a:custGeom>
              <a:avLst/>
              <a:gdLst>
                <a:gd name="T0" fmla="*/ 37 w 37"/>
                <a:gd name="T1" fmla="*/ 0 h 11"/>
                <a:gd name="T2" fmla="*/ 37 w 37"/>
                <a:gd name="T3" fmla="*/ 4 h 11"/>
                <a:gd name="T4" fmla="*/ 35 w 37"/>
                <a:gd name="T5" fmla="*/ 6 h 11"/>
                <a:gd name="T6" fmla="*/ 27 w 37"/>
                <a:gd name="T7" fmla="*/ 10 h 11"/>
                <a:gd name="T8" fmla="*/ 9 w 37"/>
                <a:gd name="T9" fmla="*/ 9 h 11"/>
                <a:gd name="T10" fmla="*/ 2 w 37"/>
                <a:gd name="T11" fmla="*/ 7 h 11"/>
                <a:gd name="T12" fmla="*/ 0 w 37"/>
                <a:gd name="T13" fmla="*/ 2 h 11"/>
                <a:gd name="T14" fmla="*/ 0 w 37"/>
                <a:gd name="T15" fmla="*/ 0 h 11"/>
                <a:gd name="T16" fmla="*/ 0 w 37"/>
                <a:gd name="T17" fmla="*/ 0 h 11"/>
                <a:gd name="T18" fmla="*/ 7 w 37"/>
                <a:gd name="T19" fmla="*/ 5 h 11"/>
                <a:gd name="T20" fmla="*/ 31 w 37"/>
                <a:gd name="T21" fmla="*/ 5 h 11"/>
                <a:gd name="T22" fmla="*/ 36 w 37"/>
                <a:gd name="T23" fmla="*/ 2 h 11"/>
                <a:gd name="T24" fmla="*/ 37 w 37"/>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 h="11">
                  <a:moveTo>
                    <a:pt x="37" y="0"/>
                  </a:moveTo>
                  <a:cubicBezTo>
                    <a:pt x="37" y="1"/>
                    <a:pt x="37" y="2"/>
                    <a:pt x="37" y="4"/>
                  </a:cubicBezTo>
                  <a:cubicBezTo>
                    <a:pt x="37" y="5"/>
                    <a:pt x="36" y="6"/>
                    <a:pt x="35" y="6"/>
                  </a:cubicBezTo>
                  <a:cubicBezTo>
                    <a:pt x="33" y="8"/>
                    <a:pt x="30" y="9"/>
                    <a:pt x="27" y="10"/>
                  </a:cubicBezTo>
                  <a:cubicBezTo>
                    <a:pt x="21" y="11"/>
                    <a:pt x="15" y="11"/>
                    <a:pt x="9" y="9"/>
                  </a:cubicBezTo>
                  <a:cubicBezTo>
                    <a:pt x="6" y="9"/>
                    <a:pt x="4" y="8"/>
                    <a:pt x="2" y="7"/>
                  </a:cubicBezTo>
                  <a:cubicBezTo>
                    <a:pt x="1" y="6"/>
                    <a:pt x="0" y="4"/>
                    <a:pt x="0" y="2"/>
                  </a:cubicBezTo>
                  <a:cubicBezTo>
                    <a:pt x="0" y="1"/>
                    <a:pt x="0" y="1"/>
                    <a:pt x="0" y="0"/>
                  </a:cubicBezTo>
                  <a:cubicBezTo>
                    <a:pt x="0" y="0"/>
                    <a:pt x="0" y="0"/>
                    <a:pt x="0" y="0"/>
                  </a:cubicBezTo>
                  <a:cubicBezTo>
                    <a:pt x="2" y="3"/>
                    <a:pt x="4" y="4"/>
                    <a:pt x="7" y="5"/>
                  </a:cubicBezTo>
                  <a:cubicBezTo>
                    <a:pt x="15" y="7"/>
                    <a:pt x="23" y="7"/>
                    <a:pt x="31" y="5"/>
                  </a:cubicBezTo>
                  <a:cubicBezTo>
                    <a:pt x="33" y="4"/>
                    <a:pt x="34" y="3"/>
                    <a:pt x="36" y="2"/>
                  </a:cubicBezTo>
                  <a:cubicBezTo>
                    <a:pt x="36" y="1"/>
                    <a:pt x="37" y="1"/>
                    <a:pt x="37"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2" name="Freeform 1382">
              <a:extLst>
                <a:ext uri="{FF2B5EF4-FFF2-40B4-BE49-F238E27FC236}">
                  <a16:creationId xmlns="" xmlns:a16="http://schemas.microsoft.com/office/drawing/2014/main" id="{4E2F9814-CB79-46DF-935F-BFE8ADCE884C}"/>
                </a:ext>
              </a:extLst>
            </p:cNvPr>
            <p:cNvSpPr>
              <a:spLocks/>
            </p:cNvSpPr>
            <p:nvPr/>
          </p:nvSpPr>
          <p:spPr bwMode="auto">
            <a:xfrm>
              <a:off x="10841995" y="231861"/>
              <a:ext cx="24168" cy="6982"/>
            </a:xfrm>
            <a:custGeom>
              <a:avLst/>
              <a:gdLst>
                <a:gd name="T0" fmla="*/ 0 w 38"/>
                <a:gd name="T1" fmla="*/ 0 h 11"/>
                <a:gd name="T2" fmla="*/ 3 w 38"/>
                <a:gd name="T3" fmla="*/ 2 h 11"/>
                <a:gd name="T4" fmla="*/ 12 w 38"/>
                <a:gd name="T5" fmla="*/ 6 h 11"/>
                <a:gd name="T6" fmla="*/ 30 w 38"/>
                <a:gd name="T7" fmla="*/ 5 h 11"/>
                <a:gd name="T8" fmla="*/ 34 w 38"/>
                <a:gd name="T9" fmla="*/ 3 h 11"/>
                <a:gd name="T10" fmla="*/ 37 w 38"/>
                <a:gd name="T11" fmla="*/ 0 h 11"/>
                <a:gd name="T12" fmla="*/ 36 w 38"/>
                <a:gd name="T13" fmla="*/ 6 h 11"/>
                <a:gd name="T14" fmla="*/ 31 w 38"/>
                <a:gd name="T15" fmla="*/ 8 h 11"/>
                <a:gd name="T16" fmla="*/ 16 w 38"/>
                <a:gd name="T17" fmla="*/ 10 h 11"/>
                <a:gd name="T18" fmla="*/ 6 w 38"/>
                <a:gd name="T19" fmla="*/ 8 h 11"/>
                <a:gd name="T20" fmla="*/ 2 w 38"/>
                <a:gd name="T21" fmla="*/ 6 h 11"/>
                <a:gd name="T22" fmla="*/ 0 w 38"/>
                <a:gd name="T23" fmla="*/ 2 h 11"/>
                <a:gd name="T24" fmla="*/ 0 w 38"/>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11">
                  <a:moveTo>
                    <a:pt x="0" y="0"/>
                  </a:moveTo>
                  <a:cubicBezTo>
                    <a:pt x="1" y="1"/>
                    <a:pt x="2" y="2"/>
                    <a:pt x="3" y="2"/>
                  </a:cubicBezTo>
                  <a:cubicBezTo>
                    <a:pt x="5" y="4"/>
                    <a:pt x="8" y="5"/>
                    <a:pt x="12" y="6"/>
                  </a:cubicBezTo>
                  <a:cubicBezTo>
                    <a:pt x="18" y="7"/>
                    <a:pt x="24" y="6"/>
                    <a:pt x="30" y="5"/>
                  </a:cubicBezTo>
                  <a:cubicBezTo>
                    <a:pt x="32" y="4"/>
                    <a:pt x="33" y="3"/>
                    <a:pt x="34" y="3"/>
                  </a:cubicBezTo>
                  <a:cubicBezTo>
                    <a:pt x="35" y="2"/>
                    <a:pt x="36" y="1"/>
                    <a:pt x="37" y="0"/>
                  </a:cubicBezTo>
                  <a:cubicBezTo>
                    <a:pt x="38" y="2"/>
                    <a:pt x="37" y="5"/>
                    <a:pt x="36" y="6"/>
                  </a:cubicBezTo>
                  <a:cubicBezTo>
                    <a:pt x="34" y="7"/>
                    <a:pt x="33" y="8"/>
                    <a:pt x="31" y="8"/>
                  </a:cubicBezTo>
                  <a:cubicBezTo>
                    <a:pt x="26" y="10"/>
                    <a:pt x="21" y="11"/>
                    <a:pt x="16" y="10"/>
                  </a:cubicBezTo>
                  <a:cubicBezTo>
                    <a:pt x="12" y="10"/>
                    <a:pt x="9" y="10"/>
                    <a:pt x="6" y="8"/>
                  </a:cubicBezTo>
                  <a:cubicBezTo>
                    <a:pt x="4" y="8"/>
                    <a:pt x="3" y="7"/>
                    <a:pt x="2" y="6"/>
                  </a:cubicBezTo>
                  <a:cubicBezTo>
                    <a:pt x="1" y="5"/>
                    <a:pt x="0" y="4"/>
                    <a:pt x="0" y="2"/>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3" name="Freeform 1383">
              <a:extLst>
                <a:ext uri="{FF2B5EF4-FFF2-40B4-BE49-F238E27FC236}">
                  <a16:creationId xmlns="" xmlns:a16="http://schemas.microsoft.com/office/drawing/2014/main" id="{5757BD79-3909-4BED-BD73-E6E6549B1AC5}"/>
                </a:ext>
              </a:extLst>
            </p:cNvPr>
            <p:cNvSpPr>
              <a:spLocks/>
            </p:cNvSpPr>
            <p:nvPr/>
          </p:nvSpPr>
          <p:spPr bwMode="auto">
            <a:xfrm>
              <a:off x="10841995" y="228101"/>
              <a:ext cx="24168" cy="6982"/>
            </a:xfrm>
            <a:custGeom>
              <a:avLst/>
              <a:gdLst>
                <a:gd name="T0" fmla="*/ 37 w 38"/>
                <a:gd name="T1" fmla="*/ 0 h 11"/>
                <a:gd name="T2" fmla="*/ 34 w 38"/>
                <a:gd name="T3" fmla="*/ 7 h 11"/>
                <a:gd name="T4" fmla="*/ 25 w 38"/>
                <a:gd name="T5" fmla="*/ 10 h 11"/>
                <a:gd name="T6" fmla="*/ 11 w 38"/>
                <a:gd name="T7" fmla="*/ 10 h 11"/>
                <a:gd name="T8" fmla="*/ 2 w 38"/>
                <a:gd name="T9" fmla="*/ 6 h 11"/>
                <a:gd name="T10" fmla="*/ 0 w 38"/>
                <a:gd name="T11" fmla="*/ 2 h 11"/>
                <a:gd name="T12" fmla="*/ 0 w 38"/>
                <a:gd name="T13" fmla="*/ 0 h 11"/>
                <a:gd name="T14" fmla="*/ 1 w 38"/>
                <a:gd name="T15" fmla="*/ 1 h 11"/>
                <a:gd name="T16" fmla="*/ 8 w 38"/>
                <a:gd name="T17" fmla="*/ 5 h 11"/>
                <a:gd name="T18" fmla="*/ 21 w 38"/>
                <a:gd name="T19" fmla="*/ 6 h 11"/>
                <a:gd name="T20" fmla="*/ 30 w 38"/>
                <a:gd name="T21" fmla="*/ 4 h 11"/>
                <a:gd name="T22" fmla="*/ 37 w 38"/>
                <a:gd name="T2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 h="11">
                  <a:moveTo>
                    <a:pt x="37" y="0"/>
                  </a:moveTo>
                  <a:cubicBezTo>
                    <a:pt x="38" y="4"/>
                    <a:pt x="37" y="5"/>
                    <a:pt x="34" y="7"/>
                  </a:cubicBezTo>
                  <a:cubicBezTo>
                    <a:pt x="31" y="9"/>
                    <a:pt x="28" y="10"/>
                    <a:pt x="25" y="10"/>
                  </a:cubicBezTo>
                  <a:cubicBezTo>
                    <a:pt x="20" y="11"/>
                    <a:pt x="15" y="11"/>
                    <a:pt x="11" y="10"/>
                  </a:cubicBezTo>
                  <a:cubicBezTo>
                    <a:pt x="8" y="9"/>
                    <a:pt x="5" y="8"/>
                    <a:pt x="2" y="6"/>
                  </a:cubicBezTo>
                  <a:cubicBezTo>
                    <a:pt x="1" y="5"/>
                    <a:pt x="0" y="4"/>
                    <a:pt x="0" y="2"/>
                  </a:cubicBezTo>
                  <a:cubicBezTo>
                    <a:pt x="0" y="1"/>
                    <a:pt x="0" y="0"/>
                    <a:pt x="0" y="0"/>
                  </a:cubicBezTo>
                  <a:cubicBezTo>
                    <a:pt x="1" y="0"/>
                    <a:pt x="1" y="1"/>
                    <a:pt x="1" y="1"/>
                  </a:cubicBezTo>
                  <a:cubicBezTo>
                    <a:pt x="3" y="3"/>
                    <a:pt x="5" y="4"/>
                    <a:pt x="8" y="5"/>
                  </a:cubicBezTo>
                  <a:cubicBezTo>
                    <a:pt x="12" y="6"/>
                    <a:pt x="17" y="6"/>
                    <a:pt x="21" y="6"/>
                  </a:cubicBezTo>
                  <a:cubicBezTo>
                    <a:pt x="24" y="6"/>
                    <a:pt x="27" y="6"/>
                    <a:pt x="30" y="4"/>
                  </a:cubicBezTo>
                  <a:cubicBezTo>
                    <a:pt x="33" y="4"/>
                    <a:pt x="36" y="2"/>
                    <a:pt x="37"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4" name="Freeform 1384">
              <a:extLst>
                <a:ext uri="{FF2B5EF4-FFF2-40B4-BE49-F238E27FC236}">
                  <a16:creationId xmlns="" xmlns:a16="http://schemas.microsoft.com/office/drawing/2014/main" id="{6FFE373E-EC8D-4B36-ADDC-72E33F77AEC6}"/>
                </a:ext>
              </a:extLst>
            </p:cNvPr>
            <p:cNvSpPr>
              <a:spLocks/>
            </p:cNvSpPr>
            <p:nvPr/>
          </p:nvSpPr>
          <p:spPr bwMode="auto">
            <a:xfrm>
              <a:off x="10841995" y="235620"/>
              <a:ext cx="24168" cy="6982"/>
            </a:xfrm>
            <a:custGeom>
              <a:avLst/>
              <a:gdLst>
                <a:gd name="T0" fmla="*/ 0 w 38"/>
                <a:gd name="T1" fmla="*/ 0 h 11"/>
                <a:gd name="T2" fmla="*/ 11 w 38"/>
                <a:gd name="T3" fmla="*/ 6 h 11"/>
                <a:gd name="T4" fmla="*/ 28 w 38"/>
                <a:gd name="T5" fmla="*/ 5 h 11"/>
                <a:gd name="T6" fmla="*/ 31 w 38"/>
                <a:gd name="T7" fmla="*/ 4 h 11"/>
                <a:gd name="T8" fmla="*/ 37 w 38"/>
                <a:gd name="T9" fmla="*/ 0 h 11"/>
                <a:gd name="T10" fmla="*/ 35 w 38"/>
                <a:gd name="T11" fmla="*/ 7 h 11"/>
                <a:gd name="T12" fmla="*/ 26 w 38"/>
                <a:gd name="T13" fmla="*/ 10 h 11"/>
                <a:gd name="T14" fmla="*/ 7 w 38"/>
                <a:gd name="T15" fmla="*/ 9 h 11"/>
                <a:gd name="T16" fmla="*/ 2 w 38"/>
                <a:gd name="T17" fmla="*/ 6 h 11"/>
                <a:gd name="T18" fmla="*/ 0 w 38"/>
                <a:gd name="T19" fmla="*/ 2 h 11"/>
                <a:gd name="T20" fmla="*/ 0 w 3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1">
                  <a:moveTo>
                    <a:pt x="0" y="0"/>
                  </a:moveTo>
                  <a:cubicBezTo>
                    <a:pt x="3" y="4"/>
                    <a:pt x="7" y="5"/>
                    <a:pt x="11" y="6"/>
                  </a:cubicBezTo>
                  <a:cubicBezTo>
                    <a:pt x="16" y="7"/>
                    <a:pt x="22" y="7"/>
                    <a:pt x="28" y="5"/>
                  </a:cubicBezTo>
                  <a:cubicBezTo>
                    <a:pt x="29" y="5"/>
                    <a:pt x="30" y="5"/>
                    <a:pt x="31" y="4"/>
                  </a:cubicBezTo>
                  <a:cubicBezTo>
                    <a:pt x="34" y="3"/>
                    <a:pt x="36" y="2"/>
                    <a:pt x="37" y="0"/>
                  </a:cubicBezTo>
                  <a:cubicBezTo>
                    <a:pt x="38" y="2"/>
                    <a:pt x="37" y="5"/>
                    <a:pt x="35" y="7"/>
                  </a:cubicBezTo>
                  <a:cubicBezTo>
                    <a:pt x="32" y="8"/>
                    <a:pt x="29" y="9"/>
                    <a:pt x="26" y="10"/>
                  </a:cubicBezTo>
                  <a:cubicBezTo>
                    <a:pt x="20" y="11"/>
                    <a:pt x="13" y="11"/>
                    <a:pt x="7" y="9"/>
                  </a:cubicBezTo>
                  <a:cubicBezTo>
                    <a:pt x="5" y="8"/>
                    <a:pt x="4" y="7"/>
                    <a:pt x="2" y="6"/>
                  </a:cubicBezTo>
                  <a:cubicBezTo>
                    <a:pt x="1" y="5"/>
                    <a:pt x="0" y="4"/>
                    <a:pt x="0" y="2"/>
                  </a:cubicBezTo>
                  <a:cubicBezTo>
                    <a:pt x="0" y="1"/>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5" name="Freeform 1385">
              <a:extLst>
                <a:ext uri="{FF2B5EF4-FFF2-40B4-BE49-F238E27FC236}">
                  <a16:creationId xmlns="" xmlns:a16="http://schemas.microsoft.com/office/drawing/2014/main" id="{595E0DE0-4240-497C-AA52-583AF7B109EC}"/>
                </a:ext>
              </a:extLst>
            </p:cNvPr>
            <p:cNvSpPr>
              <a:spLocks/>
            </p:cNvSpPr>
            <p:nvPr/>
          </p:nvSpPr>
          <p:spPr bwMode="auto">
            <a:xfrm>
              <a:off x="10841995" y="223537"/>
              <a:ext cx="24168" cy="6982"/>
            </a:xfrm>
            <a:custGeom>
              <a:avLst/>
              <a:gdLst>
                <a:gd name="T0" fmla="*/ 0 w 38"/>
                <a:gd name="T1" fmla="*/ 1 h 11"/>
                <a:gd name="T2" fmla="*/ 9 w 38"/>
                <a:gd name="T3" fmla="*/ 6 h 11"/>
                <a:gd name="T4" fmla="*/ 29 w 38"/>
                <a:gd name="T5" fmla="*/ 6 h 11"/>
                <a:gd name="T6" fmla="*/ 37 w 38"/>
                <a:gd name="T7" fmla="*/ 0 h 11"/>
                <a:gd name="T8" fmla="*/ 34 w 38"/>
                <a:gd name="T9" fmla="*/ 8 h 11"/>
                <a:gd name="T10" fmla="*/ 25 w 38"/>
                <a:gd name="T11" fmla="*/ 11 h 11"/>
                <a:gd name="T12" fmla="*/ 9 w 38"/>
                <a:gd name="T13" fmla="*/ 10 h 11"/>
                <a:gd name="T14" fmla="*/ 2 w 38"/>
                <a:gd name="T15" fmla="*/ 7 h 11"/>
                <a:gd name="T16" fmla="*/ 0 w 38"/>
                <a:gd name="T17" fmla="*/ 2 h 11"/>
                <a:gd name="T18" fmla="*/ 0 w 38"/>
                <a:gd name="T19"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1">
                  <a:moveTo>
                    <a:pt x="0" y="1"/>
                  </a:moveTo>
                  <a:cubicBezTo>
                    <a:pt x="2" y="4"/>
                    <a:pt x="5" y="5"/>
                    <a:pt x="9" y="6"/>
                  </a:cubicBezTo>
                  <a:cubicBezTo>
                    <a:pt x="16" y="8"/>
                    <a:pt x="23" y="7"/>
                    <a:pt x="29" y="6"/>
                  </a:cubicBezTo>
                  <a:cubicBezTo>
                    <a:pt x="33" y="5"/>
                    <a:pt x="35" y="3"/>
                    <a:pt x="37" y="0"/>
                  </a:cubicBezTo>
                  <a:cubicBezTo>
                    <a:pt x="38" y="4"/>
                    <a:pt x="37" y="6"/>
                    <a:pt x="34" y="8"/>
                  </a:cubicBezTo>
                  <a:cubicBezTo>
                    <a:pt x="31" y="9"/>
                    <a:pt x="28" y="10"/>
                    <a:pt x="25" y="11"/>
                  </a:cubicBezTo>
                  <a:cubicBezTo>
                    <a:pt x="20" y="11"/>
                    <a:pt x="14" y="11"/>
                    <a:pt x="9" y="10"/>
                  </a:cubicBezTo>
                  <a:cubicBezTo>
                    <a:pt x="7" y="9"/>
                    <a:pt x="4" y="9"/>
                    <a:pt x="2" y="7"/>
                  </a:cubicBezTo>
                  <a:cubicBezTo>
                    <a:pt x="1" y="6"/>
                    <a:pt x="0" y="4"/>
                    <a:pt x="0" y="2"/>
                  </a:cubicBezTo>
                  <a:cubicBezTo>
                    <a:pt x="0" y="2"/>
                    <a:pt x="0" y="1"/>
                    <a:pt x="0"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6" name="Freeform 1386">
              <a:extLst>
                <a:ext uri="{FF2B5EF4-FFF2-40B4-BE49-F238E27FC236}">
                  <a16:creationId xmlns="" xmlns:a16="http://schemas.microsoft.com/office/drawing/2014/main" id="{3D4FC440-B745-42D3-AB89-D663C310FCB8}"/>
                </a:ext>
              </a:extLst>
            </p:cNvPr>
            <p:cNvSpPr>
              <a:spLocks/>
            </p:cNvSpPr>
            <p:nvPr/>
          </p:nvSpPr>
          <p:spPr bwMode="auto">
            <a:xfrm>
              <a:off x="10867505" y="231861"/>
              <a:ext cx="24168" cy="6982"/>
            </a:xfrm>
            <a:custGeom>
              <a:avLst/>
              <a:gdLst>
                <a:gd name="T0" fmla="*/ 0 w 38"/>
                <a:gd name="T1" fmla="*/ 0 h 11"/>
                <a:gd name="T2" fmla="*/ 9 w 38"/>
                <a:gd name="T3" fmla="*/ 5 h 11"/>
                <a:gd name="T4" fmla="*/ 28 w 38"/>
                <a:gd name="T5" fmla="*/ 5 h 11"/>
                <a:gd name="T6" fmla="*/ 35 w 38"/>
                <a:gd name="T7" fmla="*/ 2 h 11"/>
                <a:gd name="T8" fmla="*/ 37 w 38"/>
                <a:gd name="T9" fmla="*/ 0 h 11"/>
                <a:gd name="T10" fmla="*/ 35 w 38"/>
                <a:gd name="T11" fmla="*/ 6 h 11"/>
                <a:gd name="T12" fmla="*/ 25 w 38"/>
                <a:gd name="T13" fmla="*/ 10 h 11"/>
                <a:gd name="T14" fmla="*/ 11 w 38"/>
                <a:gd name="T15" fmla="*/ 10 h 11"/>
                <a:gd name="T16" fmla="*/ 2 w 38"/>
                <a:gd name="T17" fmla="*/ 6 h 11"/>
                <a:gd name="T18" fmla="*/ 0 w 38"/>
                <a:gd name="T19" fmla="*/ 2 h 11"/>
                <a:gd name="T20" fmla="*/ 0 w 3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1">
                  <a:moveTo>
                    <a:pt x="0" y="0"/>
                  </a:moveTo>
                  <a:cubicBezTo>
                    <a:pt x="2" y="3"/>
                    <a:pt x="6" y="4"/>
                    <a:pt x="9" y="5"/>
                  </a:cubicBezTo>
                  <a:cubicBezTo>
                    <a:pt x="16" y="7"/>
                    <a:pt x="22" y="7"/>
                    <a:pt x="28" y="5"/>
                  </a:cubicBezTo>
                  <a:cubicBezTo>
                    <a:pt x="30" y="5"/>
                    <a:pt x="33" y="4"/>
                    <a:pt x="35" y="2"/>
                  </a:cubicBezTo>
                  <a:cubicBezTo>
                    <a:pt x="36" y="1"/>
                    <a:pt x="37" y="1"/>
                    <a:pt x="37" y="0"/>
                  </a:cubicBezTo>
                  <a:cubicBezTo>
                    <a:pt x="38" y="3"/>
                    <a:pt x="37" y="5"/>
                    <a:pt x="35" y="6"/>
                  </a:cubicBezTo>
                  <a:cubicBezTo>
                    <a:pt x="32" y="9"/>
                    <a:pt x="28" y="9"/>
                    <a:pt x="25" y="10"/>
                  </a:cubicBezTo>
                  <a:cubicBezTo>
                    <a:pt x="20" y="11"/>
                    <a:pt x="15" y="11"/>
                    <a:pt x="11" y="10"/>
                  </a:cubicBezTo>
                  <a:cubicBezTo>
                    <a:pt x="8" y="9"/>
                    <a:pt x="5" y="8"/>
                    <a:pt x="2" y="6"/>
                  </a:cubicBezTo>
                  <a:cubicBezTo>
                    <a:pt x="1" y="5"/>
                    <a:pt x="0" y="4"/>
                    <a:pt x="0" y="2"/>
                  </a:cubicBezTo>
                  <a:cubicBezTo>
                    <a:pt x="0" y="1"/>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7" name="Oval 1387">
              <a:extLst>
                <a:ext uri="{FF2B5EF4-FFF2-40B4-BE49-F238E27FC236}">
                  <a16:creationId xmlns="" xmlns:a16="http://schemas.microsoft.com/office/drawing/2014/main" id="{7AF70E41-5370-465C-9602-0F41FF3EE006}"/>
                </a:ext>
              </a:extLst>
            </p:cNvPr>
            <p:cNvSpPr>
              <a:spLocks noChangeArrowheads="1"/>
            </p:cNvSpPr>
            <p:nvPr/>
          </p:nvSpPr>
          <p:spPr bwMode="auto">
            <a:xfrm>
              <a:off x="10868042" y="188090"/>
              <a:ext cx="6982" cy="698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8" name="Oval 1388">
              <a:extLst>
                <a:ext uri="{FF2B5EF4-FFF2-40B4-BE49-F238E27FC236}">
                  <a16:creationId xmlns="" xmlns:a16="http://schemas.microsoft.com/office/drawing/2014/main" id="{0496E1FA-F948-480B-8CE3-7C3472D81F00}"/>
                </a:ext>
              </a:extLst>
            </p:cNvPr>
            <p:cNvSpPr>
              <a:spLocks noChangeArrowheads="1"/>
            </p:cNvSpPr>
            <p:nvPr/>
          </p:nvSpPr>
          <p:spPr bwMode="auto">
            <a:xfrm>
              <a:off x="10888451" y="208230"/>
              <a:ext cx="6445" cy="698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79" name="Freeform 1389">
              <a:extLst>
                <a:ext uri="{FF2B5EF4-FFF2-40B4-BE49-F238E27FC236}">
                  <a16:creationId xmlns="" xmlns:a16="http://schemas.microsoft.com/office/drawing/2014/main" id="{5F4F6343-3DC5-4F24-931C-0FBCEF0C6450}"/>
                </a:ext>
              </a:extLst>
            </p:cNvPr>
            <p:cNvSpPr>
              <a:spLocks/>
            </p:cNvSpPr>
            <p:nvPr/>
          </p:nvSpPr>
          <p:spPr bwMode="auto">
            <a:xfrm>
              <a:off x="11062727" y="881974"/>
              <a:ext cx="64716" cy="58003"/>
            </a:xfrm>
            <a:custGeom>
              <a:avLst/>
              <a:gdLst>
                <a:gd name="T0" fmla="*/ 2 w 102"/>
                <a:gd name="T1" fmla="*/ 65 h 91"/>
                <a:gd name="T2" fmla="*/ 2 w 102"/>
                <a:gd name="T3" fmla="*/ 45 h 91"/>
                <a:gd name="T4" fmla="*/ 25 w 102"/>
                <a:gd name="T5" fmla="*/ 14 h 91"/>
                <a:gd name="T6" fmla="*/ 93 w 102"/>
                <a:gd name="T7" fmla="*/ 33 h 91"/>
                <a:gd name="T8" fmla="*/ 98 w 102"/>
                <a:gd name="T9" fmla="*/ 70 h 91"/>
                <a:gd name="T10" fmla="*/ 85 w 102"/>
                <a:gd name="T11" fmla="*/ 91 h 91"/>
                <a:gd name="T12" fmla="*/ 85 w 102"/>
                <a:gd name="T13" fmla="*/ 90 h 91"/>
                <a:gd name="T14" fmla="*/ 85 w 102"/>
                <a:gd name="T15" fmla="*/ 83 h 91"/>
                <a:gd name="T16" fmla="*/ 86 w 102"/>
                <a:gd name="T17" fmla="*/ 82 h 91"/>
                <a:gd name="T18" fmla="*/ 93 w 102"/>
                <a:gd name="T19" fmla="*/ 64 h 91"/>
                <a:gd name="T20" fmla="*/ 89 w 102"/>
                <a:gd name="T21" fmla="*/ 37 h 91"/>
                <a:gd name="T22" fmla="*/ 66 w 102"/>
                <a:gd name="T23" fmla="*/ 17 h 91"/>
                <a:gd name="T24" fmla="*/ 47 w 102"/>
                <a:gd name="T25" fmla="*/ 14 h 91"/>
                <a:gd name="T26" fmla="*/ 19 w 102"/>
                <a:gd name="T27" fmla="*/ 28 h 91"/>
                <a:gd name="T28" fmla="*/ 8 w 102"/>
                <a:gd name="T29" fmla="*/ 51 h 91"/>
                <a:gd name="T30" fmla="*/ 8 w 102"/>
                <a:gd name="T31" fmla="*/ 62 h 91"/>
                <a:gd name="T32" fmla="*/ 7 w 102"/>
                <a:gd name="T33" fmla="*/ 63 h 91"/>
                <a:gd name="T34" fmla="*/ 2 w 102"/>
                <a:gd name="T35" fmla="*/ 6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91">
                  <a:moveTo>
                    <a:pt x="2" y="65"/>
                  </a:moveTo>
                  <a:cubicBezTo>
                    <a:pt x="0" y="58"/>
                    <a:pt x="1" y="52"/>
                    <a:pt x="2" y="45"/>
                  </a:cubicBezTo>
                  <a:cubicBezTo>
                    <a:pt x="6" y="32"/>
                    <a:pt x="13" y="21"/>
                    <a:pt x="25" y="14"/>
                  </a:cubicBezTo>
                  <a:cubicBezTo>
                    <a:pt x="49" y="0"/>
                    <a:pt x="80" y="9"/>
                    <a:pt x="93" y="33"/>
                  </a:cubicBezTo>
                  <a:cubicBezTo>
                    <a:pt x="100" y="45"/>
                    <a:pt x="102" y="57"/>
                    <a:pt x="98" y="70"/>
                  </a:cubicBezTo>
                  <a:cubicBezTo>
                    <a:pt x="96" y="79"/>
                    <a:pt x="92" y="86"/>
                    <a:pt x="85" y="91"/>
                  </a:cubicBezTo>
                  <a:cubicBezTo>
                    <a:pt x="85" y="91"/>
                    <a:pt x="85" y="91"/>
                    <a:pt x="85" y="90"/>
                  </a:cubicBezTo>
                  <a:cubicBezTo>
                    <a:pt x="85" y="88"/>
                    <a:pt x="85" y="86"/>
                    <a:pt x="85" y="83"/>
                  </a:cubicBezTo>
                  <a:cubicBezTo>
                    <a:pt x="85" y="83"/>
                    <a:pt x="86" y="82"/>
                    <a:pt x="86" y="82"/>
                  </a:cubicBezTo>
                  <a:cubicBezTo>
                    <a:pt x="90" y="76"/>
                    <a:pt x="92" y="70"/>
                    <a:pt x="93" y="64"/>
                  </a:cubicBezTo>
                  <a:cubicBezTo>
                    <a:pt x="94" y="55"/>
                    <a:pt x="93" y="46"/>
                    <a:pt x="89" y="37"/>
                  </a:cubicBezTo>
                  <a:cubicBezTo>
                    <a:pt x="84" y="28"/>
                    <a:pt x="76" y="21"/>
                    <a:pt x="66" y="17"/>
                  </a:cubicBezTo>
                  <a:cubicBezTo>
                    <a:pt x="60" y="14"/>
                    <a:pt x="53" y="13"/>
                    <a:pt x="47" y="14"/>
                  </a:cubicBezTo>
                  <a:cubicBezTo>
                    <a:pt x="36" y="15"/>
                    <a:pt x="26" y="20"/>
                    <a:pt x="19" y="28"/>
                  </a:cubicBezTo>
                  <a:cubicBezTo>
                    <a:pt x="13" y="34"/>
                    <a:pt x="9" y="42"/>
                    <a:pt x="8" y="51"/>
                  </a:cubicBezTo>
                  <a:cubicBezTo>
                    <a:pt x="7" y="55"/>
                    <a:pt x="7" y="58"/>
                    <a:pt x="8" y="62"/>
                  </a:cubicBezTo>
                  <a:cubicBezTo>
                    <a:pt x="8" y="62"/>
                    <a:pt x="7" y="63"/>
                    <a:pt x="7" y="63"/>
                  </a:cubicBezTo>
                  <a:cubicBezTo>
                    <a:pt x="5" y="64"/>
                    <a:pt x="4" y="64"/>
                    <a:pt x="2" y="6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0" name="Freeform 1390">
              <a:extLst>
                <a:ext uri="{FF2B5EF4-FFF2-40B4-BE49-F238E27FC236}">
                  <a16:creationId xmlns="" xmlns:a16="http://schemas.microsoft.com/office/drawing/2014/main" id="{ADBE41A6-FD5C-485D-B4BC-6B291F58F72A}"/>
                </a:ext>
              </a:extLst>
            </p:cNvPr>
            <p:cNvSpPr>
              <a:spLocks/>
            </p:cNvSpPr>
            <p:nvPr/>
          </p:nvSpPr>
          <p:spPr bwMode="auto">
            <a:xfrm>
              <a:off x="11077228" y="902382"/>
              <a:ext cx="30613" cy="19066"/>
            </a:xfrm>
            <a:custGeom>
              <a:avLst/>
              <a:gdLst>
                <a:gd name="T0" fmla="*/ 36 w 48"/>
                <a:gd name="T1" fmla="*/ 30 h 30"/>
                <a:gd name="T2" fmla="*/ 28 w 48"/>
                <a:gd name="T3" fmla="*/ 30 h 30"/>
                <a:gd name="T4" fmla="*/ 24 w 48"/>
                <a:gd name="T5" fmla="*/ 28 h 30"/>
                <a:gd name="T6" fmla="*/ 20 w 48"/>
                <a:gd name="T7" fmla="*/ 24 h 30"/>
                <a:gd name="T8" fmla="*/ 1 w 48"/>
                <a:gd name="T9" fmla="*/ 5 h 30"/>
                <a:gd name="T10" fmla="*/ 0 w 48"/>
                <a:gd name="T11" fmla="*/ 2 h 30"/>
                <a:gd name="T12" fmla="*/ 3 w 48"/>
                <a:gd name="T13" fmla="*/ 0 h 30"/>
                <a:gd name="T14" fmla="*/ 6 w 48"/>
                <a:gd name="T15" fmla="*/ 1 h 30"/>
                <a:gd name="T16" fmla="*/ 18 w 48"/>
                <a:gd name="T17" fmla="*/ 13 h 30"/>
                <a:gd name="T18" fmla="*/ 26 w 48"/>
                <a:gd name="T19" fmla="*/ 21 h 30"/>
                <a:gd name="T20" fmla="*/ 28 w 48"/>
                <a:gd name="T21" fmla="*/ 22 h 30"/>
                <a:gd name="T22" fmla="*/ 44 w 48"/>
                <a:gd name="T23" fmla="*/ 22 h 30"/>
                <a:gd name="T24" fmla="*/ 48 w 48"/>
                <a:gd name="T25" fmla="*/ 26 h 30"/>
                <a:gd name="T26" fmla="*/ 44 w 48"/>
                <a:gd name="T27" fmla="*/ 30 h 30"/>
                <a:gd name="T28" fmla="*/ 41 w 48"/>
                <a:gd name="T29" fmla="*/ 30 h 30"/>
                <a:gd name="T30" fmla="*/ 36 w 48"/>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30">
                  <a:moveTo>
                    <a:pt x="36" y="30"/>
                  </a:moveTo>
                  <a:cubicBezTo>
                    <a:pt x="33" y="30"/>
                    <a:pt x="31" y="30"/>
                    <a:pt x="28" y="30"/>
                  </a:cubicBezTo>
                  <a:cubicBezTo>
                    <a:pt x="26" y="30"/>
                    <a:pt x="25" y="30"/>
                    <a:pt x="24" y="28"/>
                  </a:cubicBezTo>
                  <a:cubicBezTo>
                    <a:pt x="23" y="26"/>
                    <a:pt x="21" y="25"/>
                    <a:pt x="20" y="24"/>
                  </a:cubicBezTo>
                  <a:cubicBezTo>
                    <a:pt x="14" y="18"/>
                    <a:pt x="8" y="12"/>
                    <a:pt x="1" y="5"/>
                  </a:cubicBezTo>
                  <a:cubicBezTo>
                    <a:pt x="0" y="4"/>
                    <a:pt x="0" y="3"/>
                    <a:pt x="0" y="2"/>
                  </a:cubicBezTo>
                  <a:cubicBezTo>
                    <a:pt x="1" y="1"/>
                    <a:pt x="2" y="0"/>
                    <a:pt x="3" y="0"/>
                  </a:cubicBezTo>
                  <a:cubicBezTo>
                    <a:pt x="4" y="0"/>
                    <a:pt x="5" y="0"/>
                    <a:pt x="6" y="1"/>
                  </a:cubicBezTo>
                  <a:cubicBezTo>
                    <a:pt x="10" y="5"/>
                    <a:pt x="14" y="9"/>
                    <a:pt x="18" y="13"/>
                  </a:cubicBezTo>
                  <a:cubicBezTo>
                    <a:pt x="20" y="15"/>
                    <a:pt x="23" y="18"/>
                    <a:pt x="26" y="21"/>
                  </a:cubicBezTo>
                  <a:cubicBezTo>
                    <a:pt x="27" y="22"/>
                    <a:pt x="27" y="22"/>
                    <a:pt x="28" y="22"/>
                  </a:cubicBezTo>
                  <a:cubicBezTo>
                    <a:pt x="33" y="22"/>
                    <a:pt x="38" y="22"/>
                    <a:pt x="44" y="22"/>
                  </a:cubicBezTo>
                  <a:cubicBezTo>
                    <a:pt x="46" y="22"/>
                    <a:pt x="48" y="24"/>
                    <a:pt x="48" y="26"/>
                  </a:cubicBezTo>
                  <a:cubicBezTo>
                    <a:pt x="48" y="28"/>
                    <a:pt x="46" y="30"/>
                    <a:pt x="44" y="30"/>
                  </a:cubicBezTo>
                  <a:cubicBezTo>
                    <a:pt x="43" y="30"/>
                    <a:pt x="42" y="30"/>
                    <a:pt x="41" y="30"/>
                  </a:cubicBezTo>
                  <a:cubicBezTo>
                    <a:pt x="39" y="30"/>
                    <a:pt x="37" y="30"/>
                    <a:pt x="36" y="3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1" name="Freeform 1391">
              <a:extLst>
                <a:ext uri="{FF2B5EF4-FFF2-40B4-BE49-F238E27FC236}">
                  <a16:creationId xmlns="" xmlns:a16="http://schemas.microsoft.com/office/drawing/2014/main" id="{0E65622C-67AF-4FDC-9DA0-4809369182A2}"/>
                </a:ext>
              </a:extLst>
            </p:cNvPr>
            <p:cNvSpPr>
              <a:spLocks noEditPoints="1"/>
            </p:cNvSpPr>
            <p:nvPr/>
          </p:nvSpPr>
          <p:spPr bwMode="auto">
            <a:xfrm>
              <a:off x="11062727" y="922791"/>
              <a:ext cx="26048" cy="11278"/>
            </a:xfrm>
            <a:custGeom>
              <a:avLst/>
              <a:gdLst>
                <a:gd name="T0" fmla="*/ 22 w 41"/>
                <a:gd name="T1" fmla="*/ 18 h 18"/>
                <a:gd name="T2" fmla="*/ 6 w 41"/>
                <a:gd name="T3" fmla="*/ 15 h 18"/>
                <a:gd name="T4" fmla="*/ 2 w 41"/>
                <a:gd name="T5" fmla="*/ 12 h 18"/>
                <a:gd name="T6" fmla="*/ 2 w 41"/>
                <a:gd name="T7" fmla="*/ 5 h 18"/>
                <a:gd name="T8" fmla="*/ 9 w 41"/>
                <a:gd name="T9" fmla="*/ 1 h 18"/>
                <a:gd name="T10" fmla="*/ 23 w 41"/>
                <a:gd name="T11" fmla="*/ 0 h 18"/>
                <a:gd name="T12" fmla="*/ 34 w 41"/>
                <a:gd name="T13" fmla="*/ 2 h 18"/>
                <a:gd name="T14" fmla="*/ 39 w 41"/>
                <a:gd name="T15" fmla="*/ 5 h 18"/>
                <a:gd name="T16" fmla="*/ 40 w 41"/>
                <a:gd name="T17" fmla="*/ 7 h 18"/>
                <a:gd name="T18" fmla="*/ 37 w 41"/>
                <a:gd name="T19" fmla="*/ 14 h 18"/>
                <a:gd name="T20" fmla="*/ 27 w 41"/>
                <a:gd name="T21" fmla="*/ 18 h 18"/>
                <a:gd name="T22" fmla="*/ 22 w 41"/>
                <a:gd name="T23" fmla="*/ 18 h 18"/>
                <a:gd name="T24" fmla="*/ 20 w 41"/>
                <a:gd name="T25" fmla="*/ 13 h 18"/>
                <a:gd name="T26" fmla="*/ 33 w 41"/>
                <a:gd name="T27" fmla="*/ 11 h 18"/>
                <a:gd name="T28" fmla="*/ 37 w 41"/>
                <a:gd name="T29" fmla="*/ 9 h 18"/>
                <a:gd name="T30" fmla="*/ 37 w 41"/>
                <a:gd name="T31" fmla="*/ 7 h 18"/>
                <a:gd name="T32" fmla="*/ 35 w 41"/>
                <a:gd name="T33" fmla="*/ 6 h 18"/>
                <a:gd name="T34" fmla="*/ 30 w 41"/>
                <a:gd name="T35" fmla="*/ 4 h 18"/>
                <a:gd name="T36" fmla="*/ 12 w 41"/>
                <a:gd name="T37" fmla="*/ 4 h 18"/>
                <a:gd name="T38" fmla="*/ 5 w 41"/>
                <a:gd name="T39" fmla="*/ 7 h 18"/>
                <a:gd name="T40" fmla="*/ 5 w 41"/>
                <a:gd name="T41" fmla="*/ 9 h 18"/>
                <a:gd name="T42" fmla="*/ 9 w 41"/>
                <a:gd name="T43" fmla="*/ 11 h 18"/>
                <a:gd name="T44" fmla="*/ 20 w 41"/>
                <a:gd name="T45"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 h="18">
                  <a:moveTo>
                    <a:pt x="22" y="18"/>
                  </a:moveTo>
                  <a:cubicBezTo>
                    <a:pt x="16" y="18"/>
                    <a:pt x="11" y="18"/>
                    <a:pt x="6" y="15"/>
                  </a:cubicBezTo>
                  <a:cubicBezTo>
                    <a:pt x="4" y="15"/>
                    <a:pt x="3" y="14"/>
                    <a:pt x="2" y="12"/>
                  </a:cubicBezTo>
                  <a:cubicBezTo>
                    <a:pt x="0" y="10"/>
                    <a:pt x="1" y="7"/>
                    <a:pt x="2" y="5"/>
                  </a:cubicBezTo>
                  <a:cubicBezTo>
                    <a:pt x="4" y="3"/>
                    <a:pt x="6" y="2"/>
                    <a:pt x="9" y="1"/>
                  </a:cubicBezTo>
                  <a:cubicBezTo>
                    <a:pt x="13" y="0"/>
                    <a:pt x="18" y="0"/>
                    <a:pt x="23" y="0"/>
                  </a:cubicBezTo>
                  <a:cubicBezTo>
                    <a:pt x="27" y="0"/>
                    <a:pt x="31" y="1"/>
                    <a:pt x="34" y="2"/>
                  </a:cubicBezTo>
                  <a:cubicBezTo>
                    <a:pt x="36" y="3"/>
                    <a:pt x="38" y="4"/>
                    <a:pt x="39" y="5"/>
                  </a:cubicBezTo>
                  <a:cubicBezTo>
                    <a:pt x="40" y="6"/>
                    <a:pt x="40" y="6"/>
                    <a:pt x="40" y="7"/>
                  </a:cubicBezTo>
                  <a:cubicBezTo>
                    <a:pt x="41" y="11"/>
                    <a:pt x="40" y="12"/>
                    <a:pt x="37" y="14"/>
                  </a:cubicBezTo>
                  <a:cubicBezTo>
                    <a:pt x="34" y="16"/>
                    <a:pt x="30" y="17"/>
                    <a:pt x="27" y="18"/>
                  </a:cubicBezTo>
                  <a:cubicBezTo>
                    <a:pt x="25" y="18"/>
                    <a:pt x="23" y="18"/>
                    <a:pt x="22" y="18"/>
                  </a:cubicBezTo>
                  <a:close/>
                  <a:moveTo>
                    <a:pt x="20" y="13"/>
                  </a:moveTo>
                  <a:cubicBezTo>
                    <a:pt x="25" y="13"/>
                    <a:pt x="29" y="12"/>
                    <a:pt x="33" y="11"/>
                  </a:cubicBezTo>
                  <a:cubicBezTo>
                    <a:pt x="34" y="10"/>
                    <a:pt x="35" y="9"/>
                    <a:pt x="37" y="9"/>
                  </a:cubicBezTo>
                  <a:cubicBezTo>
                    <a:pt x="37" y="8"/>
                    <a:pt x="37" y="8"/>
                    <a:pt x="37" y="7"/>
                  </a:cubicBezTo>
                  <a:cubicBezTo>
                    <a:pt x="36" y="7"/>
                    <a:pt x="36" y="6"/>
                    <a:pt x="35" y="6"/>
                  </a:cubicBezTo>
                  <a:cubicBezTo>
                    <a:pt x="34" y="5"/>
                    <a:pt x="32" y="5"/>
                    <a:pt x="30" y="4"/>
                  </a:cubicBezTo>
                  <a:cubicBezTo>
                    <a:pt x="24" y="3"/>
                    <a:pt x="18" y="3"/>
                    <a:pt x="12" y="4"/>
                  </a:cubicBezTo>
                  <a:cubicBezTo>
                    <a:pt x="10" y="4"/>
                    <a:pt x="7" y="5"/>
                    <a:pt x="5" y="7"/>
                  </a:cubicBezTo>
                  <a:cubicBezTo>
                    <a:pt x="4" y="8"/>
                    <a:pt x="4" y="8"/>
                    <a:pt x="5" y="9"/>
                  </a:cubicBezTo>
                  <a:cubicBezTo>
                    <a:pt x="6" y="10"/>
                    <a:pt x="8" y="11"/>
                    <a:pt x="9" y="11"/>
                  </a:cubicBezTo>
                  <a:cubicBezTo>
                    <a:pt x="13" y="12"/>
                    <a:pt x="17" y="13"/>
                    <a:pt x="2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2" name="Freeform 1392">
              <a:extLst>
                <a:ext uri="{FF2B5EF4-FFF2-40B4-BE49-F238E27FC236}">
                  <a16:creationId xmlns="" xmlns:a16="http://schemas.microsoft.com/office/drawing/2014/main" id="{D43E8A02-B516-4C31-BDE4-D99E06C2FDE1}"/>
                </a:ext>
              </a:extLst>
            </p:cNvPr>
            <p:cNvSpPr>
              <a:spLocks noEditPoints="1"/>
            </p:cNvSpPr>
            <p:nvPr/>
          </p:nvSpPr>
          <p:spPr bwMode="auto">
            <a:xfrm>
              <a:off x="11089849" y="930310"/>
              <a:ext cx="26316" cy="12084"/>
            </a:xfrm>
            <a:custGeom>
              <a:avLst/>
              <a:gdLst>
                <a:gd name="T0" fmla="*/ 20 w 41"/>
                <a:gd name="T1" fmla="*/ 19 h 19"/>
                <a:gd name="T2" fmla="*/ 7 w 41"/>
                <a:gd name="T3" fmla="*/ 17 h 19"/>
                <a:gd name="T4" fmla="*/ 2 w 41"/>
                <a:gd name="T5" fmla="*/ 14 h 19"/>
                <a:gd name="T6" fmla="*/ 0 w 41"/>
                <a:gd name="T7" fmla="*/ 11 h 19"/>
                <a:gd name="T8" fmla="*/ 4 w 41"/>
                <a:gd name="T9" fmla="*/ 4 h 19"/>
                <a:gd name="T10" fmla="*/ 16 w 41"/>
                <a:gd name="T11" fmla="*/ 1 h 19"/>
                <a:gd name="T12" fmla="*/ 29 w 41"/>
                <a:gd name="T13" fmla="*/ 2 h 19"/>
                <a:gd name="T14" fmla="*/ 37 w 41"/>
                <a:gd name="T15" fmla="*/ 5 h 19"/>
                <a:gd name="T16" fmla="*/ 37 w 41"/>
                <a:gd name="T17" fmla="*/ 15 h 19"/>
                <a:gd name="T18" fmla="*/ 26 w 41"/>
                <a:gd name="T19" fmla="*/ 19 h 19"/>
                <a:gd name="T20" fmla="*/ 20 w 41"/>
                <a:gd name="T21" fmla="*/ 19 h 19"/>
                <a:gd name="T22" fmla="*/ 20 w 41"/>
                <a:gd name="T23" fmla="*/ 14 h 19"/>
                <a:gd name="T24" fmla="*/ 20 w 41"/>
                <a:gd name="T25" fmla="*/ 14 h 19"/>
                <a:gd name="T26" fmla="*/ 29 w 41"/>
                <a:gd name="T27" fmla="*/ 13 h 19"/>
                <a:gd name="T28" fmla="*/ 35 w 41"/>
                <a:gd name="T29" fmla="*/ 10 h 19"/>
                <a:gd name="T30" fmla="*/ 35 w 41"/>
                <a:gd name="T31" fmla="*/ 8 h 19"/>
                <a:gd name="T32" fmla="*/ 31 w 41"/>
                <a:gd name="T33" fmla="*/ 6 h 19"/>
                <a:gd name="T34" fmla="*/ 23 w 41"/>
                <a:gd name="T35" fmla="*/ 4 h 19"/>
                <a:gd name="T36" fmla="*/ 8 w 41"/>
                <a:gd name="T37" fmla="*/ 6 h 19"/>
                <a:gd name="T38" fmla="*/ 4 w 41"/>
                <a:gd name="T39" fmla="*/ 8 h 19"/>
                <a:gd name="T40" fmla="*/ 4 w 41"/>
                <a:gd name="T41" fmla="*/ 10 h 19"/>
                <a:gd name="T42" fmla="*/ 7 w 41"/>
                <a:gd name="T43" fmla="*/ 12 h 19"/>
                <a:gd name="T44" fmla="*/ 20 w 41"/>
                <a:gd name="T45"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 h="19">
                  <a:moveTo>
                    <a:pt x="20" y="19"/>
                  </a:moveTo>
                  <a:cubicBezTo>
                    <a:pt x="15" y="19"/>
                    <a:pt x="11" y="19"/>
                    <a:pt x="7" y="17"/>
                  </a:cubicBezTo>
                  <a:cubicBezTo>
                    <a:pt x="5" y="16"/>
                    <a:pt x="3" y="15"/>
                    <a:pt x="2" y="14"/>
                  </a:cubicBezTo>
                  <a:cubicBezTo>
                    <a:pt x="1" y="13"/>
                    <a:pt x="0" y="12"/>
                    <a:pt x="0" y="11"/>
                  </a:cubicBezTo>
                  <a:cubicBezTo>
                    <a:pt x="0" y="7"/>
                    <a:pt x="2" y="5"/>
                    <a:pt x="4" y="4"/>
                  </a:cubicBezTo>
                  <a:cubicBezTo>
                    <a:pt x="8" y="2"/>
                    <a:pt x="12" y="1"/>
                    <a:pt x="16" y="1"/>
                  </a:cubicBezTo>
                  <a:cubicBezTo>
                    <a:pt x="21" y="0"/>
                    <a:pt x="25" y="1"/>
                    <a:pt x="29" y="2"/>
                  </a:cubicBezTo>
                  <a:cubicBezTo>
                    <a:pt x="32" y="2"/>
                    <a:pt x="35" y="3"/>
                    <a:pt x="37" y="5"/>
                  </a:cubicBezTo>
                  <a:cubicBezTo>
                    <a:pt x="40" y="7"/>
                    <a:pt x="41" y="13"/>
                    <a:pt x="37" y="15"/>
                  </a:cubicBezTo>
                  <a:cubicBezTo>
                    <a:pt x="34" y="17"/>
                    <a:pt x="30" y="18"/>
                    <a:pt x="26" y="19"/>
                  </a:cubicBezTo>
                  <a:cubicBezTo>
                    <a:pt x="24" y="19"/>
                    <a:pt x="22" y="19"/>
                    <a:pt x="20" y="19"/>
                  </a:cubicBezTo>
                  <a:close/>
                  <a:moveTo>
                    <a:pt x="20" y="14"/>
                  </a:moveTo>
                  <a:cubicBezTo>
                    <a:pt x="20" y="14"/>
                    <a:pt x="20" y="14"/>
                    <a:pt x="20" y="14"/>
                  </a:cubicBezTo>
                  <a:cubicBezTo>
                    <a:pt x="23" y="14"/>
                    <a:pt x="26" y="13"/>
                    <a:pt x="29" y="13"/>
                  </a:cubicBezTo>
                  <a:cubicBezTo>
                    <a:pt x="31" y="12"/>
                    <a:pt x="33" y="11"/>
                    <a:pt x="35" y="10"/>
                  </a:cubicBezTo>
                  <a:cubicBezTo>
                    <a:pt x="37" y="9"/>
                    <a:pt x="37" y="9"/>
                    <a:pt x="35" y="8"/>
                  </a:cubicBezTo>
                  <a:cubicBezTo>
                    <a:pt x="34" y="7"/>
                    <a:pt x="32" y="6"/>
                    <a:pt x="31" y="6"/>
                  </a:cubicBezTo>
                  <a:cubicBezTo>
                    <a:pt x="28" y="5"/>
                    <a:pt x="26" y="4"/>
                    <a:pt x="23" y="4"/>
                  </a:cubicBezTo>
                  <a:cubicBezTo>
                    <a:pt x="18" y="4"/>
                    <a:pt x="13" y="4"/>
                    <a:pt x="8" y="6"/>
                  </a:cubicBezTo>
                  <a:cubicBezTo>
                    <a:pt x="6" y="6"/>
                    <a:pt x="5" y="7"/>
                    <a:pt x="4" y="8"/>
                  </a:cubicBezTo>
                  <a:cubicBezTo>
                    <a:pt x="3" y="9"/>
                    <a:pt x="3" y="9"/>
                    <a:pt x="4" y="10"/>
                  </a:cubicBezTo>
                  <a:cubicBezTo>
                    <a:pt x="5" y="11"/>
                    <a:pt x="6" y="11"/>
                    <a:pt x="7" y="12"/>
                  </a:cubicBezTo>
                  <a:cubicBezTo>
                    <a:pt x="11" y="13"/>
                    <a:pt x="15" y="14"/>
                    <a:pt x="20" y="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3" name="Freeform 1393">
              <a:extLst>
                <a:ext uri="{FF2B5EF4-FFF2-40B4-BE49-F238E27FC236}">
                  <a16:creationId xmlns="" xmlns:a16="http://schemas.microsoft.com/office/drawing/2014/main" id="{1CDA68A4-5CBF-48F1-A61F-4C0F2F8A8742}"/>
                </a:ext>
              </a:extLst>
            </p:cNvPr>
            <p:cNvSpPr>
              <a:spLocks/>
            </p:cNvSpPr>
            <p:nvPr/>
          </p:nvSpPr>
          <p:spPr bwMode="auto">
            <a:xfrm>
              <a:off x="11089849" y="943736"/>
              <a:ext cx="25511" cy="7519"/>
            </a:xfrm>
            <a:custGeom>
              <a:avLst/>
              <a:gdLst>
                <a:gd name="T0" fmla="*/ 40 w 40"/>
                <a:gd name="T1" fmla="*/ 0 h 12"/>
                <a:gd name="T2" fmla="*/ 40 w 40"/>
                <a:gd name="T3" fmla="*/ 4 h 12"/>
                <a:gd name="T4" fmla="*/ 37 w 40"/>
                <a:gd name="T5" fmla="*/ 7 h 12"/>
                <a:gd name="T6" fmla="*/ 29 w 40"/>
                <a:gd name="T7" fmla="*/ 10 h 12"/>
                <a:gd name="T8" fmla="*/ 9 w 40"/>
                <a:gd name="T9" fmla="*/ 10 h 12"/>
                <a:gd name="T10" fmla="*/ 3 w 40"/>
                <a:gd name="T11" fmla="*/ 7 h 12"/>
                <a:gd name="T12" fmla="*/ 0 w 40"/>
                <a:gd name="T13" fmla="*/ 2 h 12"/>
                <a:gd name="T14" fmla="*/ 0 w 40"/>
                <a:gd name="T15" fmla="*/ 0 h 12"/>
                <a:gd name="T16" fmla="*/ 0 w 40"/>
                <a:gd name="T17" fmla="*/ 0 h 12"/>
                <a:gd name="T18" fmla="*/ 7 w 40"/>
                <a:gd name="T19" fmla="*/ 5 h 12"/>
                <a:gd name="T20" fmla="*/ 33 w 40"/>
                <a:gd name="T21" fmla="*/ 5 h 12"/>
                <a:gd name="T22" fmla="*/ 38 w 40"/>
                <a:gd name="T23" fmla="*/ 2 h 12"/>
                <a:gd name="T24" fmla="*/ 40 w 40"/>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12">
                  <a:moveTo>
                    <a:pt x="40" y="0"/>
                  </a:moveTo>
                  <a:cubicBezTo>
                    <a:pt x="40" y="1"/>
                    <a:pt x="40" y="2"/>
                    <a:pt x="40" y="4"/>
                  </a:cubicBezTo>
                  <a:cubicBezTo>
                    <a:pt x="39" y="5"/>
                    <a:pt x="38" y="6"/>
                    <a:pt x="37" y="7"/>
                  </a:cubicBezTo>
                  <a:cubicBezTo>
                    <a:pt x="35" y="9"/>
                    <a:pt x="32" y="10"/>
                    <a:pt x="29" y="10"/>
                  </a:cubicBezTo>
                  <a:cubicBezTo>
                    <a:pt x="22" y="12"/>
                    <a:pt x="16" y="12"/>
                    <a:pt x="9" y="10"/>
                  </a:cubicBezTo>
                  <a:cubicBezTo>
                    <a:pt x="7" y="9"/>
                    <a:pt x="5" y="8"/>
                    <a:pt x="3" y="7"/>
                  </a:cubicBezTo>
                  <a:cubicBezTo>
                    <a:pt x="1" y="6"/>
                    <a:pt x="0" y="4"/>
                    <a:pt x="0" y="2"/>
                  </a:cubicBezTo>
                  <a:cubicBezTo>
                    <a:pt x="0" y="1"/>
                    <a:pt x="0" y="1"/>
                    <a:pt x="0" y="0"/>
                  </a:cubicBezTo>
                  <a:cubicBezTo>
                    <a:pt x="0" y="0"/>
                    <a:pt x="0" y="0"/>
                    <a:pt x="0" y="0"/>
                  </a:cubicBezTo>
                  <a:cubicBezTo>
                    <a:pt x="2" y="3"/>
                    <a:pt x="5" y="4"/>
                    <a:pt x="7" y="5"/>
                  </a:cubicBezTo>
                  <a:cubicBezTo>
                    <a:pt x="16" y="8"/>
                    <a:pt x="25" y="8"/>
                    <a:pt x="33" y="5"/>
                  </a:cubicBezTo>
                  <a:cubicBezTo>
                    <a:pt x="35" y="4"/>
                    <a:pt x="37" y="3"/>
                    <a:pt x="38" y="2"/>
                  </a:cubicBezTo>
                  <a:cubicBezTo>
                    <a:pt x="39" y="1"/>
                    <a:pt x="39" y="1"/>
                    <a:pt x="4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4" name="Freeform 1394">
              <a:extLst>
                <a:ext uri="{FF2B5EF4-FFF2-40B4-BE49-F238E27FC236}">
                  <a16:creationId xmlns="" xmlns:a16="http://schemas.microsoft.com/office/drawing/2014/main" id="{AF5FD20D-A99F-4A0A-BC0B-9249F9CB97D1}"/>
                </a:ext>
              </a:extLst>
            </p:cNvPr>
            <p:cNvSpPr>
              <a:spLocks/>
            </p:cNvSpPr>
            <p:nvPr/>
          </p:nvSpPr>
          <p:spPr bwMode="auto">
            <a:xfrm>
              <a:off x="11063264" y="939171"/>
              <a:ext cx="25511" cy="7787"/>
            </a:xfrm>
            <a:custGeom>
              <a:avLst/>
              <a:gdLst>
                <a:gd name="T0" fmla="*/ 0 w 40"/>
                <a:gd name="T1" fmla="*/ 0 h 12"/>
                <a:gd name="T2" fmla="*/ 3 w 40"/>
                <a:gd name="T3" fmla="*/ 3 h 12"/>
                <a:gd name="T4" fmla="*/ 12 w 40"/>
                <a:gd name="T5" fmla="*/ 7 h 12"/>
                <a:gd name="T6" fmla="*/ 32 w 40"/>
                <a:gd name="T7" fmla="*/ 5 h 12"/>
                <a:gd name="T8" fmla="*/ 36 w 40"/>
                <a:gd name="T9" fmla="*/ 3 h 12"/>
                <a:gd name="T10" fmla="*/ 39 w 40"/>
                <a:gd name="T11" fmla="*/ 1 h 12"/>
                <a:gd name="T12" fmla="*/ 37 w 40"/>
                <a:gd name="T13" fmla="*/ 7 h 12"/>
                <a:gd name="T14" fmla="*/ 33 w 40"/>
                <a:gd name="T15" fmla="*/ 9 h 12"/>
                <a:gd name="T16" fmla="*/ 16 w 40"/>
                <a:gd name="T17" fmla="*/ 11 h 12"/>
                <a:gd name="T18" fmla="*/ 6 w 40"/>
                <a:gd name="T19" fmla="*/ 9 h 12"/>
                <a:gd name="T20" fmla="*/ 2 w 40"/>
                <a:gd name="T21" fmla="*/ 7 h 12"/>
                <a:gd name="T22" fmla="*/ 0 w 40"/>
                <a:gd name="T23" fmla="*/ 3 h 12"/>
                <a:gd name="T24" fmla="*/ 0 w 40"/>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12">
                  <a:moveTo>
                    <a:pt x="0" y="0"/>
                  </a:moveTo>
                  <a:cubicBezTo>
                    <a:pt x="1" y="1"/>
                    <a:pt x="2" y="2"/>
                    <a:pt x="3" y="3"/>
                  </a:cubicBezTo>
                  <a:cubicBezTo>
                    <a:pt x="5" y="5"/>
                    <a:pt x="9" y="6"/>
                    <a:pt x="12" y="7"/>
                  </a:cubicBezTo>
                  <a:cubicBezTo>
                    <a:pt x="19" y="8"/>
                    <a:pt x="25" y="7"/>
                    <a:pt x="32" y="5"/>
                  </a:cubicBezTo>
                  <a:cubicBezTo>
                    <a:pt x="33" y="5"/>
                    <a:pt x="35" y="4"/>
                    <a:pt x="36" y="3"/>
                  </a:cubicBezTo>
                  <a:cubicBezTo>
                    <a:pt x="37" y="3"/>
                    <a:pt x="38" y="2"/>
                    <a:pt x="39" y="1"/>
                  </a:cubicBezTo>
                  <a:cubicBezTo>
                    <a:pt x="40" y="2"/>
                    <a:pt x="39" y="6"/>
                    <a:pt x="37" y="7"/>
                  </a:cubicBezTo>
                  <a:cubicBezTo>
                    <a:pt x="36" y="8"/>
                    <a:pt x="35" y="9"/>
                    <a:pt x="33" y="9"/>
                  </a:cubicBezTo>
                  <a:cubicBezTo>
                    <a:pt x="28" y="11"/>
                    <a:pt x="22" y="12"/>
                    <a:pt x="16" y="11"/>
                  </a:cubicBezTo>
                  <a:cubicBezTo>
                    <a:pt x="13" y="11"/>
                    <a:pt x="9" y="11"/>
                    <a:pt x="6" y="9"/>
                  </a:cubicBezTo>
                  <a:cubicBezTo>
                    <a:pt x="5" y="9"/>
                    <a:pt x="3" y="8"/>
                    <a:pt x="2" y="7"/>
                  </a:cubicBezTo>
                  <a:cubicBezTo>
                    <a:pt x="0" y="6"/>
                    <a:pt x="0" y="5"/>
                    <a:pt x="0" y="3"/>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5" name="Freeform 1395">
              <a:extLst>
                <a:ext uri="{FF2B5EF4-FFF2-40B4-BE49-F238E27FC236}">
                  <a16:creationId xmlns="" xmlns:a16="http://schemas.microsoft.com/office/drawing/2014/main" id="{958E175F-B4F0-4115-95E6-D23D1B484EF4}"/>
                </a:ext>
              </a:extLst>
            </p:cNvPr>
            <p:cNvSpPr>
              <a:spLocks/>
            </p:cNvSpPr>
            <p:nvPr/>
          </p:nvSpPr>
          <p:spPr bwMode="auto">
            <a:xfrm>
              <a:off x="11063264" y="935412"/>
              <a:ext cx="25511" cy="7519"/>
            </a:xfrm>
            <a:custGeom>
              <a:avLst/>
              <a:gdLst>
                <a:gd name="T0" fmla="*/ 39 w 40"/>
                <a:gd name="T1" fmla="*/ 0 h 12"/>
                <a:gd name="T2" fmla="*/ 36 w 40"/>
                <a:gd name="T3" fmla="*/ 8 h 12"/>
                <a:gd name="T4" fmla="*/ 26 w 40"/>
                <a:gd name="T5" fmla="*/ 11 h 12"/>
                <a:gd name="T6" fmla="*/ 11 w 40"/>
                <a:gd name="T7" fmla="*/ 10 h 12"/>
                <a:gd name="T8" fmla="*/ 2 w 40"/>
                <a:gd name="T9" fmla="*/ 7 h 12"/>
                <a:gd name="T10" fmla="*/ 0 w 40"/>
                <a:gd name="T11" fmla="*/ 2 h 12"/>
                <a:gd name="T12" fmla="*/ 0 w 40"/>
                <a:gd name="T13" fmla="*/ 0 h 12"/>
                <a:gd name="T14" fmla="*/ 1 w 40"/>
                <a:gd name="T15" fmla="*/ 2 h 12"/>
                <a:gd name="T16" fmla="*/ 8 w 40"/>
                <a:gd name="T17" fmla="*/ 5 h 12"/>
                <a:gd name="T18" fmla="*/ 22 w 40"/>
                <a:gd name="T19" fmla="*/ 7 h 12"/>
                <a:gd name="T20" fmla="*/ 32 w 40"/>
                <a:gd name="T21" fmla="*/ 5 h 12"/>
                <a:gd name="T22" fmla="*/ 39 w 40"/>
                <a:gd name="T23"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12">
                  <a:moveTo>
                    <a:pt x="39" y="0"/>
                  </a:moveTo>
                  <a:cubicBezTo>
                    <a:pt x="40" y="4"/>
                    <a:pt x="39" y="6"/>
                    <a:pt x="36" y="8"/>
                  </a:cubicBezTo>
                  <a:cubicBezTo>
                    <a:pt x="33" y="10"/>
                    <a:pt x="29" y="10"/>
                    <a:pt x="26" y="11"/>
                  </a:cubicBezTo>
                  <a:cubicBezTo>
                    <a:pt x="21" y="12"/>
                    <a:pt x="16" y="11"/>
                    <a:pt x="11" y="10"/>
                  </a:cubicBezTo>
                  <a:cubicBezTo>
                    <a:pt x="8" y="10"/>
                    <a:pt x="5" y="9"/>
                    <a:pt x="2" y="7"/>
                  </a:cubicBezTo>
                  <a:cubicBezTo>
                    <a:pt x="1" y="6"/>
                    <a:pt x="0" y="4"/>
                    <a:pt x="0" y="2"/>
                  </a:cubicBezTo>
                  <a:cubicBezTo>
                    <a:pt x="0" y="1"/>
                    <a:pt x="0" y="1"/>
                    <a:pt x="0" y="0"/>
                  </a:cubicBezTo>
                  <a:cubicBezTo>
                    <a:pt x="1" y="1"/>
                    <a:pt x="1" y="1"/>
                    <a:pt x="1" y="2"/>
                  </a:cubicBezTo>
                  <a:cubicBezTo>
                    <a:pt x="3" y="4"/>
                    <a:pt x="6" y="5"/>
                    <a:pt x="8" y="5"/>
                  </a:cubicBezTo>
                  <a:cubicBezTo>
                    <a:pt x="13" y="7"/>
                    <a:pt x="17" y="7"/>
                    <a:pt x="22" y="7"/>
                  </a:cubicBezTo>
                  <a:cubicBezTo>
                    <a:pt x="26" y="7"/>
                    <a:pt x="29" y="6"/>
                    <a:pt x="32" y="5"/>
                  </a:cubicBezTo>
                  <a:cubicBezTo>
                    <a:pt x="35" y="4"/>
                    <a:pt x="37" y="3"/>
                    <a:pt x="39"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6" name="Freeform 1396">
              <a:extLst>
                <a:ext uri="{FF2B5EF4-FFF2-40B4-BE49-F238E27FC236}">
                  <a16:creationId xmlns="" xmlns:a16="http://schemas.microsoft.com/office/drawing/2014/main" id="{17B3BA9D-465B-4221-9B13-C8350E96A460}"/>
                </a:ext>
              </a:extLst>
            </p:cNvPr>
            <p:cNvSpPr>
              <a:spLocks/>
            </p:cNvSpPr>
            <p:nvPr/>
          </p:nvSpPr>
          <p:spPr bwMode="auto">
            <a:xfrm>
              <a:off x="11063264" y="943736"/>
              <a:ext cx="25511" cy="7519"/>
            </a:xfrm>
            <a:custGeom>
              <a:avLst/>
              <a:gdLst>
                <a:gd name="T0" fmla="*/ 0 w 40"/>
                <a:gd name="T1" fmla="*/ 0 h 12"/>
                <a:gd name="T2" fmla="*/ 11 w 40"/>
                <a:gd name="T3" fmla="*/ 6 h 12"/>
                <a:gd name="T4" fmla="*/ 29 w 40"/>
                <a:gd name="T5" fmla="*/ 6 h 12"/>
                <a:gd name="T6" fmla="*/ 33 w 40"/>
                <a:gd name="T7" fmla="*/ 4 h 12"/>
                <a:gd name="T8" fmla="*/ 39 w 40"/>
                <a:gd name="T9" fmla="*/ 0 h 12"/>
                <a:gd name="T10" fmla="*/ 37 w 40"/>
                <a:gd name="T11" fmla="*/ 7 h 12"/>
                <a:gd name="T12" fmla="*/ 27 w 40"/>
                <a:gd name="T13" fmla="*/ 10 h 12"/>
                <a:gd name="T14" fmla="*/ 7 w 40"/>
                <a:gd name="T15" fmla="*/ 9 h 12"/>
                <a:gd name="T16" fmla="*/ 2 w 40"/>
                <a:gd name="T17" fmla="*/ 6 h 12"/>
                <a:gd name="T18" fmla="*/ 0 w 40"/>
                <a:gd name="T19" fmla="*/ 2 h 12"/>
                <a:gd name="T20" fmla="*/ 0 w 40"/>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12">
                  <a:moveTo>
                    <a:pt x="0" y="0"/>
                  </a:moveTo>
                  <a:cubicBezTo>
                    <a:pt x="3" y="4"/>
                    <a:pt x="7" y="5"/>
                    <a:pt x="11" y="6"/>
                  </a:cubicBezTo>
                  <a:cubicBezTo>
                    <a:pt x="17" y="7"/>
                    <a:pt x="23" y="7"/>
                    <a:pt x="29" y="6"/>
                  </a:cubicBezTo>
                  <a:cubicBezTo>
                    <a:pt x="31" y="5"/>
                    <a:pt x="32" y="5"/>
                    <a:pt x="33" y="4"/>
                  </a:cubicBezTo>
                  <a:cubicBezTo>
                    <a:pt x="35" y="4"/>
                    <a:pt x="38" y="2"/>
                    <a:pt x="39" y="0"/>
                  </a:cubicBezTo>
                  <a:cubicBezTo>
                    <a:pt x="40" y="2"/>
                    <a:pt x="39" y="5"/>
                    <a:pt x="37" y="7"/>
                  </a:cubicBezTo>
                  <a:cubicBezTo>
                    <a:pt x="34" y="9"/>
                    <a:pt x="31" y="10"/>
                    <a:pt x="27" y="10"/>
                  </a:cubicBezTo>
                  <a:cubicBezTo>
                    <a:pt x="21" y="12"/>
                    <a:pt x="14" y="11"/>
                    <a:pt x="7" y="9"/>
                  </a:cubicBezTo>
                  <a:cubicBezTo>
                    <a:pt x="5" y="9"/>
                    <a:pt x="4" y="8"/>
                    <a:pt x="2" y="6"/>
                  </a:cubicBezTo>
                  <a:cubicBezTo>
                    <a:pt x="1" y="6"/>
                    <a:pt x="0" y="4"/>
                    <a:pt x="0" y="2"/>
                  </a:cubicBezTo>
                  <a:cubicBezTo>
                    <a:pt x="0" y="1"/>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7" name="Freeform 1397">
              <a:extLst>
                <a:ext uri="{FF2B5EF4-FFF2-40B4-BE49-F238E27FC236}">
                  <a16:creationId xmlns="" xmlns:a16="http://schemas.microsoft.com/office/drawing/2014/main" id="{8A6125BA-5004-44B2-9F49-54DBBEE931B4}"/>
                </a:ext>
              </a:extLst>
            </p:cNvPr>
            <p:cNvSpPr>
              <a:spLocks/>
            </p:cNvSpPr>
            <p:nvPr/>
          </p:nvSpPr>
          <p:spPr bwMode="auto">
            <a:xfrm>
              <a:off x="11063264" y="930847"/>
              <a:ext cx="25511" cy="7787"/>
            </a:xfrm>
            <a:custGeom>
              <a:avLst/>
              <a:gdLst>
                <a:gd name="T0" fmla="*/ 0 w 40"/>
                <a:gd name="T1" fmla="*/ 0 h 12"/>
                <a:gd name="T2" fmla="*/ 9 w 40"/>
                <a:gd name="T3" fmla="*/ 6 h 12"/>
                <a:gd name="T4" fmla="*/ 31 w 40"/>
                <a:gd name="T5" fmla="*/ 6 h 12"/>
                <a:gd name="T6" fmla="*/ 39 w 40"/>
                <a:gd name="T7" fmla="*/ 0 h 12"/>
                <a:gd name="T8" fmla="*/ 36 w 40"/>
                <a:gd name="T9" fmla="*/ 8 h 12"/>
                <a:gd name="T10" fmla="*/ 26 w 40"/>
                <a:gd name="T11" fmla="*/ 11 h 12"/>
                <a:gd name="T12" fmla="*/ 9 w 40"/>
                <a:gd name="T13" fmla="*/ 10 h 12"/>
                <a:gd name="T14" fmla="*/ 2 w 40"/>
                <a:gd name="T15" fmla="*/ 7 h 12"/>
                <a:gd name="T16" fmla="*/ 0 w 40"/>
                <a:gd name="T17" fmla="*/ 2 h 12"/>
                <a:gd name="T18" fmla="*/ 0 w 40"/>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2">
                  <a:moveTo>
                    <a:pt x="0" y="0"/>
                  </a:moveTo>
                  <a:cubicBezTo>
                    <a:pt x="2" y="4"/>
                    <a:pt x="6" y="5"/>
                    <a:pt x="9" y="6"/>
                  </a:cubicBezTo>
                  <a:cubicBezTo>
                    <a:pt x="16" y="8"/>
                    <a:pt x="24" y="8"/>
                    <a:pt x="31" y="6"/>
                  </a:cubicBezTo>
                  <a:cubicBezTo>
                    <a:pt x="34" y="5"/>
                    <a:pt x="37" y="4"/>
                    <a:pt x="39" y="0"/>
                  </a:cubicBezTo>
                  <a:cubicBezTo>
                    <a:pt x="40" y="4"/>
                    <a:pt x="39" y="6"/>
                    <a:pt x="36" y="8"/>
                  </a:cubicBezTo>
                  <a:cubicBezTo>
                    <a:pt x="33" y="10"/>
                    <a:pt x="29" y="11"/>
                    <a:pt x="26" y="11"/>
                  </a:cubicBezTo>
                  <a:cubicBezTo>
                    <a:pt x="20" y="12"/>
                    <a:pt x="15" y="12"/>
                    <a:pt x="9" y="10"/>
                  </a:cubicBezTo>
                  <a:cubicBezTo>
                    <a:pt x="7" y="10"/>
                    <a:pt x="4" y="9"/>
                    <a:pt x="2" y="7"/>
                  </a:cubicBezTo>
                  <a:cubicBezTo>
                    <a:pt x="1" y="6"/>
                    <a:pt x="0" y="5"/>
                    <a:pt x="0" y="2"/>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8" name="Freeform 1398">
              <a:extLst>
                <a:ext uri="{FF2B5EF4-FFF2-40B4-BE49-F238E27FC236}">
                  <a16:creationId xmlns="" xmlns:a16="http://schemas.microsoft.com/office/drawing/2014/main" id="{F2AE88EF-C93E-400E-9C0E-F2B62CA51080}"/>
                </a:ext>
              </a:extLst>
            </p:cNvPr>
            <p:cNvSpPr>
              <a:spLocks/>
            </p:cNvSpPr>
            <p:nvPr/>
          </p:nvSpPr>
          <p:spPr bwMode="auto">
            <a:xfrm>
              <a:off x="11089849" y="939171"/>
              <a:ext cx="25511" cy="7787"/>
            </a:xfrm>
            <a:custGeom>
              <a:avLst/>
              <a:gdLst>
                <a:gd name="T0" fmla="*/ 0 w 40"/>
                <a:gd name="T1" fmla="*/ 0 h 12"/>
                <a:gd name="T2" fmla="*/ 10 w 40"/>
                <a:gd name="T3" fmla="*/ 6 h 12"/>
                <a:gd name="T4" fmla="*/ 29 w 40"/>
                <a:gd name="T5" fmla="*/ 6 h 12"/>
                <a:gd name="T6" fmla="*/ 38 w 40"/>
                <a:gd name="T7" fmla="*/ 3 h 12"/>
                <a:gd name="T8" fmla="*/ 39 w 40"/>
                <a:gd name="T9" fmla="*/ 1 h 12"/>
                <a:gd name="T10" fmla="*/ 37 w 40"/>
                <a:gd name="T11" fmla="*/ 7 h 12"/>
                <a:gd name="T12" fmla="*/ 26 w 40"/>
                <a:gd name="T13" fmla="*/ 11 h 12"/>
                <a:gd name="T14" fmla="*/ 11 w 40"/>
                <a:gd name="T15" fmla="*/ 11 h 12"/>
                <a:gd name="T16" fmla="*/ 3 w 40"/>
                <a:gd name="T17" fmla="*/ 7 h 12"/>
                <a:gd name="T18" fmla="*/ 0 w 40"/>
                <a:gd name="T19" fmla="*/ 3 h 12"/>
                <a:gd name="T20" fmla="*/ 0 w 40"/>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12">
                  <a:moveTo>
                    <a:pt x="0" y="0"/>
                  </a:moveTo>
                  <a:cubicBezTo>
                    <a:pt x="3" y="4"/>
                    <a:pt x="6" y="5"/>
                    <a:pt x="10" y="6"/>
                  </a:cubicBezTo>
                  <a:cubicBezTo>
                    <a:pt x="17" y="8"/>
                    <a:pt x="23" y="8"/>
                    <a:pt x="29" y="6"/>
                  </a:cubicBezTo>
                  <a:cubicBezTo>
                    <a:pt x="32" y="6"/>
                    <a:pt x="35" y="5"/>
                    <a:pt x="38" y="3"/>
                  </a:cubicBezTo>
                  <a:cubicBezTo>
                    <a:pt x="38" y="2"/>
                    <a:pt x="39" y="1"/>
                    <a:pt x="39" y="1"/>
                  </a:cubicBezTo>
                  <a:cubicBezTo>
                    <a:pt x="40" y="3"/>
                    <a:pt x="39" y="6"/>
                    <a:pt x="37" y="7"/>
                  </a:cubicBezTo>
                  <a:cubicBezTo>
                    <a:pt x="34" y="10"/>
                    <a:pt x="30" y="11"/>
                    <a:pt x="26" y="11"/>
                  </a:cubicBezTo>
                  <a:cubicBezTo>
                    <a:pt x="21" y="12"/>
                    <a:pt x="16" y="12"/>
                    <a:pt x="11" y="11"/>
                  </a:cubicBezTo>
                  <a:cubicBezTo>
                    <a:pt x="8" y="10"/>
                    <a:pt x="5" y="9"/>
                    <a:pt x="3" y="7"/>
                  </a:cubicBezTo>
                  <a:cubicBezTo>
                    <a:pt x="1" y="6"/>
                    <a:pt x="0" y="5"/>
                    <a:pt x="0" y="3"/>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89" name="Freeform 1399">
              <a:extLst>
                <a:ext uri="{FF2B5EF4-FFF2-40B4-BE49-F238E27FC236}">
                  <a16:creationId xmlns="" xmlns:a16="http://schemas.microsoft.com/office/drawing/2014/main" id="{6FAEB574-082F-4EAA-B207-90245109D87A}"/>
                </a:ext>
              </a:extLst>
            </p:cNvPr>
            <p:cNvSpPr>
              <a:spLocks/>
            </p:cNvSpPr>
            <p:nvPr/>
          </p:nvSpPr>
          <p:spPr bwMode="auto">
            <a:xfrm>
              <a:off x="11091192" y="893521"/>
              <a:ext cx="6982" cy="7519"/>
            </a:xfrm>
            <a:custGeom>
              <a:avLst/>
              <a:gdLst>
                <a:gd name="T0" fmla="*/ 11 w 11"/>
                <a:gd name="T1" fmla="*/ 6 h 12"/>
                <a:gd name="T2" fmla="*/ 5 w 11"/>
                <a:gd name="T3" fmla="*/ 12 h 12"/>
                <a:gd name="T4" fmla="*/ 0 w 11"/>
                <a:gd name="T5" fmla="*/ 6 h 12"/>
                <a:gd name="T6" fmla="*/ 5 w 11"/>
                <a:gd name="T7" fmla="*/ 0 h 12"/>
                <a:gd name="T8" fmla="*/ 11 w 11"/>
                <a:gd name="T9" fmla="*/ 6 h 12"/>
              </a:gdLst>
              <a:ahLst/>
              <a:cxnLst>
                <a:cxn ang="0">
                  <a:pos x="T0" y="T1"/>
                </a:cxn>
                <a:cxn ang="0">
                  <a:pos x="T2" y="T3"/>
                </a:cxn>
                <a:cxn ang="0">
                  <a:pos x="T4" y="T5"/>
                </a:cxn>
                <a:cxn ang="0">
                  <a:pos x="T6" y="T7"/>
                </a:cxn>
                <a:cxn ang="0">
                  <a:pos x="T8" y="T9"/>
                </a:cxn>
              </a:cxnLst>
              <a:rect l="0" t="0" r="r" b="b"/>
              <a:pathLst>
                <a:path w="11" h="12">
                  <a:moveTo>
                    <a:pt x="11" y="6"/>
                  </a:moveTo>
                  <a:cubicBezTo>
                    <a:pt x="11" y="9"/>
                    <a:pt x="8" y="12"/>
                    <a:pt x="5" y="12"/>
                  </a:cubicBezTo>
                  <a:cubicBezTo>
                    <a:pt x="2" y="11"/>
                    <a:pt x="0" y="9"/>
                    <a:pt x="0" y="6"/>
                  </a:cubicBezTo>
                  <a:cubicBezTo>
                    <a:pt x="0" y="3"/>
                    <a:pt x="2" y="0"/>
                    <a:pt x="5" y="0"/>
                  </a:cubicBezTo>
                  <a:cubicBezTo>
                    <a:pt x="9" y="0"/>
                    <a:pt x="11" y="3"/>
                    <a:pt x="11"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90" name="Oval 1400">
              <a:extLst>
                <a:ext uri="{FF2B5EF4-FFF2-40B4-BE49-F238E27FC236}">
                  <a16:creationId xmlns="" xmlns:a16="http://schemas.microsoft.com/office/drawing/2014/main" id="{B71790C0-0014-4766-BAAD-D32B8D4E803E}"/>
                </a:ext>
              </a:extLst>
            </p:cNvPr>
            <p:cNvSpPr>
              <a:spLocks noChangeArrowheads="1"/>
            </p:cNvSpPr>
            <p:nvPr/>
          </p:nvSpPr>
          <p:spPr bwMode="auto">
            <a:xfrm>
              <a:off x="11112137" y="914466"/>
              <a:ext cx="6982" cy="7519"/>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491" name="Group 490">
              <a:extLst>
                <a:ext uri="{FF2B5EF4-FFF2-40B4-BE49-F238E27FC236}">
                  <a16:creationId xmlns="" xmlns:a16="http://schemas.microsoft.com/office/drawing/2014/main" id="{716C6B1B-E0CC-4AAB-BBB2-CC675075AC33}"/>
                </a:ext>
              </a:extLst>
            </p:cNvPr>
            <p:cNvGrpSpPr/>
            <p:nvPr/>
          </p:nvGrpSpPr>
          <p:grpSpPr>
            <a:xfrm>
              <a:off x="10879589" y="332829"/>
              <a:ext cx="64179" cy="69281"/>
              <a:chOff x="2393103" y="1882670"/>
              <a:chExt cx="379413" cy="409575"/>
            </a:xfrm>
          </p:grpSpPr>
          <p:sp>
            <p:nvSpPr>
              <p:cNvPr id="532" name="Freeform 1401">
                <a:extLst>
                  <a:ext uri="{FF2B5EF4-FFF2-40B4-BE49-F238E27FC236}">
                    <a16:creationId xmlns="" xmlns:a16="http://schemas.microsoft.com/office/drawing/2014/main" id="{ACAC0C17-8A35-432E-8958-B0453E5A660B}"/>
                  </a:ext>
                </a:extLst>
              </p:cNvPr>
              <p:cNvSpPr>
                <a:spLocks/>
              </p:cNvSpPr>
              <p:nvPr/>
            </p:nvSpPr>
            <p:spPr bwMode="auto">
              <a:xfrm>
                <a:off x="2393103" y="1882670"/>
                <a:ext cx="379413" cy="346075"/>
              </a:xfrm>
              <a:custGeom>
                <a:avLst/>
                <a:gdLst>
                  <a:gd name="T0" fmla="*/ 1 w 101"/>
                  <a:gd name="T1" fmla="*/ 66 h 92"/>
                  <a:gd name="T2" fmla="*/ 2 w 101"/>
                  <a:gd name="T3" fmla="*/ 45 h 92"/>
                  <a:gd name="T4" fmla="*/ 24 w 101"/>
                  <a:gd name="T5" fmla="*/ 15 h 92"/>
                  <a:gd name="T6" fmla="*/ 93 w 101"/>
                  <a:gd name="T7" fmla="*/ 33 h 92"/>
                  <a:gd name="T8" fmla="*/ 97 w 101"/>
                  <a:gd name="T9" fmla="*/ 71 h 92"/>
                  <a:gd name="T10" fmla="*/ 85 w 101"/>
                  <a:gd name="T11" fmla="*/ 92 h 92"/>
                  <a:gd name="T12" fmla="*/ 85 w 101"/>
                  <a:gd name="T13" fmla="*/ 91 h 92"/>
                  <a:gd name="T14" fmla="*/ 85 w 101"/>
                  <a:gd name="T15" fmla="*/ 84 h 92"/>
                  <a:gd name="T16" fmla="*/ 85 w 101"/>
                  <a:gd name="T17" fmla="*/ 82 h 92"/>
                  <a:gd name="T18" fmla="*/ 92 w 101"/>
                  <a:gd name="T19" fmla="*/ 65 h 92"/>
                  <a:gd name="T20" fmla="*/ 88 w 101"/>
                  <a:gd name="T21" fmla="*/ 38 h 92"/>
                  <a:gd name="T22" fmla="*/ 65 w 101"/>
                  <a:gd name="T23" fmla="*/ 17 h 92"/>
                  <a:gd name="T24" fmla="*/ 46 w 101"/>
                  <a:gd name="T25" fmla="*/ 15 h 92"/>
                  <a:gd name="T26" fmla="*/ 18 w 101"/>
                  <a:gd name="T27" fmla="*/ 28 h 92"/>
                  <a:gd name="T28" fmla="*/ 7 w 101"/>
                  <a:gd name="T29" fmla="*/ 51 h 92"/>
                  <a:gd name="T30" fmla="*/ 7 w 101"/>
                  <a:gd name="T31" fmla="*/ 62 h 92"/>
                  <a:gd name="T32" fmla="*/ 6 w 101"/>
                  <a:gd name="T33" fmla="*/ 64 h 92"/>
                  <a:gd name="T34" fmla="*/ 1 w 101"/>
                  <a:gd name="T35" fmla="*/ 6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 h="92">
                    <a:moveTo>
                      <a:pt x="1" y="66"/>
                    </a:moveTo>
                    <a:cubicBezTo>
                      <a:pt x="0" y="59"/>
                      <a:pt x="0" y="52"/>
                      <a:pt x="2" y="45"/>
                    </a:cubicBezTo>
                    <a:cubicBezTo>
                      <a:pt x="5" y="32"/>
                      <a:pt x="13" y="22"/>
                      <a:pt x="24" y="15"/>
                    </a:cubicBezTo>
                    <a:cubicBezTo>
                      <a:pt x="49" y="0"/>
                      <a:pt x="79" y="9"/>
                      <a:pt x="93" y="33"/>
                    </a:cubicBezTo>
                    <a:cubicBezTo>
                      <a:pt x="100" y="45"/>
                      <a:pt x="101" y="58"/>
                      <a:pt x="97" y="71"/>
                    </a:cubicBezTo>
                    <a:cubicBezTo>
                      <a:pt x="95" y="79"/>
                      <a:pt x="91" y="86"/>
                      <a:pt x="85" y="92"/>
                    </a:cubicBezTo>
                    <a:cubicBezTo>
                      <a:pt x="85" y="92"/>
                      <a:pt x="85" y="91"/>
                      <a:pt x="85" y="91"/>
                    </a:cubicBezTo>
                    <a:cubicBezTo>
                      <a:pt x="85" y="88"/>
                      <a:pt x="85" y="86"/>
                      <a:pt x="85" y="84"/>
                    </a:cubicBezTo>
                    <a:cubicBezTo>
                      <a:pt x="85" y="83"/>
                      <a:pt x="85" y="83"/>
                      <a:pt x="85" y="82"/>
                    </a:cubicBezTo>
                    <a:cubicBezTo>
                      <a:pt x="89" y="77"/>
                      <a:pt x="91" y="71"/>
                      <a:pt x="92" y="65"/>
                    </a:cubicBezTo>
                    <a:cubicBezTo>
                      <a:pt x="94" y="55"/>
                      <a:pt x="92" y="46"/>
                      <a:pt x="88" y="38"/>
                    </a:cubicBezTo>
                    <a:cubicBezTo>
                      <a:pt x="83" y="28"/>
                      <a:pt x="75" y="21"/>
                      <a:pt x="65" y="17"/>
                    </a:cubicBezTo>
                    <a:cubicBezTo>
                      <a:pt x="59" y="15"/>
                      <a:pt x="53" y="14"/>
                      <a:pt x="46" y="15"/>
                    </a:cubicBezTo>
                    <a:cubicBezTo>
                      <a:pt x="35" y="16"/>
                      <a:pt x="26" y="20"/>
                      <a:pt x="18" y="28"/>
                    </a:cubicBezTo>
                    <a:cubicBezTo>
                      <a:pt x="12" y="35"/>
                      <a:pt x="8" y="43"/>
                      <a:pt x="7" y="51"/>
                    </a:cubicBezTo>
                    <a:cubicBezTo>
                      <a:pt x="7" y="55"/>
                      <a:pt x="7" y="59"/>
                      <a:pt x="7" y="62"/>
                    </a:cubicBezTo>
                    <a:cubicBezTo>
                      <a:pt x="7" y="63"/>
                      <a:pt x="7" y="63"/>
                      <a:pt x="6" y="64"/>
                    </a:cubicBezTo>
                    <a:cubicBezTo>
                      <a:pt x="5" y="64"/>
                      <a:pt x="3" y="65"/>
                      <a:pt x="1" y="6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3" name="Freeform 1402">
                <a:extLst>
                  <a:ext uri="{FF2B5EF4-FFF2-40B4-BE49-F238E27FC236}">
                    <a16:creationId xmlns="" xmlns:a16="http://schemas.microsoft.com/office/drawing/2014/main" id="{A41A8753-F0F5-45E4-91AB-7510CD78BC11}"/>
                  </a:ext>
                </a:extLst>
              </p:cNvPr>
              <p:cNvSpPr>
                <a:spLocks/>
              </p:cNvSpPr>
              <p:nvPr/>
            </p:nvSpPr>
            <p:spPr bwMode="auto">
              <a:xfrm>
                <a:off x="2475653" y="2003320"/>
                <a:ext cx="184150" cy="115888"/>
              </a:xfrm>
              <a:custGeom>
                <a:avLst/>
                <a:gdLst>
                  <a:gd name="T0" fmla="*/ 36 w 49"/>
                  <a:gd name="T1" fmla="*/ 31 h 31"/>
                  <a:gd name="T2" fmla="*/ 29 w 49"/>
                  <a:gd name="T3" fmla="*/ 31 h 31"/>
                  <a:gd name="T4" fmla="*/ 24 w 49"/>
                  <a:gd name="T5" fmla="*/ 28 h 31"/>
                  <a:gd name="T6" fmla="*/ 20 w 49"/>
                  <a:gd name="T7" fmla="*/ 25 h 31"/>
                  <a:gd name="T8" fmla="*/ 2 w 49"/>
                  <a:gd name="T9" fmla="*/ 6 h 31"/>
                  <a:gd name="T10" fmla="*/ 1 w 49"/>
                  <a:gd name="T11" fmla="*/ 3 h 31"/>
                  <a:gd name="T12" fmla="*/ 3 w 49"/>
                  <a:gd name="T13" fmla="*/ 0 h 31"/>
                  <a:gd name="T14" fmla="*/ 6 w 49"/>
                  <a:gd name="T15" fmla="*/ 1 h 31"/>
                  <a:gd name="T16" fmla="*/ 18 w 49"/>
                  <a:gd name="T17" fmla="*/ 13 h 31"/>
                  <a:gd name="T18" fmla="*/ 27 w 49"/>
                  <a:gd name="T19" fmla="*/ 22 h 31"/>
                  <a:gd name="T20" fmla="*/ 28 w 49"/>
                  <a:gd name="T21" fmla="*/ 22 h 31"/>
                  <a:gd name="T22" fmla="*/ 44 w 49"/>
                  <a:gd name="T23" fmla="*/ 22 h 31"/>
                  <a:gd name="T24" fmla="*/ 49 w 49"/>
                  <a:gd name="T25" fmla="*/ 27 h 31"/>
                  <a:gd name="T26" fmla="*/ 44 w 49"/>
                  <a:gd name="T27" fmla="*/ 31 h 31"/>
                  <a:gd name="T28" fmla="*/ 41 w 49"/>
                  <a:gd name="T29" fmla="*/ 31 h 31"/>
                  <a:gd name="T30" fmla="*/ 36 w 49"/>
                  <a:gd name="T3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1">
                    <a:moveTo>
                      <a:pt x="36" y="31"/>
                    </a:moveTo>
                    <a:cubicBezTo>
                      <a:pt x="34" y="31"/>
                      <a:pt x="31" y="31"/>
                      <a:pt x="29" y="31"/>
                    </a:cubicBezTo>
                    <a:cubicBezTo>
                      <a:pt x="27" y="31"/>
                      <a:pt x="25" y="30"/>
                      <a:pt x="24" y="28"/>
                    </a:cubicBezTo>
                    <a:cubicBezTo>
                      <a:pt x="23" y="27"/>
                      <a:pt x="22" y="26"/>
                      <a:pt x="20" y="25"/>
                    </a:cubicBezTo>
                    <a:cubicBezTo>
                      <a:pt x="14" y="18"/>
                      <a:pt x="8" y="12"/>
                      <a:pt x="2" y="6"/>
                    </a:cubicBezTo>
                    <a:cubicBezTo>
                      <a:pt x="1" y="5"/>
                      <a:pt x="0" y="4"/>
                      <a:pt x="1" y="3"/>
                    </a:cubicBezTo>
                    <a:cubicBezTo>
                      <a:pt x="1" y="1"/>
                      <a:pt x="2" y="1"/>
                      <a:pt x="3" y="0"/>
                    </a:cubicBezTo>
                    <a:cubicBezTo>
                      <a:pt x="4" y="0"/>
                      <a:pt x="5" y="1"/>
                      <a:pt x="6" y="1"/>
                    </a:cubicBezTo>
                    <a:cubicBezTo>
                      <a:pt x="10" y="5"/>
                      <a:pt x="14" y="9"/>
                      <a:pt x="18" y="13"/>
                    </a:cubicBezTo>
                    <a:cubicBezTo>
                      <a:pt x="21" y="16"/>
                      <a:pt x="24" y="19"/>
                      <a:pt x="27" y="22"/>
                    </a:cubicBezTo>
                    <a:cubicBezTo>
                      <a:pt x="27" y="22"/>
                      <a:pt x="28" y="22"/>
                      <a:pt x="28" y="22"/>
                    </a:cubicBezTo>
                    <a:cubicBezTo>
                      <a:pt x="33" y="22"/>
                      <a:pt x="39" y="22"/>
                      <a:pt x="44" y="22"/>
                    </a:cubicBezTo>
                    <a:cubicBezTo>
                      <a:pt x="47" y="22"/>
                      <a:pt x="49" y="24"/>
                      <a:pt x="49" y="27"/>
                    </a:cubicBezTo>
                    <a:cubicBezTo>
                      <a:pt x="49" y="29"/>
                      <a:pt x="47" y="31"/>
                      <a:pt x="44" y="31"/>
                    </a:cubicBezTo>
                    <a:cubicBezTo>
                      <a:pt x="43" y="31"/>
                      <a:pt x="42" y="31"/>
                      <a:pt x="41" y="31"/>
                    </a:cubicBezTo>
                    <a:cubicBezTo>
                      <a:pt x="40" y="31"/>
                      <a:pt x="38" y="31"/>
                      <a:pt x="36" y="3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4" name="Freeform 1403">
                <a:extLst>
                  <a:ext uri="{FF2B5EF4-FFF2-40B4-BE49-F238E27FC236}">
                    <a16:creationId xmlns="" xmlns:a16="http://schemas.microsoft.com/office/drawing/2014/main" id="{96EDCF0E-8D4E-44DB-AEFC-8DB968E123B5}"/>
                  </a:ext>
                </a:extLst>
              </p:cNvPr>
              <p:cNvSpPr>
                <a:spLocks noEditPoints="1"/>
              </p:cNvSpPr>
              <p:nvPr/>
            </p:nvSpPr>
            <p:spPr bwMode="auto">
              <a:xfrm>
                <a:off x="2393103" y="2123970"/>
                <a:ext cx="149225" cy="71438"/>
              </a:xfrm>
              <a:custGeom>
                <a:avLst/>
                <a:gdLst>
                  <a:gd name="T0" fmla="*/ 21 w 40"/>
                  <a:gd name="T1" fmla="*/ 19 h 19"/>
                  <a:gd name="T2" fmla="*/ 5 w 40"/>
                  <a:gd name="T3" fmla="*/ 16 h 19"/>
                  <a:gd name="T4" fmla="*/ 1 w 40"/>
                  <a:gd name="T5" fmla="*/ 13 h 19"/>
                  <a:gd name="T6" fmla="*/ 2 w 40"/>
                  <a:gd name="T7" fmla="*/ 6 h 19"/>
                  <a:gd name="T8" fmla="*/ 8 w 40"/>
                  <a:gd name="T9" fmla="*/ 2 h 19"/>
                  <a:gd name="T10" fmla="*/ 23 w 40"/>
                  <a:gd name="T11" fmla="*/ 0 h 19"/>
                  <a:gd name="T12" fmla="*/ 34 w 40"/>
                  <a:gd name="T13" fmla="*/ 3 h 19"/>
                  <a:gd name="T14" fmla="*/ 39 w 40"/>
                  <a:gd name="T15" fmla="*/ 6 h 19"/>
                  <a:gd name="T16" fmla="*/ 40 w 40"/>
                  <a:gd name="T17" fmla="*/ 8 h 19"/>
                  <a:gd name="T18" fmla="*/ 37 w 40"/>
                  <a:gd name="T19" fmla="*/ 15 h 19"/>
                  <a:gd name="T20" fmla="*/ 26 w 40"/>
                  <a:gd name="T21" fmla="*/ 18 h 19"/>
                  <a:gd name="T22" fmla="*/ 21 w 40"/>
                  <a:gd name="T23" fmla="*/ 19 h 19"/>
                  <a:gd name="T24" fmla="*/ 19 w 40"/>
                  <a:gd name="T25" fmla="*/ 13 h 19"/>
                  <a:gd name="T26" fmla="*/ 33 w 40"/>
                  <a:gd name="T27" fmla="*/ 11 h 19"/>
                  <a:gd name="T28" fmla="*/ 36 w 40"/>
                  <a:gd name="T29" fmla="*/ 9 h 19"/>
                  <a:gd name="T30" fmla="*/ 36 w 40"/>
                  <a:gd name="T31" fmla="*/ 8 h 19"/>
                  <a:gd name="T32" fmla="*/ 35 w 40"/>
                  <a:gd name="T33" fmla="*/ 7 h 19"/>
                  <a:gd name="T34" fmla="*/ 29 w 40"/>
                  <a:gd name="T35" fmla="*/ 5 h 19"/>
                  <a:gd name="T36" fmla="*/ 11 w 40"/>
                  <a:gd name="T37" fmla="*/ 4 h 19"/>
                  <a:gd name="T38" fmla="*/ 5 w 40"/>
                  <a:gd name="T39" fmla="*/ 7 h 19"/>
                  <a:gd name="T40" fmla="*/ 5 w 40"/>
                  <a:gd name="T41" fmla="*/ 10 h 19"/>
                  <a:gd name="T42" fmla="*/ 8 w 40"/>
                  <a:gd name="T43" fmla="*/ 12 h 19"/>
                  <a:gd name="T44" fmla="*/ 19 w 40"/>
                  <a:gd name="T45" fmla="*/ 1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 h="19">
                    <a:moveTo>
                      <a:pt x="21" y="19"/>
                    </a:moveTo>
                    <a:cubicBezTo>
                      <a:pt x="15" y="19"/>
                      <a:pt x="10" y="18"/>
                      <a:pt x="5" y="16"/>
                    </a:cubicBezTo>
                    <a:cubicBezTo>
                      <a:pt x="4" y="15"/>
                      <a:pt x="2" y="14"/>
                      <a:pt x="1" y="13"/>
                    </a:cubicBezTo>
                    <a:cubicBezTo>
                      <a:pt x="0" y="11"/>
                      <a:pt x="0" y="7"/>
                      <a:pt x="2" y="6"/>
                    </a:cubicBezTo>
                    <a:cubicBezTo>
                      <a:pt x="3" y="4"/>
                      <a:pt x="6" y="3"/>
                      <a:pt x="8" y="2"/>
                    </a:cubicBezTo>
                    <a:cubicBezTo>
                      <a:pt x="13" y="1"/>
                      <a:pt x="18" y="0"/>
                      <a:pt x="23" y="0"/>
                    </a:cubicBezTo>
                    <a:cubicBezTo>
                      <a:pt x="26" y="1"/>
                      <a:pt x="30" y="1"/>
                      <a:pt x="34" y="3"/>
                    </a:cubicBezTo>
                    <a:cubicBezTo>
                      <a:pt x="35" y="3"/>
                      <a:pt x="37" y="4"/>
                      <a:pt x="39" y="6"/>
                    </a:cubicBezTo>
                    <a:cubicBezTo>
                      <a:pt x="39" y="6"/>
                      <a:pt x="39" y="7"/>
                      <a:pt x="40" y="8"/>
                    </a:cubicBezTo>
                    <a:cubicBezTo>
                      <a:pt x="40" y="11"/>
                      <a:pt x="40" y="13"/>
                      <a:pt x="37" y="15"/>
                    </a:cubicBezTo>
                    <a:cubicBezTo>
                      <a:pt x="33" y="17"/>
                      <a:pt x="30" y="18"/>
                      <a:pt x="26" y="18"/>
                    </a:cubicBezTo>
                    <a:cubicBezTo>
                      <a:pt x="24" y="19"/>
                      <a:pt x="22" y="19"/>
                      <a:pt x="21" y="19"/>
                    </a:cubicBezTo>
                    <a:close/>
                    <a:moveTo>
                      <a:pt x="19" y="13"/>
                    </a:moveTo>
                    <a:cubicBezTo>
                      <a:pt x="24" y="13"/>
                      <a:pt x="29" y="13"/>
                      <a:pt x="33" y="11"/>
                    </a:cubicBezTo>
                    <a:cubicBezTo>
                      <a:pt x="34" y="11"/>
                      <a:pt x="35" y="10"/>
                      <a:pt x="36" y="9"/>
                    </a:cubicBezTo>
                    <a:cubicBezTo>
                      <a:pt x="37" y="9"/>
                      <a:pt x="36" y="8"/>
                      <a:pt x="36" y="8"/>
                    </a:cubicBezTo>
                    <a:cubicBezTo>
                      <a:pt x="36" y="7"/>
                      <a:pt x="35" y="7"/>
                      <a:pt x="35" y="7"/>
                    </a:cubicBezTo>
                    <a:cubicBezTo>
                      <a:pt x="33" y="6"/>
                      <a:pt x="31" y="5"/>
                      <a:pt x="29" y="5"/>
                    </a:cubicBezTo>
                    <a:cubicBezTo>
                      <a:pt x="23" y="3"/>
                      <a:pt x="17" y="3"/>
                      <a:pt x="11" y="4"/>
                    </a:cubicBezTo>
                    <a:cubicBezTo>
                      <a:pt x="9" y="5"/>
                      <a:pt x="7" y="6"/>
                      <a:pt x="5" y="7"/>
                    </a:cubicBezTo>
                    <a:cubicBezTo>
                      <a:pt x="3" y="8"/>
                      <a:pt x="3" y="9"/>
                      <a:pt x="5" y="10"/>
                    </a:cubicBezTo>
                    <a:cubicBezTo>
                      <a:pt x="6" y="11"/>
                      <a:pt x="7" y="11"/>
                      <a:pt x="8" y="12"/>
                    </a:cubicBezTo>
                    <a:cubicBezTo>
                      <a:pt x="12" y="13"/>
                      <a:pt x="16" y="13"/>
                      <a:pt x="19"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5" name="Freeform 1404">
                <a:extLst>
                  <a:ext uri="{FF2B5EF4-FFF2-40B4-BE49-F238E27FC236}">
                    <a16:creationId xmlns="" xmlns:a16="http://schemas.microsoft.com/office/drawing/2014/main" id="{B7BE32FF-606F-475C-9813-7875EE6CF7D5}"/>
                  </a:ext>
                </a:extLst>
              </p:cNvPr>
              <p:cNvSpPr>
                <a:spLocks noEditPoints="1"/>
              </p:cNvSpPr>
              <p:nvPr/>
            </p:nvSpPr>
            <p:spPr bwMode="auto">
              <a:xfrm>
                <a:off x="2550265" y="2171595"/>
                <a:ext cx="153988" cy="71438"/>
              </a:xfrm>
              <a:custGeom>
                <a:avLst/>
                <a:gdLst>
                  <a:gd name="T0" fmla="*/ 20 w 41"/>
                  <a:gd name="T1" fmla="*/ 19 h 19"/>
                  <a:gd name="T2" fmla="*/ 7 w 41"/>
                  <a:gd name="T3" fmla="*/ 17 h 19"/>
                  <a:gd name="T4" fmla="*/ 2 w 41"/>
                  <a:gd name="T5" fmla="*/ 14 h 19"/>
                  <a:gd name="T6" fmla="*/ 1 w 41"/>
                  <a:gd name="T7" fmla="*/ 10 h 19"/>
                  <a:gd name="T8" fmla="*/ 5 w 41"/>
                  <a:gd name="T9" fmla="*/ 4 h 19"/>
                  <a:gd name="T10" fmla="*/ 17 w 41"/>
                  <a:gd name="T11" fmla="*/ 0 h 19"/>
                  <a:gd name="T12" fmla="*/ 30 w 41"/>
                  <a:gd name="T13" fmla="*/ 1 h 19"/>
                  <a:gd name="T14" fmla="*/ 37 w 41"/>
                  <a:gd name="T15" fmla="*/ 4 h 19"/>
                  <a:gd name="T16" fmla="*/ 37 w 41"/>
                  <a:gd name="T17" fmla="*/ 15 h 19"/>
                  <a:gd name="T18" fmla="*/ 27 w 41"/>
                  <a:gd name="T19" fmla="*/ 18 h 19"/>
                  <a:gd name="T20" fmla="*/ 20 w 41"/>
                  <a:gd name="T21" fmla="*/ 19 h 19"/>
                  <a:gd name="T22" fmla="*/ 20 w 41"/>
                  <a:gd name="T23" fmla="*/ 13 h 19"/>
                  <a:gd name="T24" fmla="*/ 20 w 41"/>
                  <a:gd name="T25" fmla="*/ 14 h 19"/>
                  <a:gd name="T26" fmla="*/ 30 w 41"/>
                  <a:gd name="T27" fmla="*/ 12 h 19"/>
                  <a:gd name="T28" fmla="*/ 36 w 41"/>
                  <a:gd name="T29" fmla="*/ 10 h 19"/>
                  <a:gd name="T30" fmla="*/ 36 w 41"/>
                  <a:gd name="T31" fmla="*/ 7 h 19"/>
                  <a:gd name="T32" fmla="*/ 31 w 41"/>
                  <a:gd name="T33" fmla="*/ 5 h 19"/>
                  <a:gd name="T34" fmla="*/ 24 w 41"/>
                  <a:gd name="T35" fmla="*/ 4 h 19"/>
                  <a:gd name="T36" fmla="*/ 8 w 41"/>
                  <a:gd name="T37" fmla="*/ 5 h 19"/>
                  <a:gd name="T38" fmla="*/ 4 w 41"/>
                  <a:gd name="T39" fmla="*/ 8 h 19"/>
                  <a:gd name="T40" fmla="*/ 5 w 41"/>
                  <a:gd name="T41" fmla="*/ 9 h 19"/>
                  <a:gd name="T42" fmla="*/ 8 w 41"/>
                  <a:gd name="T43" fmla="*/ 11 h 19"/>
                  <a:gd name="T44" fmla="*/ 20 w 41"/>
                  <a:gd name="T45" fmla="*/ 1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 h="19">
                    <a:moveTo>
                      <a:pt x="20" y="19"/>
                    </a:moveTo>
                    <a:cubicBezTo>
                      <a:pt x="16" y="19"/>
                      <a:pt x="11" y="18"/>
                      <a:pt x="7" y="17"/>
                    </a:cubicBezTo>
                    <a:cubicBezTo>
                      <a:pt x="5" y="16"/>
                      <a:pt x="4" y="15"/>
                      <a:pt x="2" y="14"/>
                    </a:cubicBezTo>
                    <a:cubicBezTo>
                      <a:pt x="1" y="13"/>
                      <a:pt x="1" y="12"/>
                      <a:pt x="1" y="10"/>
                    </a:cubicBezTo>
                    <a:cubicBezTo>
                      <a:pt x="0" y="7"/>
                      <a:pt x="2" y="5"/>
                      <a:pt x="5" y="4"/>
                    </a:cubicBezTo>
                    <a:cubicBezTo>
                      <a:pt x="8" y="2"/>
                      <a:pt x="12" y="1"/>
                      <a:pt x="17" y="0"/>
                    </a:cubicBezTo>
                    <a:cubicBezTo>
                      <a:pt x="21" y="0"/>
                      <a:pt x="25" y="0"/>
                      <a:pt x="30" y="1"/>
                    </a:cubicBezTo>
                    <a:cubicBezTo>
                      <a:pt x="32" y="2"/>
                      <a:pt x="35" y="3"/>
                      <a:pt x="37" y="4"/>
                    </a:cubicBezTo>
                    <a:cubicBezTo>
                      <a:pt x="41" y="7"/>
                      <a:pt x="41" y="13"/>
                      <a:pt x="37" y="15"/>
                    </a:cubicBezTo>
                    <a:cubicBezTo>
                      <a:pt x="34" y="17"/>
                      <a:pt x="30" y="18"/>
                      <a:pt x="27" y="18"/>
                    </a:cubicBezTo>
                    <a:cubicBezTo>
                      <a:pt x="24" y="19"/>
                      <a:pt x="22" y="19"/>
                      <a:pt x="20" y="19"/>
                    </a:cubicBezTo>
                    <a:close/>
                    <a:moveTo>
                      <a:pt x="20" y="13"/>
                    </a:moveTo>
                    <a:cubicBezTo>
                      <a:pt x="20" y="14"/>
                      <a:pt x="20" y="14"/>
                      <a:pt x="20" y="14"/>
                    </a:cubicBezTo>
                    <a:cubicBezTo>
                      <a:pt x="23" y="13"/>
                      <a:pt x="27" y="13"/>
                      <a:pt x="30" y="12"/>
                    </a:cubicBezTo>
                    <a:cubicBezTo>
                      <a:pt x="32" y="12"/>
                      <a:pt x="34" y="11"/>
                      <a:pt x="36" y="10"/>
                    </a:cubicBezTo>
                    <a:cubicBezTo>
                      <a:pt x="37" y="9"/>
                      <a:pt x="37" y="8"/>
                      <a:pt x="36" y="7"/>
                    </a:cubicBezTo>
                    <a:cubicBezTo>
                      <a:pt x="34" y="6"/>
                      <a:pt x="33" y="6"/>
                      <a:pt x="31" y="5"/>
                    </a:cubicBezTo>
                    <a:cubicBezTo>
                      <a:pt x="29" y="4"/>
                      <a:pt x="26" y="4"/>
                      <a:pt x="24" y="4"/>
                    </a:cubicBezTo>
                    <a:cubicBezTo>
                      <a:pt x="18" y="3"/>
                      <a:pt x="13" y="4"/>
                      <a:pt x="8" y="5"/>
                    </a:cubicBezTo>
                    <a:cubicBezTo>
                      <a:pt x="7" y="6"/>
                      <a:pt x="6" y="7"/>
                      <a:pt x="4" y="8"/>
                    </a:cubicBezTo>
                    <a:cubicBezTo>
                      <a:pt x="4" y="8"/>
                      <a:pt x="4" y="9"/>
                      <a:pt x="5" y="9"/>
                    </a:cubicBezTo>
                    <a:cubicBezTo>
                      <a:pt x="5" y="10"/>
                      <a:pt x="6" y="11"/>
                      <a:pt x="8" y="11"/>
                    </a:cubicBezTo>
                    <a:cubicBezTo>
                      <a:pt x="12" y="13"/>
                      <a:pt x="16" y="13"/>
                      <a:pt x="2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6" name="Freeform 1405">
                <a:extLst>
                  <a:ext uri="{FF2B5EF4-FFF2-40B4-BE49-F238E27FC236}">
                    <a16:creationId xmlns="" xmlns:a16="http://schemas.microsoft.com/office/drawing/2014/main" id="{A2AFABF8-5EDF-47CC-9191-63217640CBC2}"/>
                  </a:ext>
                </a:extLst>
              </p:cNvPr>
              <p:cNvSpPr>
                <a:spLocks/>
              </p:cNvSpPr>
              <p:nvPr/>
            </p:nvSpPr>
            <p:spPr bwMode="auto">
              <a:xfrm>
                <a:off x="2550265" y="2247795"/>
                <a:ext cx="150813" cy="44450"/>
              </a:xfrm>
              <a:custGeom>
                <a:avLst/>
                <a:gdLst>
                  <a:gd name="T0" fmla="*/ 40 w 40"/>
                  <a:gd name="T1" fmla="*/ 0 h 12"/>
                  <a:gd name="T2" fmla="*/ 40 w 40"/>
                  <a:gd name="T3" fmla="*/ 4 h 12"/>
                  <a:gd name="T4" fmla="*/ 38 w 40"/>
                  <a:gd name="T5" fmla="*/ 7 h 12"/>
                  <a:gd name="T6" fmla="*/ 29 w 40"/>
                  <a:gd name="T7" fmla="*/ 11 h 12"/>
                  <a:gd name="T8" fmla="*/ 10 w 40"/>
                  <a:gd name="T9" fmla="*/ 11 h 12"/>
                  <a:gd name="T10" fmla="*/ 3 w 40"/>
                  <a:gd name="T11" fmla="*/ 8 h 12"/>
                  <a:gd name="T12" fmla="*/ 1 w 40"/>
                  <a:gd name="T13" fmla="*/ 3 h 12"/>
                  <a:gd name="T14" fmla="*/ 1 w 40"/>
                  <a:gd name="T15" fmla="*/ 1 h 12"/>
                  <a:gd name="T16" fmla="*/ 1 w 40"/>
                  <a:gd name="T17" fmla="*/ 1 h 12"/>
                  <a:gd name="T18" fmla="*/ 8 w 40"/>
                  <a:gd name="T19" fmla="*/ 6 h 12"/>
                  <a:gd name="T20" fmla="*/ 33 w 40"/>
                  <a:gd name="T21" fmla="*/ 5 h 12"/>
                  <a:gd name="T22" fmla="*/ 38 w 40"/>
                  <a:gd name="T23" fmla="*/ 2 h 12"/>
                  <a:gd name="T24" fmla="*/ 40 w 40"/>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12">
                    <a:moveTo>
                      <a:pt x="40" y="0"/>
                    </a:moveTo>
                    <a:cubicBezTo>
                      <a:pt x="40" y="2"/>
                      <a:pt x="40" y="3"/>
                      <a:pt x="40" y="4"/>
                    </a:cubicBezTo>
                    <a:cubicBezTo>
                      <a:pt x="40" y="6"/>
                      <a:pt x="39" y="7"/>
                      <a:pt x="38" y="7"/>
                    </a:cubicBezTo>
                    <a:cubicBezTo>
                      <a:pt x="35" y="9"/>
                      <a:pt x="32" y="10"/>
                      <a:pt x="29" y="11"/>
                    </a:cubicBezTo>
                    <a:cubicBezTo>
                      <a:pt x="23" y="12"/>
                      <a:pt x="16" y="12"/>
                      <a:pt x="10" y="11"/>
                    </a:cubicBezTo>
                    <a:cubicBezTo>
                      <a:pt x="7" y="10"/>
                      <a:pt x="5" y="9"/>
                      <a:pt x="3" y="8"/>
                    </a:cubicBezTo>
                    <a:cubicBezTo>
                      <a:pt x="1" y="6"/>
                      <a:pt x="0" y="5"/>
                      <a:pt x="1" y="3"/>
                    </a:cubicBezTo>
                    <a:cubicBezTo>
                      <a:pt x="1" y="2"/>
                      <a:pt x="1" y="1"/>
                      <a:pt x="1" y="1"/>
                    </a:cubicBezTo>
                    <a:cubicBezTo>
                      <a:pt x="1" y="1"/>
                      <a:pt x="1" y="1"/>
                      <a:pt x="1" y="1"/>
                    </a:cubicBezTo>
                    <a:cubicBezTo>
                      <a:pt x="2" y="3"/>
                      <a:pt x="5" y="5"/>
                      <a:pt x="8" y="6"/>
                    </a:cubicBezTo>
                    <a:cubicBezTo>
                      <a:pt x="16" y="8"/>
                      <a:pt x="25" y="8"/>
                      <a:pt x="33" y="5"/>
                    </a:cubicBezTo>
                    <a:cubicBezTo>
                      <a:pt x="35" y="5"/>
                      <a:pt x="37" y="4"/>
                      <a:pt x="38" y="2"/>
                    </a:cubicBezTo>
                    <a:cubicBezTo>
                      <a:pt x="39" y="2"/>
                      <a:pt x="39" y="1"/>
                      <a:pt x="4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7" name="Freeform 1406">
                <a:extLst>
                  <a:ext uri="{FF2B5EF4-FFF2-40B4-BE49-F238E27FC236}">
                    <a16:creationId xmlns="" xmlns:a16="http://schemas.microsoft.com/office/drawing/2014/main" id="{09661E30-5404-487B-AB5D-512145C9CE8B}"/>
                  </a:ext>
                </a:extLst>
              </p:cNvPr>
              <p:cNvSpPr>
                <a:spLocks/>
              </p:cNvSpPr>
              <p:nvPr/>
            </p:nvSpPr>
            <p:spPr bwMode="auto">
              <a:xfrm>
                <a:off x="2393103" y="2225570"/>
                <a:ext cx="149225" cy="41275"/>
              </a:xfrm>
              <a:custGeom>
                <a:avLst/>
                <a:gdLst>
                  <a:gd name="T0" fmla="*/ 0 w 40"/>
                  <a:gd name="T1" fmla="*/ 0 h 11"/>
                  <a:gd name="T2" fmla="*/ 3 w 40"/>
                  <a:gd name="T3" fmla="*/ 3 h 11"/>
                  <a:gd name="T4" fmla="*/ 12 w 40"/>
                  <a:gd name="T5" fmla="*/ 6 h 11"/>
                  <a:gd name="T6" fmla="*/ 32 w 40"/>
                  <a:gd name="T7" fmla="*/ 5 h 11"/>
                  <a:gd name="T8" fmla="*/ 36 w 40"/>
                  <a:gd name="T9" fmla="*/ 3 h 11"/>
                  <a:gd name="T10" fmla="*/ 40 w 40"/>
                  <a:gd name="T11" fmla="*/ 0 h 11"/>
                  <a:gd name="T12" fmla="*/ 38 w 40"/>
                  <a:gd name="T13" fmla="*/ 6 h 11"/>
                  <a:gd name="T14" fmla="*/ 33 w 40"/>
                  <a:gd name="T15" fmla="*/ 9 h 11"/>
                  <a:gd name="T16" fmla="*/ 17 w 40"/>
                  <a:gd name="T17" fmla="*/ 11 h 11"/>
                  <a:gd name="T18" fmla="*/ 6 w 40"/>
                  <a:gd name="T19" fmla="*/ 9 h 11"/>
                  <a:gd name="T20" fmla="*/ 2 w 40"/>
                  <a:gd name="T21" fmla="*/ 6 h 11"/>
                  <a:gd name="T22" fmla="*/ 0 w 40"/>
                  <a:gd name="T23" fmla="*/ 3 h 11"/>
                  <a:gd name="T24" fmla="*/ 0 w 40"/>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11">
                    <a:moveTo>
                      <a:pt x="0" y="0"/>
                    </a:moveTo>
                    <a:cubicBezTo>
                      <a:pt x="1" y="1"/>
                      <a:pt x="2" y="2"/>
                      <a:pt x="3" y="3"/>
                    </a:cubicBezTo>
                    <a:cubicBezTo>
                      <a:pt x="6" y="5"/>
                      <a:pt x="9" y="6"/>
                      <a:pt x="12" y="6"/>
                    </a:cubicBezTo>
                    <a:cubicBezTo>
                      <a:pt x="19" y="7"/>
                      <a:pt x="26" y="7"/>
                      <a:pt x="32" y="5"/>
                    </a:cubicBezTo>
                    <a:cubicBezTo>
                      <a:pt x="34" y="4"/>
                      <a:pt x="35" y="4"/>
                      <a:pt x="36" y="3"/>
                    </a:cubicBezTo>
                    <a:cubicBezTo>
                      <a:pt x="38" y="2"/>
                      <a:pt x="39" y="1"/>
                      <a:pt x="40" y="0"/>
                    </a:cubicBezTo>
                    <a:cubicBezTo>
                      <a:pt x="40" y="2"/>
                      <a:pt x="40" y="5"/>
                      <a:pt x="38" y="6"/>
                    </a:cubicBezTo>
                    <a:cubicBezTo>
                      <a:pt x="36" y="7"/>
                      <a:pt x="35" y="8"/>
                      <a:pt x="33" y="9"/>
                    </a:cubicBezTo>
                    <a:cubicBezTo>
                      <a:pt x="28" y="11"/>
                      <a:pt x="22" y="11"/>
                      <a:pt x="17" y="11"/>
                    </a:cubicBezTo>
                    <a:cubicBezTo>
                      <a:pt x="13" y="11"/>
                      <a:pt x="10" y="10"/>
                      <a:pt x="6" y="9"/>
                    </a:cubicBezTo>
                    <a:cubicBezTo>
                      <a:pt x="5" y="8"/>
                      <a:pt x="3" y="7"/>
                      <a:pt x="2" y="6"/>
                    </a:cubicBezTo>
                    <a:cubicBezTo>
                      <a:pt x="1" y="5"/>
                      <a:pt x="0" y="4"/>
                      <a:pt x="0" y="3"/>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8" name="Freeform 1407">
                <a:extLst>
                  <a:ext uri="{FF2B5EF4-FFF2-40B4-BE49-F238E27FC236}">
                    <a16:creationId xmlns="" xmlns:a16="http://schemas.microsoft.com/office/drawing/2014/main" id="{6C297928-EDA7-4FBD-9E58-28EB1DC3EE47}"/>
                  </a:ext>
                </a:extLst>
              </p:cNvPr>
              <p:cNvSpPr>
                <a:spLocks/>
              </p:cNvSpPr>
              <p:nvPr/>
            </p:nvSpPr>
            <p:spPr bwMode="auto">
              <a:xfrm>
                <a:off x="2393103" y="2198583"/>
                <a:ext cx="149225" cy="44450"/>
              </a:xfrm>
              <a:custGeom>
                <a:avLst/>
                <a:gdLst>
                  <a:gd name="T0" fmla="*/ 40 w 40"/>
                  <a:gd name="T1" fmla="*/ 1 h 12"/>
                  <a:gd name="T2" fmla="*/ 36 w 40"/>
                  <a:gd name="T3" fmla="*/ 8 h 12"/>
                  <a:gd name="T4" fmla="*/ 26 w 40"/>
                  <a:gd name="T5" fmla="*/ 11 h 12"/>
                  <a:gd name="T6" fmla="*/ 11 w 40"/>
                  <a:gd name="T7" fmla="*/ 11 h 12"/>
                  <a:gd name="T8" fmla="*/ 3 w 40"/>
                  <a:gd name="T9" fmla="*/ 7 h 12"/>
                  <a:gd name="T10" fmla="*/ 0 w 40"/>
                  <a:gd name="T11" fmla="*/ 3 h 12"/>
                  <a:gd name="T12" fmla="*/ 0 w 40"/>
                  <a:gd name="T13" fmla="*/ 0 h 12"/>
                  <a:gd name="T14" fmla="*/ 2 w 40"/>
                  <a:gd name="T15" fmla="*/ 2 h 12"/>
                  <a:gd name="T16" fmla="*/ 8 w 40"/>
                  <a:gd name="T17" fmla="*/ 6 h 12"/>
                  <a:gd name="T18" fmla="*/ 23 w 40"/>
                  <a:gd name="T19" fmla="*/ 7 h 12"/>
                  <a:gd name="T20" fmla="*/ 32 w 40"/>
                  <a:gd name="T21" fmla="*/ 6 h 12"/>
                  <a:gd name="T22" fmla="*/ 40 w 40"/>
                  <a:gd name="T23"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12">
                    <a:moveTo>
                      <a:pt x="40" y="1"/>
                    </a:moveTo>
                    <a:cubicBezTo>
                      <a:pt x="40" y="5"/>
                      <a:pt x="40" y="6"/>
                      <a:pt x="36" y="8"/>
                    </a:cubicBezTo>
                    <a:cubicBezTo>
                      <a:pt x="33" y="10"/>
                      <a:pt x="30" y="11"/>
                      <a:pt x="26" y="11"/>
                    </a:cubicBezTo>
                    <a:cubicBezTo>
                      <a:pt x="21" y="12"/>
                      <a:pt x="16" y="12"/>
                      <a:pt x="11" y="11"/>
                    </a:cubicBezTo>
                    <a:cubicBezTo>
                      <a:pt x="8" y="10"/>
                      <a:pt x="5" y="9"/>
                      <a:pt x="3" y="7"/>
                    </a:cubicBezTo>
                    <a:cubicBezTo>
                      <a:pt x="1" y="6"/>
                      <a:pt x="0" y="5"/>
                      <a:pt x="0" y="3"/>
                    </a:cubicBezTo>
                    <a:cubicBezTo>
                      <a:pt x="0" y="2"/>
                      <a:pt x="0" y="1"/>
                      <a:pt x="0" y="0"/>
                    </a:cubicBezTo>
                    <a:cubicBezTo>
                      <a:pt x="1" y="1"/>
                      <a:pt x="1" y="2"/>
                      <a:pt x="2" y="2"/>
                    </a:cubicBezTo>
                    <a:cubicBezTo>
                      <a:pt x="4" y="4"/>
                      <a:pt x="6" y="5"/>
                      <a:pt x="8" y="6"/>
                    </a:cubicBezTo>
                    <a:cubicBezTo>
                      <a:pt x="13" y="7"/>
                      <a:pt x="18" y="8"/>
                      <a:pt x="23" y="7"/>
                    </a:cubicBezTo>
                    <a:cubicBezTo>
                      <a:pt x="26" y="7"/>
                      <a:pt x="29" y="7"/>
                      <a:pt x="32" y="6"/>
                    </a:cubicBezTo>
                    <a:cubicBezTo>
                      <a:pt x="35" y="5"/>
                      <a:pt x="38" y="3"/>
                      <a:pt x="40"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9" name="Freeform 1408">
                <a:extLst>
                  <a:ext uri="{FF2B5EF4-FFF2-40B4-BE49-F238E27FC236}">
                    <a16:creationId xmlns="" xmlns:a16="http://schemas.microsoft.com/office/drawing/2014/main" id="{D0D37F50-05C1-4DA4-8A04-DFD3F73F8B98}"/>
                  </a:ext>
                </a:extLst>
              </p:cNvPr>
              <p:cNvSpPr>
                <a:spLocks/>
              </p:cNvSpPr>
              <p:nvPr/>
            </p:nvSpPr>
            <p:spPr bwMode="auto">
              <a:xfrm>
                <a:off x="2393103" y="2247795"/>
                <a:ext cx="149225" cy="44450"/>
              </a:xfrm>
              <a:custGeom>
                <a:avLst/>
                <a:gdLst>
                  <a:gd name="T0" fmla="*/ 0 w 40"/>
                  <a:gd name="T1" fmla="*/ 0 h 12"/>
                  <a:gd name="T2" fmla="*/ 12 w 40"/>
                  <a:gd name="T3" fmla="*/ 6 h 12"/>
                  <a:gd name="T4" fmla="*/ 30 w 40"/>
                  <a:gd name="T5" fmla="*/ 6 h 12"/>
                  <a:gd name="T6" fmla="*/ 33 w 40"/>
                  <a:gd name="T7" fmla="*/ 5 h 12"/>
                  <a:gd name="T8" fmla="*/ 39 w 40"/>
                  <a:gd name="T9" fmla="*/ 0 h 12"/>
                  <a:gd name="T10" fmla="*/ 37 w 40"/>
                  <a:gd name="T11" fmla="*/ 7 h 12"/>
                  <a:gd name="T12" fmla="*/ 28 w 40"/>
                  <a:gd name="T13" fmla="*/ 11 h 12"/>
                  <a:gd name="T14" fmla="*/ 7 w 40"/>
                  <a:gd name="T15" fmla="*/ 10 h 12"/>
                  <a:gd name="T16" fmla="*/ 2 w 40"/>
                  <a:gd name="T17" fmla="*/ 7 h 12"/>
                  <a:gd name="T18" fmla="*/ 0 w 40"/>
                  <a:gd name="T19" fmla="*/ 3 h 12"/>
                  <a:gd name="T20" fmla="*/ 0 w 40"/>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12">
                    <a:moveTo>
                      <a:pt x="0" y="0"/>
                    </a:moveTo>
                    <a:cubicBezTo>
                      <a:pt x="3" y="4"/>
                      <a:pt x="7" y="5"/>
                      <a:pt x="12" y="6"/>
                    </a:cubicBezTo>
                    <a:cubicBezTo>
                      <a:pt x="18" y="8"/>
                      <a:pt x="24" y="8"/>
                      <a:pt x="30" y="6"/>
                    </a:cubicBezTo>
                    <a:cubicBezTo>
                      <a:pt x="31" y="6"/>
                      <a:pt x="32" y="5"/>
                      <a:pt x="33" y="5"/>
                    </a:cubicBezTo>
                    <a:cubicBezTo>
                      <a:pt x="36" y="4"/>
                      <a:pt x="38" y="3"/>
                      <a:pt x="39" y="0"/>
                    </a:cubicBezTo>
                    <a:cubicBezTo>
                      <a:pt x="40" y="3"/>
                      <a:pt x="40" y="6"/>
                      <a:pt x="37" y="7"/>
                    </a:cubicBezTo>
                    <a:cubicBezTo>
                      <a:pt x="34" y="9"/>
                      <a:pt x="31" y="10"/>
                      <a:pt x="28" y="11"/>
                    </a:cubicBezTo>
                    <a:cubicBezTo>
                      <a:pt x="21" y="12"/>
                      <a:pt x="14" y="12"/>
                      <a:pt x="7" y="10"/>
                    </a:cubicBezTo>
                    <a:cubicBezTo>
                      <a:pt x="6" y="9"/>
                      <a:pt x="4" y="8"/>
                      <a:pt x="2" y="7"/>
                    </a:cubicBezTo>
                    <a:cubicBezTo>
                      <a:pt x="1" y="6"/>
                      <a:pt x="0" y="5"/>
                      <a:pt x="0" y="3"/>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0" name="Freeform 1409">
                <a:extLst>
                  <a:ext uri="{FF2B5EF4-FFF2-40B4-BE49-F238E27FC236}">
                    <a16:creationId xmlns="" xmlns:a16="http://schemas.microsoft.com/office/drawing/2014/main" id="{FABCF1E7-27D1-420C-B2C8-851A7F6409C5}"/>
                  </a:ext>
                </a:extLst>
              </p:cNvPr>
              <p:cNvSpPr>
                <a:spLocks/>
              </p:cNvSpPr>
              <p:nvPr/>
            </p:nvSpPr>
            <p:spPr bwMode="auto">
              <a:xfrm>
                <a:off x="2393103" y="2176358"/>
                <a:ext cx="149225" cy="44450"/>
              </a:xfrm>
              <a:custGeom>
                <a:avLst/>
                <a:gdLst>
                  <a:gd name="T0" fmla="*/ 0 w 40"/>
                  <a:gd name="T1" fmla="*/ 0 h 12"/>
                  <a:gd name="T2" fmla="*/ 9 w 40"/>
                  <a:gd name="T3" fmla="*/ 5 h 12"/>
                  <a:gd name="T4" fmla="*/ 31 w 40"/>
                  <a:gd name="T5" fmla="*/ 5 h 12"/>
                  <a:gd name="T6" fmla="*/ 40 w 40"/>
                  <a:gd name="T7" fmla="*/ 0 h 12"/>
                  <a:gd name="T8" fmla="*/ 36 w 40"/>
                  <a:gd name="T9" fmla="*/ 8 h 12"/>
                  <a:gd name="T10" fmla="*/ 26 w 40"/>
                  <a:gd name="T11" fmla="*/ 11 h 12"/>
                  <a:gd name="T12" fmla="*/ 10 w 40"/>
                  <a:gd name="T13" fmla="*/ 10 h 12"/>
                  <a:gd name="T14" fmla="*/ 3 w 40"/>
                  <a:gd name="T15" fmla="*/ 7 h 12"/>
                  <a:gd name="T16" fmla="*/ 0 w 40"/>
                  <a:gd name="T17" fmla="*/ 2 h 12"/>
                  <a:gd name="T18" fmla="*/ 0 w 40"/>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2">
                    <a:moveTo>
                      <a:pt x="0" y="0"/>
                    </a:moveTo>
                    <a:cubicBezTo>
                      <a:pt x="3" y="3"/>
                      <a:pt x="6" y="5"/>
                      <a:pt x="9" y="5"/>
                    </a:cubicBezTo>
                    <a:cubicBezTo>
                      <a:pt x="17" y="7"/>
                      <a:pt x="24" y="7"/>
                      <a:pt x="31" y="5"/>
                    </a:cubicBezTo>
                    <a:cubicBezTo>
                      <a:pt x="35" y="4"/>
                      <a:pt x="38" y="3"/>
                      <a:pt x="40" y="0"/>
                    </a:cubicBezTo>
                    <a:cubicBezTo>
                      <a:pt x="40" y="4"/>
                      <a:pt x="39" y="6"/>
                      <a:pt x="36" y="8"/>
                    </a:cubicBezTo>
                    <a:cubicBezTo>
                      <a:pt x="33" y="9"/>
                      <a:pt x="30" y="10"/>
                      <a:pt x="26" y="11"/>
                    </a:cubicBezTo>
                    <a:cubicBezTo>
                      <a:pt x="21" y="12"/>
                      <a:pt x="15" y="11"/>
                      <a:pt x="10" y="10"/>
                    </a:cubicBezTo>
                    <a:cubicBezTo>
                      <a:pt x="7" y="9"/>
                      <a:pt x="5" y="8"/>
                      <a:pt x="3" y="7"/>
                    </a:cubicBezTo>
                    <a:cubicBezTo>
                      <a:pt x="1" y="6"/>
                      <a:pt x="0" y="4"/>
                      <a:pt x="0" y="2"/>
                    </a:cubicBezTo>
                    <a:cubicBezTo>
                      <a:pt x="0" y="1"/>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1" name="Freeform 1410">
                <a:extLst>
                  <a:ext uri="{FF2B5EF4-FFF2-40B4-BE49-F238E27FC236}">
                    <a16:creationId xmlns="" xmlns:a16="http://schemas.microsoft.com/office/drawing/2014/main" id="{69712998-DB77-4E66-9411-18DD6E57AACC}"/>
                  </a:ext>
                </a:extLst>
              </p:cNvPr>
              <p:cNvSpPr>
                <a:spLocks/>
              </p:cNvSpPr>
              <p:nvPr/>
            </p:nvSpPr>
            <p:spPr bwMode="auto">
              <a:xfrm>
                <a:off x="2550265" y="2225570"/>
                <a:ext cx="153988" cy="41275"/>
              </a:xfrm>
              <a:custGeom>
                <a:avLst/>
                <a:gdLst>
                  <a:gd name="T0" fmla="*/ 1 w 41"/>
                  <a:gd name="T1" fmla="*/ 0 h 11"/>
                  <a:gd name="T2" fmla="*/ 11 w 41"/>
                  <a:gd name="T3" fmla="*/ 6 h 11"/>
                  <a:gd name="T4" fmla="*/ 30 w 41"/>
                  <a:gd name="T5" fmla="*/ 6 h 11"/>
                  <a:gd name="T6" fmla="*/ 38 w 41"/>
                  <a:gd name="T7" fmla="*/ 2 h 11"/>
                  <a:gd name="T8" fmla="*/ 40 w 41"/>
                  <a:gd name="T9" fmla="*/ 0 h 11"/>
                  <a:gd name="T10" fmla="*/ 37 w 41"/>
                  <a:gd name="T11" fmla="*/ 7 h 11"/>
                  <a:gd name="T12" fmla="*/ 27 w 41"/>
                  <a:gd name="T13" fmla="*/ 11 h 11"/>
                  <a:gd name="T14" fmla="*/ 12 w 41"/>
                  <a:gd name="T15" fmla="*/ 10 h 11"/>
                  <a:gd name="T16" fmla="*/ 3 w 41"/>
                  <a:gd name="T17" fmla="*/ 7 h 11"/>
                  <a:gd name="T18" fmla="*/ 1 w 41"/>
                  <a:gd name="T19" fmla="*/ 2 h 11"/>
                  <a:gd name="T20" fmla="*/ 1 w 41"/>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11">
                    <a:moveTo>
                      <a:pt x="1" y="0"/>
                    </a:moveTo>
                    <a:cubicBezTo>
                      <a:pt x="3" y="4"/>
                      <a:pt x="7" y="5"/>
                      <a:pt x="11" y="6"/>
                    </a:cubicBezTo>
                    <a:cubicBezTo>
                      <a:pt x="17" y="7"/>
                      <a:pt x="23" y="7"/>
                      <a:pt x="30" y="6"/>
                    </a:cubicBezTo>
                    <a:cubicBezTo>
                      <a:pt x="33" y="5"/>
                      <a:pt x="36" y="4"/>
                      <a:pt x="38" y="2"/>
                    </a:cubicBezTo>
                    <a:cubicBezTo>
                      <a:pt x="39" y="2"/>
                      <a:pt x="39" y="1"/>
                      <a:pt x="40" y="0"/>
                    </a:cubicBezTo>
                    <a:cubicBezTo>
                      <a:pt x="41" y="3"/>
                      <a:pt x="40" y="5"/>
                      <a:pt x="37" y="7"/>
                    </a:cubicBezTo>
                    <a:cubicBezTo>
                      <a:pt x="34" y="9"/>
                      <a:pt x="31" y="10"/>
                      <a:pt x="27" y="11"/>
                    </a:cubicBezTo>
                    <a:cubicBezTo>
                      <a:pt x="22" y="11"/>
                      <a:pt x="17" y="11"/>
                      <a:pt x="12" y="10"/>
                    </a:cubicBezTo>
                    <a:cubicBezTo>
                      <a:pt x="9" y="10"/>
                      <a:pt x="6" y="9"/>
                      <a:pt x="3" y="7"/>
                    </a:cubicBezTo>
                    <a:cubicBezTo>
                      <a:pt x="1" y="6"/>
                      <a:pt x="0" y="4"/>
                      <a:pt x="1" y="2"/>
                    </a:cubicBezTo>
                    <a:cubicBezTo>
                      <a:pt x="1" y="1"/>
                      <a:pt x="1" y="1"/>
                      <a:pt x="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2" name="Oval 1411">
                <a:extLst>
                  <a:ext uri="{FF2B5EF4-FFF2-40B4-BE49-F238E27FC236}">
                    <a16:creationId xmlns="" xmlns:a16="http://schemas.microsoft.com/office/drawing/2014/main" id="{14F5901B-729F-42FE-9AE4-AB36CF2E6BBC}"/>
                  </a:ext>
                </a:extLst>
              </p:cNvPr>
              <p:cNvSpPr>
                <a:spLocks noChangeArrowheads="1"/>
              </p:cNvSpPr>
              <p:nvPr/>
            </p:nvSpPr>
            <p:spPr bwMode="auto">
              <a:xfrm>
                <a:off x="2558203" y="1950933"/>
                <a:ext cx="44450" cy="44450"/>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43" name="Freeform 1412">
                <a:extLst>
                  <a:ext uri="{FF2B5EF4-FFF2-40B4-BE49-F238E27FC236}">
                    <a16:creationId xmlns="" xmlns:a16="http://schemas.microsoft.com/office/drawing/2014/main" id="{95709D1D-A7FE-49E0-AC7A-33E9E830690E}"/>
                  </a:ext>
                </a:extLst>
              </p:cNvPr>
              <p:cNvSpPr>
                <a:spLocks/>
              </p:cNvSpPr>
              <p:nvPr/>
            </p:nvSpPr>
            <p:spPr bwMode="auto">
              <a:xfrm>
                <a:off x="2682028" y="2077933"/>
                <a:ext cx="41275" cy="41275"/>
              </a:xfrm>
              <a:custGeom>
                <a:avLst/>
                <a:gdLst>
                  <a:gd name="T0" fmla="*/ 11 w 11"/>
                  <a:gd name="T1" fmla="*/ 6 h 11"/>
                  <a:gd name="T2" fmla="*/ 6 w 11"/>
                  <a:gd name="T3" fmla="*/ 11 h 11"/>
                  <a:gd name="T4" fmla="*/ 0 w 11"/>
                  <a:gd name="T5" fmla="*/ 5 h 11"/>
                  <a:gd name="T6" fmla="*/ 5 w 11"/>
                  <a:gd name="T7" fmla="*/ 0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1" y="9"/>
                      <a:pt x="9" y="11"/>
                      <a:pt x="6" y="11"/>
                    </a:cubicBezTo>
                    <a:cubicBezTo>
                      <a:pt x="2" y="11"/>
                      <a:pt x="0" y="9"/>
                      <a:pt x="0" y="5"/>
                    </a:cubicBezTo>
                    <a:cubicBezTo>
                      <a:pt x="0" y="2"/>
                      <a:pt x="2" y="0"/>
                      <a:pt x="5" y="0"/>
                    </a:cubicBezTo>
                    <a:cubicBezTo>
                      <a:pt x="9" y="0"/>
                      <a:pt x="11" y="2"/>
                      <a:pt x="11"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492" name="Freeform 1211">
              <a:extLst>
                <a:ext uri="{FF2B5EF4-FFF2-40B4-BE49-F238E27FC236}">
                  <a16:creationId xmlns="" xmlns:a16="http://schemas.microsoft.com/office/drawing/2014/main" id="{225C62EA-3BA5-4F34-9BD6-F5FF526F859C}"/>
                </a:ext>
              </a:extLst>
            </p:cNvPr>
            <p:cNvSpPr>
              <a:spLocks noEditPoints="1"/>
            </p:cNvSpPr>
            <p:nvPr/>
          </p:nvSpPr>
          <p:spPr bwMode="auto">
            <a:xfrm>
              <a:off x="11216420" y="971146"/>
              <a:ext cx="47261" cy="62299"/>
            </a:xfrm>
            <a:custGeom>
              <a:avLst/>
              <a:gdLst>
                <a:gd name="T0" fmla="*/ 74 w 74"/>
                <a:gd name="T1" fmla="*/ 89 h 98"/>
                <a:gd name="T2" fmla="*/ 68 w 74"/>
                <a:gd name="T3" fmla="*/ 97 h 98"/>
                <a:gd name="T4" fmla="*/ 63 w 74"/>
                <a:gd name="T5" fmla="*/ 96 h 98"/>
                <a:gd name="T6" fmla="*/ 45 w 74"/>
                <a:gd name="T7" fmla="*/ 78 h 98"/>
                <a:gd name="T8" fmla="*/ 44 w 74"/>
                <a:gd name="T9" fmla="*/ 76 h 98"/>
                <a:gd name="T10" fmla="*/ 42 w 74"/>
                <a:gd name="T11" fmla="*/ 71 h 98"/>
                <a:gd name="T12" fmla="*/ 42 w 74"/>
                <a:gd name="T13" fmla="*/ 91 h 98"/>
                <a:gd name="T14" fmla="*/ 25 w 74"/>
                <a:gd name="T15" fmla="*/ 91 h 98"/>
                <a:gd name="T16" fmla="*/ 25 w 74"/>
                <a:gd name="T17" fmla="*/ 74 h 98"/>
                <a:gd name="T18" fmla="*/ 17 w 74"/>
                <a:gd name="T19" fmla="*/ 72 h 98"/>
                <a:gd name="T20" fmla="*/ 17 w 74"/>
                <a:gd name="T21" fmla="*/ 91 h 98"/>
                <a:gd name="T22" fmla="*/ 0 w 74"/>
                <a:gd name="T23" fmla="*/ 91 h 98"/>
                <a:gd name="T24" fmla="*/ 0 w 74"/>
                <a:gd name="T25" fmla="*/ 21 h 98"/>
                <a:gd name="T26" fmla="*/ 17 w 74"/>
                <a:gd name="T27" fmla="*/ 21 h 98"/>
                <a:gd name="T28" fmla="*/ 17 w 74"/>
                <a:gd name="T29" fmla="*/ 30 h 98"/>
                <a:gd name="T30" fmla="*/ 24 w 74"/>
                <a:gd name="T31" fmla="*/ 28 h 98"/>
                <a:gd name="T32" fmla="*/ 25 w 74"/>
                <a:gd name="T33" fmla="*/ 26 h 98"/>
                <a:gd name="T34" fmla="*/ 25 w 74"/>
                <a:gd name="T35" fmla="*/ 2 h 98"/>
                <a:gd name="T36" fmla="*/ 25 w 74"/>
                <a:gd name="T37" fmla="*/ 0 h 98"/>
                <a:gd name="T38" fmla="*/ 42 w 74"/>
                <a:gd name="T39" fmla="*/ 0 h 98"/>
                <a:gd name="T40" fmla="*/ 42 w 74"/>
                <a:gd name="T41" fmla="*/ 2 h 98"/>
                <a:gd name="T42" fmla="*/ 42 w 74"/>
                <a:gd name="T43" fmla="*/ 31 h 98"/>
                <a:gd name="T44" fmla="*/ 44 w 74"/>
                <a:gd name="T45" fmla="*/ 34 h 98"/>
                <a:gd name="T46" fmla="*/ 48 w 74"/>
                <a:gd name="T47" fmla="*/ 61 h 98"/>
                <a:gd name="T48" fmla="*/ 47 w 74"/>
                <a:gd name="T49" fmla="*/ 64 h 98"/>
                <a:gd name="T50" fmla="*/ 50 w 74"/>
                <a:gd name="T51" fmla="*/ 68 h 98"/>
                <a:gd name="T52" fmla="*/ 53 w 74"/>
                <a:gd name="T53" fmla="*/ 67 h 98"/>
                <a:gd name="T54" fmla="*/ 54 w 74"/>
                <a:gd name="T55" fmla="*/ 66 h 98"/>
                <a:gd name="T56" fmla="*/ 74 w 74"/>
                <a:gd name="T57" fmla="*/ 87 h 98"/>
                <a:gd name="T58" fmla="*/ 74 w 74"/>
                <a:gd name="T59" fmla="*/ 89 h 98"/>
                <a:gd name="T60" fmla="*/ 28 w 74"/>
                <a:gd name="T61" fmla="*/ 33 h 98"/>
                <a:gd name="T62" fmla="*/ 10 w 74"/>
                <a:gd name="T63" fmla="*/ 51 h 98"/>
                <a:gd name="T64" fmla="*/ 28 w 74"/>
                <a:gd name="T65" fmla="*/ 69 h 98"/>
                <a:gd name="T66" fmla="*/ 45 w 74"/>
                <a:gd name="T67" fmla="*/ 51 h 98"/>
                <a:gd name="T68" fmla="*/ 28 w 74"/>
                <a:gd name="T69" fmla="*/ 3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 h="98">
                  <a:moveTo>
                    <a:pt x="74" y="89"/>
                  </a:moveTo>
                  <a:cubicBezTo>
                    <a:pt x="73" y="93"/>
                    <a:pt x="72" y="96"/>
                    <a:pt x="68" y="97"/>
                  </a:cubicBezTo>
                  <a:cubicBezTo>
                    <a:pt x="66" y="98"/>
                    <a:pt x="64" y="97"/>
                    <a:pt x="63" y="96"/>
                  </a:cubicBezTo>
                  <a:cubicBezTo>
                    <a:pt x="57" y="90"/>
                    <a:pt x="51" y="84"/>
                    <a:pt x="45" y="78"/>
                  </a:cubicBezTo>
                  <a:cubicBezTo>
                    <a:pt x="44" y="77"/>
                    <a:pt x="44" y="76"/>
                    <a:pt x="44" y="76"/>
                  </a:cubicBezTo>
                  <a:cubicBezTo>
                    <a:pt x="46" y="73"/>
                    <a:pt x="44" y="72"/>
                    <a:pt x="42" y="71"/>
                  </a:cubicBezTo>
                  <a:cubicBezTo>
                    <a:pt x="42" y="78"/>
                    <a:pt x="42" y="84"/>
                    <a:pt x="42" y="91"/>
                  </a:cubicBezTo>
                  <a:cubicBezTo>
                    <a:pt x="36" y="91"/>
                    <a:pt x="31" y="91"/>
                    <a:pt x="25" y="91"/>
                  </a:cubicBezTo>
                  <a:cubicBezTo>
                    <a:pt x="25" y="85"/>
                    <a:pt x="25" y="80"/>
                    <a:pt x="25" y="74"/>
                  </a:cubicBezTo>
                  <a:cubicBezTo>
                    <a:pt x="22" y="73"/>
                    <a:pt x="20" y="72"/>
                    <a:pt x="17" y="72"/>
                  </a:cubicBezTo>
                  <a:cubicBezTo>
                    <a:pt x="17" y="78"/>
                    <a:pt x="17" y="84"/>
                    <a:pt x="17" y="91"/>
                  </a:cubicBezTo>
                  <a:cubicBezTo>
                    <a:pt x="11" y="91"/>
                    <a:pt x="5" y="91"/>
                    <a:pt x="0" y="91"/>
                  </a:cubicBezTo>
                  <a:cubicBezTo>
                    <a:pt x="0" y="68"/>
                    <a:pt x="0" y="45"/>
                    <a:pt x="0" y="21"/>
                  </a:cubicBezTo>
                  <a:cubicBezTo>
                    <a:pt x="5" y="21"/>
                    <a:pt x="11" y="21"/>
                    <a:pt x="17" y="21"/>
                  </a:cubicBezTo>
                  <a:cubicBezTo>
                    <a:pt x="17" y="24"/>
                    <a:pt x="17" y="27"/>
                    <a:pt x="17" y="30"/>
                  </a:cubicBezTo>
                  <a:cubicBezTo>
                    <a:pt x="19" y="29"/>
                    <a:pt x="22" y="29"/>
                    <a:pt x="24" y="28"/>
                  </a:cubicBezTo>
                  <a:cubicBezTo>
                    <a:pt x="24" y="28"/>
                    <a:pt x="25" y="26"/>
                    <a:pt x="25" y="26"/>
                  </a:cubicBezTo>
                  <a:cubicBezTo>
                    <a:pt x="25" y="18"/>
                    <a:pt x="25" y="10"/>
                    <a:pt x="25" y="2"/>
                  </a:cubicBezTo>
                  <a:cubicBezTo>
                    <a:pt x="25" y="2"/>
                    <a:pt x="25" y="1"/>
                    <a:pt x="25" y="0"/>
                  </a:cubicBezTo>
                  <a:cubicBezTo>
                    <a:pt x="30" y="0"/>
                    <a:pt x="36" y="0"/>
                    <a:pt x="42" y="0"/>
                  </a:cubicBezTo>
                  <a:cubicBezTo>
                    <a:pt x="42" y="1"/>
                    <a:pt x="42" y="2"/>
                    <a:pt x="42" y="2"/>
                  </a:cubicBezTo>
                  <a:cubicBezTo>
                    <a:pt x="42" y="12"/>
                    <a:pt x="42" y="21"/>
                    <a:pt x="42" y="31"/>
                  </a:cubicBezTo>
                  <a:cubicBezTo>
                    <a:pt x="42" y="32"/>
                    <a:pt x="42" y="33"/>
                    <a:pt x="44" y="34"/>
                  </a:cubicBezTo>
                  <a:cubicBezTo>
                    <a:pt x="51" y="40"/>
                    <a:pt x="53" y="52"/>
                    <a:pt x="48" y="61"/>
                  </a:cubicBezTo>
                  <a:cubicBezTo>
                    <a:pt x="48" y="62"/>
                    <a:pt x="47" y="63"/>
                    <a:pt x="47" y="64"/>
                  </a:cubicBezTo>
                  <a:cubicBezTo>
                    <a:pt x="48" y="65"/>
                    <a:pt x="49" y="67"/>
                    <a:pt x="50" y="68"/>
                  </a:cubicBezTo>
                  <a:cubicBezTo>
                    <a:pt x="52" y="68"/>
                    <a:pt x="52" y="67"/>
                    <a:pt x="53" y="67"/>
                  </a:cubicBezTo>
                  <a:cubicBezTo>
                    <a:pt x="53" y="67"/>
                    <a:pt x="53" y="66"/>
                    <a:pt x="54" y="66"/>
                  </a:cubicBezTo>
                  <a:cubicBezTo>
                    <a:pt x="61" y="73"/>
                    <a:pt x="67" y="80"/>
                    <a:pt x="74" y="87"/>
                  </a:cubicBezTo>
                  <a:cubicBezTo>
                    <a:pt x="74" y="88"/>
                    <a:pt x="74" y="89"/>
                    <a:pt x="74" y="89"/>
                  </a:cubicBezTo>
                  <a:close/>
                  <a:moveTo>
                    <a:pt x="28" y="33"/>
                  </a:moveTo>
                  <a:cubicBezTo>
                    <a:pt x="18" y="33"/>
                    <a:pt x="10" y="41"/>
                    <a:pt x="10" y="51"/>
                  </a:cubicBezTo>
                  <a:cubicBezTo>
                    <a:pt x="9" y="61"/>
                    <a:pt x="18" y="69"/>
                    <a:pt x="28" y="69"/>
                  </a:cubicBezTo>
                  <a:cubicBezTo>
                    <a:pt x="37" y="69"/>
                    <a:pt x="46" y="60"/>
                    <a:pt x="45" y="51"/>
                  </a:cubicBezTo>
                  <a:cubicBezTo>
                    <a:pt x="45" y="41"/>
                    <a:pt x="37" y="33"/>
                    <a:pt x="28"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93" name="Freeform 1212">
              <a:extLst>
                <a:ext uri="{FF2B5EF4-FFF2-40B4-BE49-F238E27FC236}">
                  <a16:creationId xmlns="" xmlns:a16="http://schemas.microsoft.com/office/drawing/2014/main" id="{AB7B295A-4893-4A91-95D5-639B3ABB539A}"/>
                </a:ext>
              </a:extLst>
            </p:cNvPr>
            <p:cNvSpPr>
              <a:spLocks/>
            </p:cNvSpPr>
            <p:nvPr/>
          </p:nvSpPr>
          <p:spPr bwMode="auto">
            <a:xfrm>
              <a:off x="11200040" y="996656"/>
              <a:ext cx="11278" cy="32492"/>
            </a:xfrm>
            <a:custGeom>
              <a:avLst/>
              <a:gdLst>
                <a:gd name="T0" fmla="*/ 0 w 18"/>
                <a:gd name="T1" fmla="*/ 0 h 51"/>
                <a:gd name="T2" fmla="*/ 18 w 18"/>
                <a:gd name="T3" fmla="*/ 0 h 51"/>
                <a:gd name="T4" fmla="*/ 18 w 18"/>
                <a:gd name="T5" fmla="*/ 51 h 51"/>
                <a:gd name="T6" fmla="*/ 0 w 18"/>
                <a:gd name="T7" fmla="*/ 51 h 51"/>
                <a:gd name="T8" fmla="*/ 0 w 18"/>
                <a:gd name="T9" fmla="*/ 0 h 51"/>
              </a:gdLst>
              <a:ahLst/>
              <a:cxnLst>
                <a:cxn ang="0">
                  <a:pos x="T0" y="T1"/>
                </a:cxn>
                <a:cxn ang="0">
                  <a:pos x="T2" y="T3"/>
                </a:cxn>
                <a:cxn ang="0">
                  <a:pos x="T4" y="T5"/>
                </a:cxn>
                <a:cxn ang="0">
                  <a:pos x="T6" y="T7"/>
                </a:cxn>
                <a:cxn ang="0">
                  <a:pos x="T8" y="T9"/>
                </a:cxn>
              </a:cxnLst>
              <a:rect l="0" t="0" r="r" b="b"/>
              <a:pathLst>
                <a:path w="18" h="51">
                  <a:moveTo>
                    <a:pt x="0" y="0"/>
                  </a:moveTo>
                  <a:cubicBezTo>
                    <a:pt x="6" y="0"/>
                    <a:pt x="12" y="0"/>
                    <a:pt x="18" y="0"/>
                  </a:cubicBezTo>
                  <a:cubicBezTo>
                    <a:pt x="18" y="17"/>
                    <a:pt x="18" y="34"/>
                    <a:pt x="18" y="51"/>
                  </a:cubicBezTo>
                  <a:cubicBezTo>
                    <a:pt x="12" y="51"/>
                    <a:pt x="6" y="51"/>
                    <a:pt x="0" y="51"/>
                  </a:cubicBezTo>
                  <a:cubicBezTo>
                    <a:pt x="0" y="34"/>
                    <a:pt x="0" y="17"/>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494" name="Group 493">
              <a:extLst>
                <a:ext uri="{FF2B5EF4-FFF2-40B4-BE49-F238E27FC236}">
                  <a16:creationId xmlns="" xmlns:a16="http://schemas.microsoft.com/office/drawing/2014/main" id="{9B50A4C6-D8A2-43D5-9EB2-6B27D083934E}"/>
                </a:ext>
              </a:extLst>
            </p:cNvPr>
            <p:cNvGrpSpPr/>
            <p:nvPr/>
          </p:nvGrpSpPr>
          <p:grpSpPr>
            <a:xfrm>
              <a:off x="11264277" y="525294"/>
              <a:ext cx="118401" cy="139928"/>
              <a:chOff x="4633066" y="5629171"/>
              <a:chExt cx="349250" cy="412750"/>
            </a:xfrm>
          </p:grpSpPr>
          <p:sp>
            <p:nvSpPr>
              <p:cNvPr id="529" name="Freeform 1233">
                <a:extLst>
                  <a:ext uri="{FF2B5EF4-FFF2-40B4-BE49-F238E27FC236}">
                    <a16:creationId xmlns="" xmlns:a16="http://schemas.microsoft.com/office/drawing/2014/main" id="{A8329A16-7153-47EF-9A14-8454E97ACDC9}"/>
                  </a:ext>
                </a:extLst>
              </p:cNvPr>
              <p:cNvSpPr>
                <a:spLocks noEditPoints="1"/>
              </p:cNvSpPr>
              <p:nvPr/>
            </p:nvSpPr>
            <p:spPr bwMode="auto">
              <a:xfrm>
                <a:off x="4633066" y="5629171"/>
                <a:ext cx="349250" cy="319088"/>
              </a:xfrm>
              <a:custGeom>
                <a:avLst/>
                <a:gdLst>
                  <a:gd name="T0" fmla="*/ 65 w 93"/>
                  <a:gd name="T1" fmla="*/ 4 h 85"/>
                  <a:gd name="T2" fmla="*/ 92 w 93"/>
                  <a:gd name="T3" fmla="*/ 40 h 85"/>
                  <a:gd name="T4" fmla="*/ 86 w 93"/>
                  <a:gd name="T5" fmla="*/ 70 h 85"/>
                  <a:gd name="T6" fmla="*/ 72 w 93"/>
                  <a:gd name="T7" fmla="*/ 85 h 85"/>
                  <a:gd name="T8" fmla="*/ 73 w 93"/>
                  <a:gd name="T9" fmla="*/ 80 h 85"/>
                  <a:gd name="T10" fmla="*/ 75 w 93"/>
                  <a:gd name="T11" fmla="*/ 76 h 85"/>
                  <a:gd name="T12" fmla="*/ 78 w 93"/>
                  <a:gd name="T13" fmla="*/ 75 h 85"/>
                  <a:gd name="T14" fmla="*/ 87 w 93"/>
                  <a:gd name="T15" fmla="*/ 48 h 85"/>
                  <a:gd name="T16" fmla="*/ 75 w 93"/>
                  <a:gd name="T17" fmla="*/ 49 h 85"/>
                  <a:gd name="T18" fmla="*/ 70 w 93"/>
                  <a:gd name="T19" fmla="*/ 48 h 85"/>
                  <a:gd name="T20" fmla="*/ 66 w 93"/>
                  <a:gd name="T21" fmla="*/ 55 h 85"/>
                  <a:gd name="T22" fmla="*/ 65 w 93"/>
                  <a:gd name="T23" fmla="*/ 48 h 85"/>
                  <a:gd name="T24" fmla="*/ 56 w 93"/>
                  <a:gd name="T25" fmla="*/ 45 h 85"/>
                  <a:gd name="T26" fmla="*/ 66 w 93"/>
                  <a:gd name="T27" fmla="*/ 45 h 85"/>
                  <a:gd name="T28" fmla="*/ 62 w 93"/>
                  <a:gd name="T29" fmla="*/ 26 h 85"/>
                  <a:gd name="T30" fmla="*/ 49 w 93"/>
                  <a:gd name="T31" fmla="*/ 27 h 85"/>
                  <a:gd name="T32" fmla="*/ 43 w 93"/>
                  <a:gd name="T33" fmla="*/ 27 h 85"/>
                  <a:gd name="T34" fmla="*/ 29 w 93"/>
                  <a:gd name="T35" fmla="*/ 29 h 85"/>
                  <a:gd name="T36" fmla="*/ 36 w 93"/>
                  <a:gd name="T37" fmla="*/ 45 h 85"/>
                  <a:gd name="T38" fmla="*/ 37 w 93"/>
                  <a:gd name="T39" fmla="*/ 48 h 85"/>
                  <a:gd name="T40" fmla="*/ 27 w 93"/>
                  <a:gd name="T41" fmla="*/ 51 h 85"/>
                  <a:gd name="T42" fmla="*/ 25 w 93"/>
                  <a:gd name="T43" fmla="*/ 60 h 85"/>
                  <a:gd name="T44" fmla="*/ 22 w 93"/>
                  <a:gd name="T45" fmla="*/ 48 h 85"/>
                  <a:gd name="T46" fmla="*/ 4 w 93"/>
                  <a:gd name="T47" fmla="*/ 49 h 85"/>
                  <a:gd name="T48" fmla="*/ 12 w 93"/>
                  <a:gd name="T49" fmla="*/ 64 h 85"/>
                  <a:gd name="T50" fmla="*/ 15 w 93"/>
                  <a:gd name="T51" fmla="*/ 75 h 85"/>
                  <a:gd name="T52" fmla="*/ 17 w 93"/>
                  <a:gd name="T53" fmla="*/ 77 h 85"/>
                  <a:gd name="T54" fmla="*/ 21 w 93"/>
                  <a:gd name="T55" fmla="*/ 85 h 85"/>
                  <a:gd name="T56" fmla="*/ 9 w 93"/>
                  <a:gd name="T57" fmla="*/ 74 h 85"/>
                  <a:gd name="T58" fmla="*/ 2 w 93"/>
                  <a:gd name="T59" fmla="*/ 60 h 85"/>
                  <a:gd name="T60" fmla="*/ 9 w 93"/>
                  <a:gd name="T61" fmla="*/ 20 h 85"/>
                  <a:gd name="T62" fmla="*/ 40 w 93"/>
                  <a:gd name="T63" fmla="*/ 1 h 85"/>
                  <a:gd name="T64" fmla="*/ 49 w 93"/>
                  <a:gd name="T65" fmla="*/ 0 h 85"/>
                  <a:gd name="T66" fmla="*/ 26 w 93"/>
                  <a:gd name="T67" fmla="*/ 28 h 85"/>
                  <a:gd name="T68" fmla="*/ 16 w 93"/>
                  <a:gd name="T69" fmla="*/ 18 h 85"/>
                  <a:gd name="T70" fmla="*/ 14 w 93"/>
                  <a:gd name="T71" fmla="*/ 19 h 85"/>
                  <a:gd name="T72" fmla="*/ 4 w 93"/>
                  <a:gd name="T73" fmla="*/ 45 h 85"/>
                  <a:gd name="T74" fmla="*/ 86 w 93"/>
                  <a:gd name="T75" fmla="*/ 31 h 85"/>
                  <a:gd name="T76" fmla="*/ 65 w 93"/>
                  <a:gd name="T77" fmla="*/ 24 h 85"/>
                  <a:gd name="T78" fmla="*/ 69 w 93"/>
                  <a:gd name="T79" fmla="*/ 42 h 85"/>
                  <a:gd name="T80" fmla="*/ 75 w 93"/>
                  <a:gd name="T81" fmla="*/ 44 h 85"/>
                  <a:gd name="T82" fmla="*/ 87 w 93"/>
                  <a:gd name="T83" fmla="*/ 45 h 85"/>
                  <a:gd name="T84" fmla="*/ 58 w 93"/>
                  <a:gd name="T85" fmla="*/ 12 h 85"/>
                  <a:gd name="T86" fmla="*/ 51 w 93"/>
                  <a:gd name="T87" fmla="*/ 5 h 85"/>
                  <a:gd name="T88" fmla="*/ 31 w 93"/>
                  <a:gd name="T89" fmla="*/ 17 h 85"/>
                  <a:gd name="T90" fmla="*/ 17 w 93"/>
                  <a:gd name="T91" fmla="*/ 16 h 85"/>
                  <a:gd name="T92" fmla="*/ 56 w 93"/>
                  <a:gd name="T93" fmla="*/ 14 h 85"/>
                  <a:gd name="T94" fmla="*/ 48 w 93"/>
                  <a:gd name="T95" fmla="*/ 24 h 85"/>
                  <a:gd name="T96" fmla="*/ 34 w 93"/>
                  <a:gd name="T97" fmla="*/ 18 h 85"/>
                  <a:gd name="T98" fmla="*/ 37 w 93"/>
                  <a:gd name="T99" fmla="*/ 23 h 85"/>
                  <a:gd name="T100" fmla="*/ 45 w 93"/>
                  <a:gd name="T101" fmla="*/ 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3" h="85">
                    <a:moveTo>
                      <a:pt x="49" y="0"/>
                    </a:moveTo>
                    <a:cubicBezTo>
                      <a:pt x="50" y="0"/>
                      <a:pt x="51" y="1"/>
                      <a:pt x="52" y="1"/>
                    </a:cubicBezTo>
                    <a:cubicBezTo>
                      <a:pt x="57" y="1"/>
                      <a:pt x="61" y="2"/>
                      <a:pt x="65" y="4"/>
                    </a:cubicBezTo>
                    <a:cubicBezTo>
                      <a:pt x="69" y="6"/>
                      <a:pt x="73" y="8"/>
                      <a:pt x="76" y="11"/>
                    </a:cubicBezTo>
                    <a:cubicBezTo>
                      <a:pt x="81" y="15"/>
                      <a:pt x="85" y="20"/>
                      <a:pt x="87" y="25"/>
                    </a:cubicBezTo>
                    <a:cubicBezTo>
                      <a:pt x="90" y="30"/>
                      <a:pt x="91" y="35"/>
                      <a:pt x="92" y="40"/>
                    </a:cubicBezTo>
                    <a:cubicBezTo>
                      <a:pt x="92" y="42"/>
                      <a:pt x="92" y="43"/>
                      <a:pt x="93" y="45"/>
                    </a:cubicBezTo>
                    <a:cubicBezTo>
                      <a:pt x="93" y="48"/>
                      <a:pt x="92" y="51"/>
                      <a:pt x="92" y="54"/>
                    </a:cubicBezTo>
                    <a:cubicBezTo>
                      <a:pt x="91" y="60"/>
                      <a:pt x="89" y="65"/>
                      <a:pt x="86" y="70"/>
                    </a:cubicBezTo>
                    <a:cubicBezTo>
                      <a:pt x="84" y="73"/>
                      <a:pt x="82" y="75"/>
                      <a:pt x="80" y="78"/>
                    </a:cubicBezTo>
                    <a:cubicBezTo>
                      <a:pt x="78" y="80"/>
                      <a:pt x="75" y="83"/>
                      <a:pt x="72" y="85"/>
                    </a:cubicBezTo>
                    <a:cubicBezTo>
                      <a:pt x="72" y="85"/>
                      <a:pt x="72" y="85"/>
                      <a:pt x="72" y="85"/>
                    </a:cubicBezTo>
                    <a:cubicBezTo>
                      <a:pt x="72" y="85"/>
                      <a:pt x="72" y="85"/>
                      <a:pt x="71" y="85"/>
                    </a:cubicBezTo>
                    <a:cubicBezTo>
                      <a:pt x="71" y="85"/>
                      <a:pt x="71" y="84"/>
                      <a:pt x="72" y="84"/>
                    </a:cubicBezTo>
                    <a:cubicBezTo>
                      <a:pt x="72" y="83"/>
                      <a:pt x="72" y="82"/>
                      <a:pt x="73" y="80"/>
                    </a:cubicBezTo>
                    <a:cubicBezTo>
                      <a:pt x="73" y="80"/>
                      <a:pt x="73" y="79"/>
                      <a:pt x="74" y="79"/>
                    </a:cubicBezTo>
                    <a:cubicBezTo>
                      <a:pt x="75" y="78"/>
                      <a:pt x="75" y="78"/>
                      <a:pt x="76" y="77"/>
                    </a:cubicBezTo>
                    <a:cubicBezTo>
                      <a:pt x="75" y="77"/>
                      <a:pt x="75" y="76"/>
                      <a:pt x="75" y="76"/>
                    </a:cubicBezTo>
                    <a:cubicBezTo>
                      <a:pt x="74" y="76"/>
                      <a:pt x="74" y="75"/>
                      <a:pt x="74" y="75"/>
                    </a:cubicBezTo>
                    <a:cubicBezTo>
                      <a:pt x="74" y="74"/>
                      <a:pt x="74" y="73"/>
                      <a:pt x="74" y="72"/>
                    </a:cubicBezTo>
                    <a:cubicBezTo>
                      <a:pt x="75" y="73"/>
                      <a:pt x="77" y="74"/>
                      <a:pt x="78" y="75"/>
                    </a:cubicBezTo>
                    <a:cubicBezTo>
                      <a:pt x="82" y="70"/>
                      <a:pt x="85" y="65"/>
                      <a:pt x="87" y="59"/>
                    </a:cubicBezTo>
                    <a:cubicBezTo>
                      <a:pt x="88" y="55"/>
                      <a:pt x="89" y="50"/>
                      <a:pt x="89" y="48"/>
                    </a:cubicBezTo>
                    <a:cubicBezTo>
                      <a:pt x="88" y="48"/>
                      <a:pt x="88" y="48"/>
                      <a:pt x="87" y="48"/>
                    </a:cubicBezTo>
                    <a:cubicBezTo>
                      <a:pt x="87" y="49"/>
                      <a:pt x="87" y="49"/>
                      <a:pt x="86" y="49"/>
                    </a:cubicBezTo>
                    <a:cubicBezTo>
                      <a:pt x="85" y="52"/>
                      <a:pt x="83" y="53"/>
                      <a:pt x="81" y="53"/>
                    </a:cubicBezTo>
                    <a:cubicBezTo>
                      <a:pt x="78" y="53"/>
                      <a:pt x="76" y="51"/>
                      <a:pt x="75" y="49"/>
                    </a:cubicBezTo>
                    <a:cubicBezTo>
                      <a:pt x="75" y="48"/>
                      <a:pt x="74" y="48"/>
                      <a:pt x="73" y="48"/>
                    </a:cubicBezTo>
                    <a:cubicBezTo>
                      <a:pt x="72" y="48"/>
                      <a:pt x="72" y="48"/>
                      <a:pt x="71" y="48"/>
                    </a:cubicBezTo>
                    <a:cubicBezTo>
                      <a:pt x="71" y="48"/>
                      <a:pt x="70" y="48"/>
                      <a:pt x="70" y="48"/>
                    </a:cubicBezTo>
                    <a:cubicBezTo>
                      <a:pt x="69" y="52"/>
                      <a:pt x="69" y="56"/>
                      <a:pt x="68" y="60"/>
                    </a:cubicBezTo>
                    <a:cubicBezTo>
                      <a:pt x="67" y="58"/>
                      <a:pt x="66" y="57"/>
                      <a:pt x="66" y="56"/>
                    </a:cubicBezTo>
                    <a:cubicBezTo>
                      <a:pt x="66" y="56"/>
                      <a:pt x="66" y="55"/>
                      <a:pt x="66" y="55"/>
                    </a:cubicBezTo>
                    <a:cubicBezTo>
                      <a:pt x="66" y="53"/>
                      <a:pt x="66" y="51"/>
                      <a:pt x="66" y="49"/>
                    </a:cubicBezTo>
                    <a:cubicBezTo>
                      <a:pt x="66" y="49"/>
                      <a:pt x="66" y="49"/>
                      <a:pt x="66" y="48"/>
                    </a:cubicBezTo>
                    <a:cubicBezTo>
                      <a:pt x="66" y="48"/>
                      <a:pt x="65" y="48"/>
                      <a:pt x="65" y="48"/>
                    </a:cubicBezTo>
                    <a:cubicBezTo>
                      <a:pt x="62" y="48"/>
                      <a:pt x="59" y="48"/>
                      <a:pt x="56" y="48"/>
                    </a:cubicBezTo>
                    <a:cubicBezTo>
                      <a:pt x="55" y="48"/>
                      <a:pt x="55" y="48"/>
                      <a:pt x="54" y="48"/>
                    </a:cubicBezTo>
                    <a:cubicBezTo>
                      <a:pt x="55" y="47"/>
                      <a:pt x="55" y="46"/>
                      <a:pt x="56" y="45"/>
                    </a:cubicBezTo>
                    <a:cubicBezTo>
                      <a:pt x="56" y="45"/>
                      <a:pt x="57" y="45"/>
                      <a:pt x="57" y="45"/>
                    </a:cubicBezTo>
                    <a:cubicBezTo>
                      <a:pt x="60" y="45"/>
                      <a:pt x="62" y="45"/>
                      <a:pt x="65" y="45"/>
                    </a:cubicBezTo>
                    <a:cubicBezTo>
                      <a:pt x="65" y="45"/>
                      <a:pt x="66" y="45"/>
                      <a:pt x="66" y="45"/>
                    </a:cubicBezTo>
                    <a:cubicBezTo>
                      <a:pt x="67" y="44"/>
                      <a:pt x="66" y="43"/>
                      <a:pt x="66" y="42"/>
                    </a:cubicBezTo>
                    <a:cubicBezTo>
                      <a:pt x="66" y="39"/>
                      <a:pt x="65" y="35"/>
                      <a:pt x="65" y="32"/>
                    </a:cubicBezTo>
                    <a:cubicBezTo>
                      <a:pt x="64" y="30"/>
                      <a:pt x="63" y="28"/>
                      <a:pt x="62" y="26"/>
                    </a:cubicBezTo>
                    <a:cubicBezTo>
                      <a:pt x="62" y="26"/>
                      <a:pt x="62" y="25"/>
                      <a:pt x="62" y="25"/>
                    </a:cubicBezTo>
                    <a:cubicBezTo>
                      <a:pt x="62" y="25"/>
                      <a:pt x="61" y="25"/>
                      <a:pt x="61" y="25"/>
                    </a:cubicBezTo>
                    <a:cubicBezTo>
                      <a:pt x="57" y="26"/>
                      <a:pt x="53" y="27"/>
                      <a:pt x="49" y="27"/>
                    </a:cubicBezTo>
                    <a:cubicBezTo>
                      <a:pt x="48" y="27"/>
                      <a:pt x="48" y="27"/>
                      <a:pt x="48" y="28"/>
                    </a:cubicBezTo>
                    <a:cubicBezTo>
                      <a:pt x="47" y="28"/>
                      <a:pt x="46" y="28"/>
                      <a:pt x="45" y="28"/>
                    </a:cubicBezTo>
                    <a:cubicBezTo>
                      <a:pt x="45" y="27"/>
                      <a:pt x="44" y="27"/>
                      <a:pt x="43" y="27"/>
                    </a:cubicBezTo>
                    <a:cubicBezTo>
                      <a:pt x="41" y="27"/>
                      <a:pt x="39" y="27"/>
                      <a:pt x="37" y="26"/>
                    </a:cubicBezTo>
                    <a:cubicBezTo>
                      <a:pt x="37" y="26"/>
                      <a:pt x="36" y="26"/>
                      <a:pt x="36" y="26"/>
                    </a:cubicBezTo>
                    <a:cubicBezTo>
                      <a:pt x="34" y="28"/>
                      <a:pt x="32" y="29"/>
                      <a:pt x="29" y="29"/>
                    </a:cubicBezTo>
                    <a:cubicBezTo>
                      <a:pt x="28" y="32"/>
                      <a:pt x="26" y="42"/>
                      <a:pt x="27" y="45"/>
                    </a:cubicBezTo>
                    <a:cubicBezTo>
                      <a:pt x="27" y="45"/>
                      <a:pt x="28" y="45"/>
                      <a:pt x="28" y="45"/>
                    </a:cubicBezTo>
                    <a:cubicBezTo>
                      <a:pt x="31" y="45"/>
                      <a:pt x="33" y="45"/>
                      <a:pt x="36" y="45"/>
                    </a:cubicBezTo>
                    <a:cubicBezTo>
                      <a:pt x="36" y="45"/>
                      <a:pt x="37" y="45"/>
                      <a:pt x="37" y="45"/>
                    </a:cubicBezTo>
                    <a:cubicBezTo>
                      <a:pt x="38" y="46"/>
                      <a:pt x="38" y="47"/>
                      <a:pt x="39" y="48"/>
                    </a:cubicBezTo>
                    <a:cubicBezTo>
                      <a:pt x="38" y="48"/>
                      <a:pt x="38" y="48"/>
                      <a:pt x="37" y="48"/>
                    </a:cubicBezTo>
                    <a:cubicBezTo>
                      <a:pt x="34" y="48"/>
                      <a:pt x="31" y="48"/>
                      <a:pt x="28" y="48"/>
                    </a:cubicBezTo>
                    <a:cubicBezTo>
                      <a:pt x="28" y="48"/>
                      <a:pt x="27" y="48"/>
                      <a:pt x="27" y="48"/>
                    </a:cubicBezTo>
                    <a:cubicBezTo>
                      <a:pt x="26" y="49"/>
                      <a:pt x="26" y="50"/>
                      <a:pt x="27" y="51"/>
                    </a:cubicBezTo>
                    <a:cubicBezTo>
                      <a:pt x="27" y="52"/>
                      <a:pt x="27" y="54"/>
                      <a:pt x="27" y="55"/>
                    </a:cubicBezTo>
                    <a:cubicBezTo>
                      <a:pt x="27" y="56"/>
                      <a:pt x="27" y="56"/>
                      <a:pt x="27" y="57"/>
                    </a:cubicBezTo>
                    <a:cubicBezTo>
                      <a:pt x="26" y="58"/>
                      <a:pt x="26" y="59"/>
                      <a:pt x="25" y="60"/>
                    </a:cubicBezTo>
                    <a:cubicBezTo>
                      <a:pt x="24" y="58"/>
                      <a:pt x="24" y="56"/>
                      <a:pt x="24" y="54"/>
                    </a:cubicBezTo>
                    <a:cubicBezTo>
                      <a:pt x="24" y="52"/>
                      <a:pt x="23" y="50"/>
                      <a:pt x="23" y="48"/>
                    </a:cubicBezTo>
                    <a:cubicBezTo>
                      <a:pt x="23" y="48"/>
                      <a:pt x="22" y="48"/>
                      <a:pt x="22" y="48"/>
                    </a:cubicBezTo>
                    <a:cubicBezTo>
                      <a:pt x="16" y="48"/>
                      <a:pt x="11" y="48"/>
                      <a:pt x="5" y="48"/>
                    </a:cubicBezTo>
                    <a:cubicBezTo>
                      <a:pt x="5" y="48"/>
                      <a:pt x="5" y="48"/>
                      <a:pt x="4" y="48"/>
                    </a:cubicBezTo>
                    <a:cubicBezTo>
                      <a:pt x="4" y="49"/>
                      <a:pt x="4" y="49"/>
                      <a:pt x="4" y="49"/>
                    </a:cubicBezTo>
                    <a:cubicBezTo>
                      <a:pt x="4" y="53"/>
                      <a:pt x="5" y="57"/>
                      <a:pt x="6" y="61"/>
                    </a:cubicBezTo>
                    <a:cubicBezTo>
                      <a:pt x="7" y="61"/>
                      <a:pt x="7" y="62"/>
                      <a:pt x="8" y="62"/>
                    </a:cubicBezTo>
                    <a:cubicBezTo>
                      <a:pt x="10" y="62"/>
                      <a:pt x="11" y="63"/>
                      <a:pt x="12" y="64"/>
                    </a:cubicBezTo>
                    <a:cubicBezTo>
                      <a:pt x="14" y="66"/>
                      <a:pt x="14" y="68"/>
                      <a:pt x="13" y="70"/>
                    </a:cubicBezTo>
                    <a:cubicBezTo>
                      <a:pt x="13" y="71"/>
                      <a:pt x="13" y="71"/>
                      <a:pt x="12" y="72"/>
                    </a:cubicBezTo>
                    <a:cubicBezTo>
                      <a:pt x="13" y="73"/>
                      <a:pt x="14" y="74"/>
                      <a:pt x="15" y="75"/>
                    </a:cubicBezTo>
                    <a:cubicBezTo>
                      <a:pt x="16" y="74"/>
                      <a:pt x="18" y="73"/>
                      <a:pt x="19" y="72"/>
                    </a:cubicBezTo>
                    <a:cubicBezTo>
                      <a:pt x="19" y="73"/>
                      <a:pt x="19" y="74"/>
                      <a:pt x="19" y="75"/>
                    </a:cubicBezTo>
                    <a:cubicBezTo>
                      <a:pt x="18" y="76"/>
                      <a:pt x="18" y="76"/>
                      <a:pt x="17" y="77"/>
                    </a:cubicBezTo>
                    <a:cubicBezTo>
                      <a:pt x="18" y="78"/>
                      <a:pt x="18" y="78"/>
                      <a:pt x="19" y="79"/>
                    </a:cubicBezTo>
                    <a:cubicBezTo>
                      <a:pt x="20" y="79"/>
                      <a:pt x="20" y="80"/>
                      <a:pt x="20" y="81"/>
                    </a:cubicBezTo>
                    <a:cubicBezTo>
                      <a:pt x="21" y="82"/>
                      <a:pt x="21" y="84"/>
                      <a:pt x="21" y="85"/>
                    </a:cubicBezTo>
                    <a:cubicBezTo>
                      <a:pt x="20" y="84"/>
                      <a:pt x="18" y="83"/>
                      <a:pt x="17" y="82"/>
                    </a:cubicBezTo>
                    <a:cubicBezTo>
                      <a:pt x="16" y="81"/>
                      <a:pt x="14" y="80"/>
                      <a:pt x="13" y="78"/>
                    </a:cubicBezTo>
                    <a:cubicBezTo>
                      <a:pt x="12" y="77"/>
                      <a:pt x="11" y="75"/>
                      <a:pt x="9" y="74"/>
                    </a:cubicBezTo>
                    <a:cubicBezTo>
                      <a:pt x="6" y="75"/>
                      <a:pt x="3" y="74"/>
                      <a:pt x="2" y="71"/>
                    </a:cubicBezTo>
                    <a:cubicBezTo>
                      <a:pt x="0" y="68"/>
                      <a:pt x="1" y="65"/>
                      <a:pt x="3" y="63"/>
                    </a:cubicBezTo>
                    <a:cubicBezTo>
                      <a:pt x="3" y="62"/>
                      <a:pt x="3" y="61"/>
                      <a:pt x="2" y="60"/>
                    </a:cubicBezTo>
                    <a:cubicBezTo>
                      <a:pt x="1" y="56"/>
                      <a:pt x="0" y="51"/>
                      <a:pt x="0" y="47"/>
                    </a:cubicBezTo>
                    <a:cubicBezTo>
                      <a:pt x="0" y="42"/>
                      <a:pt x="1" y="37"/>
                      <a:pt x="3" y="32"/>
                    </a:cubicBezTo>
                    <a:cubicBezTo>
                      <a:pt x="4" y="28"/>
                      <a:pt x="6" y="24"/>
                      <a:pt x="9" y="20"/>
                    </a:cubicBezTo>
                    <a:cubicBezTo>
                      <a:pt x="10" y="18"/>
                      <a:pt x="12" y="16"/>
                      <a:pt x="13" y="14"/>
                    </a:cubicBezTo>
                    <a:cubicBezTo>
                      <a:pt x="16" y="11"/>
                      <a:pt x="20" y="8"/>
                      <a:pt x="24" y="6"/>
                    </a:cubicBezTo>
                    <a:cubicBezTo>
                      <a:pt x="29" y="3"/>
                      <a:pt x="34" y="2"/>
                      <a:pt x="40" y="1"/>
                    </a:cubicBezTo>
                    <a:cubicBezTo>
                      <a:pt x="41" y="1"/>
                      <a:pt x="42" y="1"/>
                      <a:pt x="43" y="0"/>
                    </a:cubicBezTo>
                    <a:cubicBezTo>
                      <a:pt x="43" y="0"/>
                      <a:pt x="43" y="0"/>
                      <a:pt x="44" y="0"/>
                    </a:cubicBezTo>
                    <a:cubicBezTo>
                      <a:pt x="46" y="0"/>
                      <a:pt x="47" y="0"/>
                      <a:pt x="49" y="0"/>
                    </a:cubicBezTo>
                    <a:close/>
                    <a:moveTo>
                      <a:pt x="23" y="45"/>
                    </a:moveTo>
                    <a:cubicBezTo>
                      <a:pt x="24" y="39"/>
                      <a:pt x="24" y="34"/>
                      <a:pt x="26" y="28"/>
                    </a:cubicBezTo>
                    <a:cubicBezTo>
                      <a:pt x="26" y="28"/>
                      <a:pt x="26" y="28"/>
                      <a:pt x="26" y="28"/>
                    </a:cubicBezTo>
                    <a:cubicBezTo>
                      <a:pt x="24" y="27"/>
                      <a:pt x="24" y="25"/>
                      <a:pt x="24" y="23"/>
                    </a:cubicBezTo>
                    <a:cubicBezTo>
                      <a:pt x="24" y="22"/>
                      <a:pt x="23" y="22"/>
                      <a:pt x="23" y="22"/>
                    </a:cubicBezTo>
                    <a:cubicBezTo>
                      <a:pt x="21" y="21"/>
                      <a:pt x="18" y="20"/>
                      <a:pt x="16" y="18"/>
                    </a:cubicBezTo>
                    <a:cubicBezTo>
                      <a:pt x="16" y="18"/>
                      <a:pt x="15" y="18"/>
                      <a:pt x="15" y="18"/>
                    </a:cubicBezTo>
                    <a:cubicBezTo>
                      <a:pt x="15" y="18"/>
                      <a:pt x="15" y="18"/>
                      <a:pt x="15" y="18"/>
                    </a:cubicBezTo>
                    <a:cubicBezTo>
                      <a:pt x="15" y="18"/>
                      <a:pt x="14" y="18"/>
                      <a:pt x="14" y="19"/>
                    </a:cubicBezTo>
                    <a:cubicBezTo>
                      <a:pt x="11" y="22"/>
                      <a:pt x="9" y="26"/>
                      <a:pt x="7" y="30"/>
                    </a:cubicBezTo>
                    <a:cubicBezTo>
                      <a:pt x="5" y="34"/>
                      <a:pt x="4" y="39"/>
                      <a:pt x="4" y="43"/>
                    </a:cubicBezTo>
                    <a:cubicBezTo>
                      <a:pt x="4" y="44"/>
                      <a:pt x="4" y="44"/>
                      <a:pt x="4" y="45"/>
                    </a:cubicBezTo>
                    <a:cubicBezTo>
                      <a:pt x="5" y="45"/>
                      <a:pt x="22" y="45"/>
                      <a:pt x="23" y="45"/>
                    </a:cubicBezTo>
                    <a:close/>
                    <a:moveTo>
                      <a:pt x="89" y="45"/>
                    </a:moveTo>
                    <a:cubicBezTo>
                      <a:pt x="89" y="43"/>
                      <a:pt x="88" y="36"/>
                      <a:pt x="86" y="31"/>
                    </a:cubicBezTo>
                    <a:cubicBezTo>
                      <a:pt x="84" y="26"/>
                      <a:pt x="82" y="22"/>
                      <a:pt x="78" y="18"/>
                    </a:cubicBezTo>
                    <a:cubicBezTo>
                      <a:pt x="76" y="19"/>
                      <a:pt x="74" y="20"/>
                      <a:pt x="72" y="21"/>
                    </a:cubicBezTo>
                    <a:cubicBezTo>
                      <a:pt x="69" y="22"/>
                      <a:pt x="67" y="23"/>
                      <a:pt x="65" y="24"/>
                    </a:cubicBezTo>
                    <a:cubicBezTo>
                      <a:pt x="65" y="24"/>
                      <a:pt x="65" y="25"/>
                      <a:pt x="65" y="25"/>
                    </a:cubicBezTo>
                    <a:cubicBezTo>
                      <a:pt x="66" y="27"/>
                      <a:pt x="67" y="28"/>
                      <a:pt x="67" y="30"/>
                    </a:cubicBezTo>
                    <a:cubicBezTo>
                      <a:pt x="68" y="34"/>
                      <a:pt x="69" y="38"/>
                      <a:pt x="69" y="42"/>
                    </a:cubicBezTo>
                    <a:cubicBezTo>
                      <a:pt x="69" y="43"/>
                      <a:pt x="69" y="44"/>
                      <a:pt x="70" y="45"/>
                    </a:cubicBezTo>
                    <a:cubicBezTo>
                      <a:pt x="71" y="45"/>
                      <a:pt x="72" y="45"/>
                      <a:pt x="73" y="45"/>
                    </a:cubicBezTo>
                    <a:cubicBezTo>
                      <a:pt x="74" y="45"/>
                      <a:pt x="75" y="45"/>
                      <a:pt x="75" y="44"/>
                    </a:cubicBezTo>
                    <a:cubicBezTo>
                      <a:pt x="76" y="41"/>
                      <a:pt x="78" y="40"/>
                      <a:pt x="81" y="40"/>
                    </a:cubicBezTo>
                    <a:cubicBezTo>
                      <a:pt x="83" y="40"/>
                      <a:pt x="85" y="41"/>
                      <a:pt x="86" y="44"/>
                    </a:cubicBezTo>
                    <a:cubicBezTo>
                      <a:pt x="87" y="44"/>
                      <a:pt x="87" y="44"/>
                      <a:pt x="87" y="45"/>
                    </a:cubicBezTo>
                    <a:cubicBezTo>
                      <a:pt x="88" y="45"/>
                      <a:pt x="88" y="45"/>
                      <a:pt x="89" y="45"/>
                    </a:cubicBezTo>
                    <a:close/>
                    <a:moveTo>
                      <a:pt x="51" y="5"/>
                    </a:moveTo>
                    <a:cubicBezTo>
                      <a:pt x="54" y="7"/>
                      <a:pt x="56" y="9"/>
                      <a:pt x="58" y="12"/>
                    </a:cubicBezTo>
                    <a:cubicBezTo>
                      <a:pt x="60" y="15"/>
                      <a:pt x="62" y="18"/>
                      <a:pt x="64" y="21"/>
                    </a:cubicBezTo>
                    <a:cubicBezTo>
                      <a:pt x="66" y="21"/>
                      <a:pt x="74" y="17"/>
                      <a:pt x="75" y="15"/>
                    </a:cubicBezTo>
                    <a:cubicBezTo>
                      <a:pt x="72" y="11"/>
                      <a:pt x="56" y="3"/>
                      <a:pt x="51" y="5"/>
                    </a:cubicBezTo>
                    <a:close/>
                    <a:moveTo>
                      <a:pt x="17" y="16"/>
                    </a:moveTo>
                    <a:cubicBezTo>
                      <a:pt x="20" y="17"/>
                      <a:pt x="22" y="18"/>
                      <a:pt x="25" y="19"/>
                    </a:cubicBezTo>
                    <a:cubicBezTo>
                      <a:pt x="27" y="17"/>
                      <a:pt x="29" y="16"/>
                      <a:pt x="31" y="17"/>
                    </a:cubicBezTo>
                    <a:cubicBezTo>
                      <a:pt x="33" y="15"/>
                      <a:pt x="34" y="12"/>
                      <a:pt x="36" y="10"/>
                    </a:cubicBezTo>
                    <a:cubicBezTo>
                      <a:pt x="38" y="8"/>
                      <a:pt x="40" y="6"/>
                      <a:pt x="41" y="4"/>
                    </a:cubicBezTo>
                    <a:cubicBezTo>
                      <a:pt x="36" y="4"/>
                      <a:pt x="22" y="10"/>
                      <a:pt x="17" y="16"/>
                    </a:cubicBezTo>
                    <a:close/>
                    <a:moveTo>
                      <a:pt x="61" y="22"/>
                    </a:moveTo>
                    <a:cubicBezTo>
                      <a:pt x="60" y="21"/>
                      <a:pt x="60" y="21"/>
                      <a:pt x="60" y="20"/>
                    </a:cubicBezTo>
                    <a:cubicBezTo>
                      <a:pt x="58" y="18"/>
                      <a:pt x="57" y="16"/>
                      <a:pt x="56" y="14"/>
                    </a:cubicBezTo>
                    <a:cubicBezTo>
                      <a:pt x="54" y="11"/>
                      <a:pt x="51" y="9"/>
                      <a:pt x="49" y="6"/>
                    </a:cubicBezTo>
                    <a:cubicBezTo>
                      <a:pt x="49" y="6"/>
                      <a:pt x="48" y="6"/>
                      <a:pt x="48" y="6"/>
                    </a:cubicBezTo>
                    <a:cubicBezTo>
                      <a:pt x="48" y="7"/>
                      <a:pt x="48" y="23"/>
                      <a:pt x="48" y="24"/>
                    </a:cubicBezTo>
                    <a:cubicBezTo>
                      <a:pt x="50" y="24"/>
                      <a:pt x="59" y="23"/>
                      <a:pt x="61" y="22"/>
                    </a:cubicBezTo>
                    <a:close/>
                    <a:moveTo>
                      <a:pt x="45" y="6"/>
                    </a:moveTo>
                    <a:cubicBezTo>
                      <a:pt x="40" y="10"/>
                      <a:pt x="37" y="14"/>
                      <a:pt x="34" y="18"/>
                    </a:cubicBezTo>
                    <a:cubicBezTo>
                      <a:pt x="34" y="19"/>
                      <a:pt x="35" y="19"/>
                      <a:pt x="35" y="19"/>
                    </a:cubicBezTo>
                    <a:cubicBezTo>
                      <a:pt x="35" y="20"/>
                      <a:pt x="36" y="21"/>
                      <a:pt x="36" y="22"/>
                    </a:cubicBezTo>
                    <a:cubicBezTo>
                      <a:pt x="36" y="23"/>
                      <a:pt x="37" y="23"/>
                      <a:pt x="37" y="23"/>
                    </a:cubicBezTo>
                    <a:cubicBezTo>
                      <a:pt x="39" y="23"/>
                      <a:pt x="40" y="24"/>
                      <a:pt x="42" y="24"/>
                    </a:cubicBezTo>
                    <a:cubicBezTo>
                      <a:pt x="43" y="24"/>
                      <a:pt x="44" y="24"/>
                      <a:pt x="45" y="24"/>
                    </a:cubicBezTo>
                    <a:cubicBezTo>
                      <a:pt x="45" y="23"/>
                      <a:pt x="45" y="7"/>
                      <a:pt x="45"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0" name="Freeform 1234">
                <a:extLst>
                  <a:ext uri="{FF2B5EF4-FFF2-40B4-BE49-F238E27FC236}">
                    <a16:creationId xmlns="" xmlns:a16="http://schemas.microsoft.com/office/drawing/2014/main" id="{CAF8BD83-9517-47E5-A6BD-CA010DC0EED4}"/>
                  </a:ext>
                </a:extLst>
              </p:cNvPr>
              <p:cNvSpPr>
                <a:spLocks noEditPoints="1"/>
              </p:cNvSpPr>
              <p:nvPr/>
            </p:nvSpPr>
            <p:spPr bwMode="auto">
              <a:xfrm>
                <a:off x="4718791" y="5824433"/>
                <a:ext cx="177800" cy="217488"/>
              </a:xfrm>
              <a:custGeom>
                <a:avLst/>
                <a:gdLst>
                  <a:gd name="T0" fmla="*/ 12 w 47"/>
                  <a:gd name="T1" fmla="*/ 53 h 58"/>
                  <a:gd name="T2" fmla="*/ 12 w 47"/>
                  <a:gd name="T3" fmla="*/ 45 h 58"/>
                  <a:gd name="T4" fmla="*/ 10 w 47"/>
                  <a:gd name="T5" fmla="*/ 42 h 58"/>
                  <a:gd name="T6" fmla="*/ 5 w 47"/>
                  <a:gd name="T7" fmla="*/ 41 h 58"/>
                  <a:gd name="T8" fmla="*/ 2 w 47"/>
                  <a:gd name="T9" fmla="*/ 31 h 58"/>
                  <a:gd name="T10" fmla="*/ 0 w 47"/>
                  <a:gd name="T11" fmla="*/ 20 h 58"/>
                  <a:gd name="T12" fmla="*/ 9 w 47"/>
                  <a:gd name="T13" fmla="*/ 3 h 58"/>
                  <a:gd name="T14" fmla="*/ 18 w 47"/>
                  <a:gd name="T15" fmla="*/ 0 h 58"/>
                  <a:gd name="T16" fmla="*/ 19 w 47"/>
                  <a:gd name="T17" fmla="*/ 1 h 58"/>
                  <a:gd name="T18" fmla="*/ 22 w 47"/>
                  <a:gd name="T19" fmla="*/ 12 h 58"/>
                  <a:gd name="T20" fmla="*/ 22 w 47"/>
                  <a:gd name="T21" fmla="*/ 5 h 58"/>
                  <a:gd name="T22" fmla="*/ 25 w 47"/>
                  <a:gd name="T23" fmla="*/ 5 h 58"/>
                  <a:gd name="T24" fmla="*/ 25 w 47"/>
                  <a:gd name="T25" fmla="*/ 11 h 58"/>
                  <a:gd name="T26" fmla="*/ 26 w 47"/>
                  <a:gd name="T27" fmla="*/ 10 h 58"/>
                  <a:gd name="T28" fmla="*/ 28 w 47"/>
                  <a:gd name="T29" fmla="*/ 1 h 58"/>
                  <a:gd name="T30" fmla="*/ 30 w 47"/>
                  <a:gd name="T31" fmla="*/ 0 h 58"/>
                  <a:gd name="T32" fmla="*/ 38 w 47"/>
                  <a:gd name="T33" fmla="*/ 3 h 58"/>
                  <a:gd name="T34" fmla="*/ 47 w 47"/>
                  <a:gd name="T35" fmla="*/ 21 h 58"/>
                  <a:gd name="T36" fmla="*/ 45 w 47"/>
                  <a:gd name="T37" fmla="*/ 32 h 58"/>
                  <a:gd name="T38" fmla="*/ 38 w 47"/>
                  <a:gd name="T39" fmla="*/ 43 h 58"/>
                  <a:gd name="T40" fmla="*/ 36 w 47"/>
                  <a:gd name="T41" fmla="*/ 44 h 58"/>
                  <a:gd name="T42" fmla="*/ 34 w 47"/>
                  <a:gd name="T43" fmla="*/ 58 h 58"/>
                  <a:gd name="T44" fmla="*/ 24 w 47"/>
                  <a:gd name="T45" fmla="*/ 48 h 58"/>
                  <a:gd name="T46" fmla="*/ 24 w 47"/>
                  <a:gd name="T47" fmla="*/ 46 h 58"/>
                  <a:gd name="T48" fmla="*/ 23 w 47"/>
                  <a:gd name="T49" fmla="*/ 46 h 58"/>
                  <a:gd name="T50" fmla="*/ 22 w 47"/>
                  <a:gd name="T51" fmla="*/ 58 h 58"/>
                  <a:gd name="T52" fmla="*/ 10 w 47"/>
                  <a:gd name="T53" fmla="*/ 37 h 58"/>
                  <a:gd name="T54" fmla="*/ 11 w 47"/>
                  <a:gd name="T55" fmla="*/ 33 h 58"/>
                  <a:gd name="T56" fmla="*/ 11 w 47"/>
                  <a:gd name="T57" fmla="*/ 17 h 58"/>
                  <a:gd name="T58" fmla="*/ 10 w 47"/>
                  <a:gd name="T59" fmla="*/ 17 h 58"/>
                  <a:gd name="T60" fmla="*/ 7 w 47"/>
                  <a:gd name="T61" fmla="*/ 25 h 58"/>
                  <a:gd name="T62" fmla="*/ 36 w 47"/>
                  <a:gd name="T63" fmla="*/ 16 h 58"/>
                  <a:gd name="T64" fmla="*/ 36 w 47"/>
                  <a:gd name="T65" fmla="*/ 17 h 58"/>
                  <a:gd name="T66" fmla="*/ 37 w 47"/>
                  <a:gd name="T67" fmla="*/ 36 h 58"/>
                  <a:gd name="T68" fmla="*/ 38 w 47"/>
                  <a:gd name="T69" fmla="*/ 33 h 58"/>
                  <a:gd name="T70" fmla="*/ 39 w 47"/>
                  <a:gd name="T71" fmla="*/ 22 h 58"/>
                  <a:gd name="T72" fmla="*/ 36 w 47"/>
                  <a:gd name="T73" fmla="*/ 1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 h="58">
                    <a:moveTo>
                      <a:pt x="13" y="58"/>
                    </a:moveTo>
                    <a:cubicBezTo>
                      <a:pt x="13" y="56"/>
                      <a:pt x="12" y="55"/>
                      <a:pt x="12" y="53"/>
                    </a:cubicBezTo>
                    <a:cubicBezTo>
                      <a:pt x="12" y="51"/>
                      <a:pt x="12" y="50"/>
                      <a:pt x="12" y="48"/>
                    </a:cubicBezTo>
                    <a:cubicBezTo>
                      <a:pt x="12" y="47"/>
                      <a:pt x="12" y="46"/>
                      <a:pt x="12" y="45"/>
                    </a:cubicBezTo>
                    <a:cubicBezTo>
                      <a:pt x="11" y="45"/>
                      <a:pt x="11" y="45"/>
                      <a:pt x="10" y="44"/>
                    </a:cubicBezTo>
                    <a:cubicBezTo>
                      <a:pt x="10" y="44"/>
                      <a:pt x="10" y="43"/>
                      <a:pt x="10" y="42"/>
                    </a:cubicBezTo>
                    <a:cubicBezTo>
                      <a:pt x="10" y="42"/>
                      <a:pt x="10" y="42"/>
                      <a:pt x="10" y="43"/>
                    </a:cubicBezTo>
                    <a:cubicBezTo>
                      <a:pt x="8" y="44"/>
                      <a:pt x="6" y="43"/>
                      <a:pt x="5" y="41"/>
                    </a:cubicBezTo>
                    <a:cubicBezTo>
                      <a:pt x="5" y="40"/>
                      <a:pt x="4" y="39"/>
                      <a:pt x="4" y="37"/>
                    </a:cubicBezTo>
                    <a:cubicBezTo>
                      <a:pt x="3" y="35"/>
                      <a:pt x="2" y="33"/>
                      <a:pt x="2" y="31"/>
                    </a:cubicBezTo>
                    <a:cubicBezTo>
                      <a:pt x="1" y="29"/>
                      <a:pt x="1" y="26"/>
                      <a:pt x="0" y="24"/>
                    </a:cubicBezTo>
                    <a:cubicBezTo>
                      <a:pt x="0" y="23"/>
                      <a:pt x="0" y="21"/>
                      <a:pt x="0" y="20"/>
                    </a:cubicBezTo>
                    <a:cubicBezTo>
                      <a:pt x="3" y="15"/>
                      <a:pt x="5" y="9"/>
                      <a:pt x="9" y="4"/>
                    </a:cubicBezTo>
                    <a:cubicBezTo>
                      <a:pt x="9" y="4"/>
                      <a:pt x="9" y="4"/>
                      <a:pt x="9" y="3"/>
                    </a:cubicBezTo>
                    <a:cubicBezTo>
                      <a:pt x="9" y="3"/>
                      <a:pt x="10" y="3"/>
                      <a:pt x="10" y="2"/>
                    </a:cubicBezTo>
                    <a:cubicBezTo>
                      <a:pt x="13" y="2"/>
                      <a:pt x="15" y="1"/>
                      <a:pt x="18" y="0"/>
                    </a:cubicBezTo>
                    <a:cubicBezTo>
                      <a:pt x="18" y="0"/>
                      <a:pt x="18" y="0"/>
                      <a:pt x="18" y="0"/>
                    </a:cubicBezTo>
                    <a:cubicBezTo>
                      <a:pt x="18" y="0"/>
                      <a:pt x="19" y="1"/>
                      <a:pt x="19" y="1"/>
                    </a:cubicBezTo>
                    <a:cubicBezTo>
                      <a:pt x="19" y="4"/>
                      <a:pt x="20" y="7"/>
                      <a:pt x="21" y="9"/>
                    </a:cubicBezTo>
                    <a:cubicBezTo>
                      <a:pt x="21" y="10"/>
                      <a:pt x="21" y="11"/>
                      <a:pt x="22" y="12"/>
                    </a:cubicBezTo>
                    <a:cubicBezTo>
                      <a:pt x="22" y="11"/>
                      <a:pt x="22" y="11"/>
                      <a:pt x="22" y="11"/>
                    </a:cubicBezTo>
                    <a:cubicBezTo>
                      <a:pt x="22" y="9"/>
                      <a:pt x="22" y="7"/>
                      <a:pt x="22" y="5"/>
                    </a:cubicBezTo>
                    <a:cubicBezTo>
                      <a:pt x="22" y="4"/>
                      <a:pt x="23" y="4"/>
                      <a:pt x="23" y="3"/>
                    </a:cubicBezTo>
                    <a:cubicBezTo>
                      <a:pt x="24" y="4"/>
                      <a:pt x="24" y="4"/>
                      <a:pt x="25" y="5"/>
                    </a:cubicBezTo>
                    <a:cubicBezTo>
                      <a:pt x="25" y="7"/>
                      <a:pt x="25" y="8"/>
                      <a:pt x="25" y="10"/>
                    </a:cubicBezTo>
                    <a:cubicBezTo>
                      <a:pt x="25" y="11"/>
                      <a:pt x="25" y="11"/>
                      <a:pt x="25" y="11"/>
                    </a:cubicBezTo>
                    <a:cubicBezTo>
                      <a:pt x="25" y="11"/>
                      <a:pt x="25" y="11"/>
                      <a:pt x="25" y="11"/>
                    </a:cubicBezTo>
                    <a:cubicBezTo>
                      <a:pt x="26" y="11"/>
                      <a:pt x="26" y="11"/>
                      <a:pt x="26" y="10"/>
                    </a:cubicBezTo>
                    <a:cubicBezTo>
                      <a:pt x="26" y="8"/>
                      <a:pt x="27" y="6"/>
                      <a:pt x="27" y="4"/>
                    </a:cubicBezTo>
                    <a:cubicBezTo>
                      <a:pt x="28" y="3"/>
                      <a:pt x="28" y="2"/>
                      <a:pt x="28" y="1"/>
                    </a:cubicBezTo>
                    <a:cubicBezTo>
                      <a:pt x="28" y="0"/>
                      <a:pt x="28" y="0"/>
                      <a:pt x="29" y="0"/>
                    </a:cubicBezTo>
                    <a:cubicBezTo>
                      <a:pt x="29" y="0"/>
                      <a:pt x="29" y="0"/>
                      <a:pt x="30" y="0"/>
                    </a:cubicBezTo>
                    <a:cubicBezTo>
                      <a:pt x="32" y="1"/>
                      <a:pt x="34" y="2"/>
                      <a:pt x="37" y="2"/>
                    </a:cubicBezTo>
                    <a:cubicBezTo>
                      <a:pt x="37" y="3"/>
                      <a:pt x="37" y="3"/>
                      <a:pt x="38" y="3"/>
                    </a:cubicBezTo>
                    <a:cubicBezTo>
                      <a:pt x="39" y="5"/>
                      <a:pt x="40" y="6"/>
                      <a:pt x="41" y="8"/>
                    </a:cubicBezTo>
                    <a:cubicBezTo>
                      <a:pt x="43" y="12"/>
                      <a:pt x="45" y="16"/>
                      <a:pt x="47" y="21"/>
                    </a:cubicBezTo>
                    <a:cubicBezTo>
                      <a:pt x="47" y="22"/>
                      <a:pt x="47" y="23"/>
                      <a:pt x="47" y="24"/>
                    </a:cubicBezTo>
                    <a:cubicBezTo>
                      <a:pt x="46" y="27"/>
                      <a:pt x="45" y="30"/>
                      <a:pt x="45" y="32"/>
                    </a:cubicBezTo>
                    <a:cubicBezTo>
                      <a:pt x="44" y="35"/>
                      <a:pt x="43" y="38"/>
                      <a:pt x="42" y="41"/>
                    </a:cubicBezTo>
                    <a:cubicBezTo>
                      <a:pt x="41" y="43"/>
                      <a:pt x="40" y="43"/>
                      <a:pt x="38" y="43"/>
                    </a:cubicBezTo>
                    <a:cubicBezTo>
                      <a:pt x="38" y="43"/>
                      <a:pt x="37" y="43"/>
                      <a:pt x="37" y="42"/>
                    </a:cubicBezTo>
                    <a:cubicBezTo>
                      <a:pt x="37" y="43"/>
                      <a:pt x="36" y="44"/>
                      <a:pt x="36" y="44"/>
                    </a:cubicBezTo>
                    <a:cubicBezTo>
                      <a:pt x="36" y="45"/>
                      <a:pt x="36" y="45"/>
                      <a:pt x="35" y="45"/>
                    </a:cubicBezTo>
                    <a:cubicBezTo>
                      <a:pt x="35" y="49"/>
                      <a:pt x="35" y="54"/>
                      <a:pt x="34" y="58"/>
                    </a:cubicBezTo>
                    <a:cubicBezTo>
                      <a:pt x="31" y="58"/>
                      <a:pt x="28" y="58"/>
                      <a:pt x="25" y="58"/>
                    </a:cubicBezTo>
                    <a:cubicBezTo>
                      <a:pt x="25" y="55"/>
                      <a:pt x="25" y="51"/>
                      <a:pt x="24" y="48"/>
                    </a:cubicBezTo>
                    <a:cubicBezTo>
                      <a:pt x="24" y="48"/>
                      <a:pt x="25" y="47"/>
                      <a:pt x="24" y="47"/>
                    </a:cubicBezTo>
                    <a:cubicBezTo>
                      <a:pt x="24" y="47"/>
                      <a:pt x="24" y="46"/>
                      <a:pt x="24" y="46"/>
                    </a:cubicBezTo>
                    <a:cubicBezTo>
                      <a:pt x="24" y="46"/>
                      <a:pt x="24" y="46"/>
                      <a:pt x="23" y="46"/>
                    </a:cubicBezTo>
                    <a:cubicBezTo>
                      <a:pt x="23" y="46"/>
                      <a:pt x="23" y="46"/>
                      <a:pt x="23" y="46"/>
                    </a:cubicBezTo>
                    <a:cubicBezTo>
                      <a:pt x="22" y="46"/>
                      <a:pt x="22" y="47"/>
                      <a:pt x="22" y="47"/>
                    </a:cubicBezTo>
                    <a:cubicBezTo>
                      <a:pt x="22" y="51"/>
                      <a:pt x="22" y="54"/>
                      <a:pt x="22" y="58"/>
                    </a:cubicBezTo>
                    <a:cubicBezTo>
                      <a:pt x="19" y="58"/>
                      <a:pt x="16" y="58"/>
                      <a:pt x="13" y="58"/>
                    </a:cubicBezTo>
                    <a:close/>
                    <a:moveTo>
                      <a:pt x="10" y="37"/>
                    </a:moveTo>
                    <a:cubicBezTo>
                      <a:pt x="10" y="37"/>
                      <a:pt x="10" y="37"/>
                      <a:pt x="10" y="37"/>
                    </a:cubicBezTo>
                    <a:cubicBezTo>
                      <a:pt x="10" y="36"/>
                      <a:pt x="11" y="34"/>
                      <a:pt x="11" y="33"/>
                    </a:cubicBezTo>
                    <a:cubicBezTo>
                      <a:pt x="11" y="31"/>
                      <a:pt x="11" y="29"/>
                      <a:pt x="11" y="27"/>
                    </a:cubicBezTo>
                    <a:cubicBezTo>
                      <a:pt x="11" y="24"/>
                      <a:pt x="11" y="20"/>
                      <a:pt x="11" y="17"/>
                    </a:cubicBezTo>
                    <a:cubicBezTo>
                      <a:pt x="11" y="17"/>
                      <a:pt x="11" y="17"/>
                      <a:pt x="11" y="16"/>
                    </a:cubicBezTo>
                    <a:cubicBezTo>
                      <a:pt x="11" y="16"/>
                      <a:pt x="11" y="17"/>
                      <a:pt x="10" y="17"/>
                    </a:cubicBezTo>
                    <a:cubicBezTo>
                      <a:pt x="9" y="19"/>
                      <a:pt x="8" y="21"/>
                      <a:pt x="7" y="23"/>
                    </a:cubicBezTo>
                    <a:cubicBezTo>
                      <a:pt x="7" y="24"/>
                      <a:pt x="7" y="24"/>
                      <a:pt x="7" y="25"/>
                    </a:cubicBezTo>
                    <a:cubicBezTo>
                      <a:pt x="8" y="29"/>
                      <a:pt x="9" y="33"/>
                      <a:pt x="10" y="37"/>
                    </a:cubicBezTo>
                    <a:close/>
                    <a:moveTo>
                      <a:pt x="36" y="16"/>
                    </a:moveTo>
                    <a:cubicBezTo>
                      <a:pt x="36" y="16"/>
                      <a:pt x="36" y="16"/>
                      <a:pt x="36" y="16"/>
                    </a:cubicBezTo>
                    <a:cubicBezTo>
                      <a:pt x="36" y="17"/>
                      <a:pt x="36" y="17"/>
                      <a:pt x="36" y="17"/>
                    </a:cubicBezTo>
                    <a:cubicBezTo>
                      <a:pt x="36" y="21"/>
                      <a:pt x="36" y="25"/>
                      <a:pt x="36" y="28"/>
                    </a:cubicBezTo>
                    <a:cubicBezTo>
                      <a:pt x="36" y="31"/>
                      <a:pt x="36" y="34"/>
                      <a:pt x="37" y="36"/>
                    </a:cubicBezTo>
                    <a:cubicBezTo>
                      <a:pt x="37" y="37"/>
                      <a:pt x="37" y="37"/>
                      <a:pt x="37" y="37"/>
                    </a:cubicBezTo>
                    <a:cubicBezTo>
                      <a:pt x="37" y="36"/>
                      <a:pt x="37" y="34"/>
                      <a:pt x="38" y="33"/>
                    </a:cubicBezTo>
                    <a:cubicBezTo>
                      <a:pt x="38" y="30"/>
                      <a:pt x="39" y="28"/>
                      <a:pt x="40" y="25"/>
                    </a:cubicBezTo>
                    <a:cubicBezTo>
                      <a:pt x="40" y="24"/>
                      <a:pt x="40" y="23"/>
                      <a:pt x="39" y="22"/>
                    </a:cubicBezTo>
                    <a:cubicBezTo>
                      <a:pt x="38" y="21"/>
                      <a:pt x="38" y="19"/>
                      <a:pt x="37" y="17"/>
                    </a:cubicBezTo>
                    <a:cubicBezTo>
                      <a:pt x="37" y="17"/>
                      <a:pt x="36" y="17"/>
                      <a:pt x="36" y="1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31" name="Freeform 1235">
                <a:extLst>
                  <a:ext uri="{FF2B5EF4-FFF2-40B4-BE49-F238E27FC236}">
                    <a16:creationId xmlns="" xmlns:a16="http://schemas.microsoft.com/office/drawing/2014/main" id="{C29E88FD-21F2-4254-9B7A-AF88C81A75CA}"/>
                  </a:ext>
                </a:extLst>
              </p:cNvPr>
              <p:cNvSpPr>
                <a:spLocks/>
              </p:cNvSpPr>
              <p:nvPr/>
            </p:nvSpPr>
            <p:spPr bwMode="auto">
              <a:xfrm>
                <a:off x="4779116" y="5741883"/>
                <a:ext cx="52388" cy="74613"/>
              </a:xfrm>
              <a:custGeom>
                <a:avLst/>
                <a:gdLst>
                  <a:gd name="T0" fmla="*/ 14 w 14"/>
                  <a:gd name="T1" fmla="*/ 9 h 20"/>
                  <a:gd name="T2" fmla="*/ 11 w 14"/>
                  <a:gd name="T3" fmla="*/ 18 h 20"/>
                  <a:gd name="T4" fmla="*/ 4 w 14"/>
                  <a:gd name="T5" fmla="*/ 18 h 20"/>
                  <a:gd name="T6" fmla="*/ 1 w 14"/>
                  <a:gd name="T7" fmla="*/ 10 h 20"/>
                  <a:gd name="T8" fmla="*/ 1 w 14"/>
                  <a:gd name="T9" fmla="*/ 5 h 20"/>
                  <a:gd name="T10" fmla="*/ 12 w 14"/>
                  <a:gd name="T11" fmla="*/ 3 h 20"/>
                  <a:gd name="T12" fmla="*/ 14 w 14"/>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14" h="20">
                    <a:moveTo>
                      <a:pt x="14" y="9"/>
                    </a:moveTo>
                    <a:cubicBezTo>
                      <a:pt x="14" y="12"/>
                      <a:pt x="13" y="15"/>
                      <a:pt x="11" y="18"/>
                    </a:cubicBezTo>
                    <a:cubicBezTo>
                      <a:pt x="9" y="20"/>
                      <a:pt x="6" y="20"/>
                      <a:pt x="4" y="18"/>
                    </a:cubicBezTo>
                    <a:cubicBezTo>
                      <a:pt x="2" y="15"/>
                      <a:pt x="1" y="13"/>
                      <a:pt x="1" y="10"/>
                    </a:cubicBezTo>
                    <a:cubicBezTo>
                      <a:pt x="0" y="8"/>
                      <a:pt x="0" y="7"/>
                      <a:pt x="1" y="5"/>
                    </a:cubicBezTo>
                    <a:cubicBezTo>
                      <a:pt x="3" y="1"/>
                      <a:pt x="9" y="0"/>
                      <a:pt x="12" y="3"/>
                    </a:cubicBezTo>
                    <a:cubicBezTo>
                      <a:pt x="14" y="5"/>
                      <a:pt x="14" y="6"/>
                      <a:pt x="14" y="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grpSp>
          <p:nvGrpSpPr>
            <p:cNvPr id="495" name="Group 494">
              <a:extLst>
                <a:ext uri="{FF2B5EF4-FFF2-40B4-BE49-F238E27FC236}">
                  <a16:creationId xmlns="" xmlns:a16="http://schemas.microsoft.com/office/drawing/2014/main" id="{FBD36169-947F-460C-A785-0CCA72B9A9EB}"/>
                </a:ext>
              </a:extLst>
            </p:cNvPr>
            <p:cNvGrpSpPr/>
            <p:nvPr/>
          </p:nvGrpSpPr>
          <p:grpSpPr>
            <a:xfrm>
              <a:off x="11452371" y="616367"/>
              <a:ext cx="40275" cy="49451"/>
              <a:chOff x="2764578" y="2589108"/>
              <a:chExt cx="376238" cy="461962"/>
            </a:xfrm>
          </p:grpSpPr>
          <p:sp>
            <p:nvSpPr>
              <p:cNvPr id="525" name="Freeform 1240">
                <a:extLst>
                  <a:ext uri="{FF2B5EF4-FFF2-40B4-BE49-F238E27FC236}">
                    <a16:creationId xmlns="" xmlns:a16="http://schemas.microsoft.com/office/drawing/2014/main" id="{34F734BE-07C8-4CC5-90B7-196C71B03BA5}"/>
                  </a:ext>
                </a:extLst>
              </p:cNvPr>
              <p:cNvSpPr>
                <a:spLocks/>
              </p:cNvSpPr>
              <p:nvPr/>
            </p:nvSpPr>
            <p:spPr bwMode="auto">
              <a:xfrm>
                <a:off x="2764578" y="2765320"/>
                <a:ext cx="376238" cy="285750"/>
              </a:xfrm>
              <a:custGeom>
                <a:avLst/>
                <a:gdLst>
                  <a:gd name="T0" fmla="*/ 44 w 100"/>
                  <a:gd name="T1" fmla="*/ 41 h 76"/>
                  <a:gd name="T2" fmla="*/ 45 w 100"/>
                  <a:gd name="T3" fmla="*/ 32 h 76"/>
                  <a:gd name="T4" fmla="*/ 45 w 100"/>
                  <a:gd name="T5" fmla="*/ 20 h 76"/>
                  <a:gd name="T6" fmla="*/ 48 w 100"/>
                  <a:gd name="T7" fmla="*/ 13 h 76"/>
                  <a:gd name="T8" fmla="*/ 48 w 100"/>
                  <a:gd name="T9" fmla="*/ 9 h 76"/>
                  <a:gd name="T10" fmla="*/ 47 w 100"/>
                  <a:gd name="T11" fmla="*/ 9 h 76"/>
                  <a:gd name="T12" fmla="*/ 49 w 100"/>
                  <a:gd name="T13" fmla="*/ 1 h 76"/>
                  <a:gd name="T14" fmla="*/ 54 w 100"/>
                  <a:gd name="T15" fmla="*/ 3 h 76"/>
                  <a:gd name="T16" fmla="*/ 54 w 100"/>
                  <a:gd name="T17" fmla="*/ 7 h 76"/>
                  <a:gd name="T18" fmla="*/ 54 w 100"/>
                  <a:gd name="T19" fmla="*/ 16 h 76"/>
                  <a:gd name="T20" fmla="*/ 55 w 100"/>
                  <a:gd name="T21" fmla="*/ 23 h 76"/>
                  <a:gd name="T22" fmla="*/ 55 w 100"/>
                  <a:gd name="T23" fmla="*/ 41 h 76"/>
                  <a:gd name="T24" fmla="*/ 56 w 100"/>
                  <a:gd name="T25" fmla="*/ 41 h 76"/>
                  <a:gd name="T26" fmla="*/ 57 w 100"/>
                  <a:gd name="T27" fmla="*/ 39 h 76"/>
                  <a:gd name="T28" fmla="*/ 66 w 100"/>
                  <a:gd name="T29" fmla="*/ 4 h 76"/>
                  <a:gd name="T30" fmla="*/ 71 w 100"/>
                  <a:gd name="T31" fmla="*/ 1 h 76"/>
                  <a:gd name="T32" fmla="*/ 87 w 100"/>
                  <a:gd name="T33" fmla="*/ 14 h 76"/>
                  <a:gd name="T34" fmla="*/ 98 w 100"/>
                  <a:gd name="T35" fmla="*/ 44 h 76"/>
                  <a:gd name="T36" fmla="*/ 95 w 100"/>
                  <a:gd name="T37" fmla="*/ 55 h 76"/>
                  <a:gd name="T38" fmla="*/ 71 w 100"/>
                  <a:gd name="T39" fmla="*/ 73 h 76"/>
                  <a:gd name="T40" fmla="*/ 65 w 100"/>
                  <a:gd name="T41" fmla="*/ 75 h 76"/>
                  <a:gd name="T42" fmla="*/ 59 w 100"/>
                  <a:gd name="T43" fmla="*/ 71 h 76"/>
                  <a:gd name="T44" fmla="*/ 60 w 100"/>
                  <a:gd name="T45" fmla="*/ 63 h 76"/>
                  <a:gd name="T46" fmla="*/ 63 w 100"/>
                  <a:gd name="T47" fmla="*/ 61 h 76"/>
                  <a:gd name="T48" fmla="*/ 81 w 100"/>
                  <a:gd name="T49" fmla="*/ 48 h 76"/>
                  <a:gd name="T50" fmla="*/ 82 w 100"/>
                  <a:gd name="T51" fmla="*/ 43 h 76"/>
                  <a:gd name="T52" fmla="*/ 77 w 100"/>
                  <a:gd name="T53" fmla="*/ 30 h 76"/>
                  <a:gd name="T54" fmla="*/ 77 w 100"/>
                  <a:gd name="T55" fmla="*/ 32 h 76"/>
                  <a:gd name="T56" fmla="*/ 78 w 100"/>
                  <a:gd name="T57" fmla="*/ 42 h 76"/>
                  <a:gd name="T58" fmla="*/ 76 w 100"/>
                  <a:gd name="T59" fmla="*/ 48 h 76"/>
                  <a:gd name="T60" fmla="*/ 58 w 100"/>
                  <a:gd name="T61" fmla="*/ 61 h 76"/>
                  <a:gd name="T62" fmla="*/ 53 w 100"/>
                  <a:gd name="T63" fmla="*/ 69 h 76"/>
                  <a:gd name="T64" fmla="*/ 51 w 100"/>
                  <a:gd name="T65" fmla="*/ 71 h 76"/>
                  <a:gd name="T66" fmla="*/ 48 w 100"/>
                  <a:gd name="T67" fmla="*/ 71 h 76"/>
                  <a:gd name="T68" fmla="*/ 46 w 100"/>
                  <a:gd name="T69" fmla="*/ 69 h 76"/>
                  <a:gd name="T70" fmla="*/ 42 w 100"/>
                  <a:gd name="T71" fmla="*/ 61 h 76"/>
                  <a:gd name="T72" fmla="*/ 24 w 100"/>
                  <a:gd name="T73" fmla="*/ 48 h 76"/>
                  <a:gd name="T74" fmla="*/ 22 w 100"/>
                  <a:gd name="T75" fmla="*/ 42 h 76"/>
                  <a:gd name="T76" fmla="*/ 23 w 100"/>
                  <a:gd name="T77" fmla="*/ 32 h 76"/>
                  <a:gd name="T78" fmla="*/ 22 w 100"/>
                  <a:gd name="T79" fmla="*/ 30 h 76"/>
                  <a:gd name="T80" fmla="*/ 17 w 100"/>
                  <a:gd name="T81" fmla="*/ 45 h 76"/>
                  <a:gd name="T82" fmla="*/ 18 w 100"/>
                  <a:gd name="T83" fmla="*/ 47 h 76"/>
                  <a:gd name="T84" fmla="*/ 37 w 100"/>
                  <a:gd name="T85" fmla="*/ 61 h 76"/>
                  <a:gd name="T86" fmla="*/ 38 w 100"/>
                  <a:gd name="T87" fmla="*/ 62 h 76"/>
                  <a:gd name="T88" fmla="*/ 40 w 100"/>
                  <a:gd name="T89" fmla="*/ 73 h 76"/>
                  <a:gd name="T90" fmla="*/ 30 w 100"/>
                  <a:gd name="T91" fmla="*/ 74 h 76"/>
                  <a:gd name="T92" fmla="*/ 12 w 100"/>
                  <a:gd name="T93" fmla="*/ 61 h 76"/>
                  <a:gd name="T94" fmla="*/ 4 w 100"/>
                  <a:gd name="T95" fmla="*/ 54 h 76"/>
                  <a:gd name="T96" fmla="*/ 1 w 100"/>
                  <a:gd name="T97" fmla="*/ 45 h 76"/>
                  <a:gd name="T98" fmla="*/ 16 w 100"/>
                  <a:gd name="T99" fmla="*/ 8 h 76"/>
                  <a:gd name="T100" fmla="*/ 20 w 100"/>
                  <a:gd name="T101" fmla="*/ 3 h 76"/>
                  <a:gd name="T102" fmla="*/ 30 w 100"/>
                  <a:gd name="T103" fmla="*/ 0 h 76"/>
                  <a:gd name="T104" fmla="*/ 34 w 100"/>
                  <a:gd name="T105" fmla="*/ 3 h 76"/>
                  <a:gd name="T106" fmla="*/ 43 w 100"/>
                  <a:gd name="T107" fmla="*/ 38 h 76"/>
                  <a:gd name="T108" fmla="*/ 44 w 100"/>
                  <a:gd name="T109" fmla="*/ 41 h 76"/>
                  <a:gd name="T110" fmla="*/ 44 w 100"/>
                  <a:gd name="T111" fmla="*/ 4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 h="76">
                    <a:moveTo>
                      <a:pt x="44" y="41"/>
                    </a:moveTo>
                    <a:cubicBezTo>
                      <a:pt x="45" y="38"/>
                      <a:pt x="45" y="35"/>
                      <a:pt x="45" y="32"/>
                    </a:cubicBezTo>
                    <a:cubicBezTo>
                      <a:pt x="45" y="28"/>
                      <a:pt x="45" y="24"/>
                      <a:pt x="45" y="20"/>
                    </a:cubicBezTo>
                    <a:cubicBezTo>
                      <a:pt x="45" y="17"/>
                      <a:pt x="46" y="15"/>
                      <a:pt x="48" y="13"/>
                    </a:cubicBezTo>
                    <a:cubicBezTo>
                      <a:pt x="50" y="12"/>
                      <a:pt x="50" y="11"/>
                      <a:pt x="48" y="9"/>
                    </a:cubicBezTo>
                    <a:cubicBezTo>
                      <a:pt x="48" y="9"/>
                      <a:pt x="48" y="9"/>
                      <a:pt x="47" y="9"/>
                    </a:cubicBezTo>
                    <a:cubicBezTo>
                      <a:pt x="44" y="6"/>
                      <a:pt x="45" y="3"/>
                      <a:pt x="49" y="1"/>
                    </a:cubicBezTo>
                    <a:cubicBezTo>
                      <a:pt x="51" y="0"/>
                      <a:pt x="53" y="2"/>
                      <a:pt x="54" y="3"/>
                    </a:cubicBezTo>
                    <a:cubicBezTo>
                      <a:pt x="55" y="4"/>
                      <a:pt x="56" y="6"/>
                      <a:pt x="54" y="7"/>
                    </a:cubicBezTo>
                    <a:cubicBezTo>
                      <a:pt x="51" y="10"/>
                      <a:pt x="51" y="12"/>
                      <a:pt x="54" y="16"/>
                    </a:cubicBezTo>
                    <a:cubicBezTo>
                      <a:pt x="55" y="17"/>
                      <a:pt x="55" y="20"/>
                      <a:pt x="55" y="23"/>
                    </a:cubicBezTo>
                    <a:cubicBezTo>
                      <a:pt x="55" y="29"/>
                      <a:pt x="55" y="35"/>
                      <a:pt x="55" y="41"/>
                    </a:cubicBezTo>
                    <a:cubicBezTo>
                      <a:pt x="56" y="41"/>
                      <a:pt x="56" y="41"/>
                      <a:pt x="56" y="41"/>
                    </a:cubicBezTo>
                    <a:cubicBezTo>
                      <a:pt x="56" y="40"/>
                      <a:pt x="56" y="40"/>
                      <a:pt x="57" y="39"/>
                    </a:cubicBezTo>
                    <a:cubicBezTo>
                      <a:pt x="60" y="27"/>
                      <a:pt x="63" y="16"/>
                      <a:pt x="66" y="4"/>
                    </a:cubicBezTo>
                    <a:cubicBezTo>
                      <a:pt x="67" y="0"/>
                      <a:pt x="67" y="0"/>
                      <a:pt x="71" y="1"/>
                    </a:cubicBezTo>
                    <a:cubicBezTo>
                      <a:pt x="85" y="4"/>
                      <a:pt x="83" y="5"/>
                      <a:pt x="87" y="14"/>
                    </a:cubicBezTo>
                    <a:cubicBezTo>
                      <a:pt x="91" y="24"/>
                      <a:pt x="94" y="34"/>
                      <a:pt x="98" y="44"/>
                    </a:cubicBezTo>
                    <a:cubicBezTo>
                      <a:pt x="100" y="49"/>
                      <a:pt x="99" y="52"/>
                      <a:pt x="95" y="55"/>
                    </a:cubicBezTo>
                    <a:cubicBezTo>
                      <a:pt x="87" y="61"/>
                      <a:pt x="79" y="67"/>
                      <a:pt x="71" y="73"/>
                    </a:cubicBezTo>
                    <a:cubicBezTo>
                      <a:pt x="69" y="74"/>
                      <a:pt x="67" y="75"/>
                      <a:pt x="65" y="75"/>
                    </a:cubicBezTo>
                    <a:cubicBezTo>
                      <a:pt x="62" y="75"/>
                      <a:pt x="60" y="74"/>
                      <a:pt x="59" y="71"/>
                    </a:cubicBezTo>
                    <a:cubicBezTo>
                      <a:pt x="58" y="68"/>
                      <a:pt x="58" y="66"/>
                      <a:pt x="60" y="63"/>
                    </a:cubicBezTo>
                    <a:cubicBezTo>
                      <a:pt x="61" y="63"/>
                      <a:pt x="62" y="62"/>
                      <a:pt x="63" y="61"/>
                    </a:cubicBezTo>
                    <a:cubicBezTo>
                      <a:pt x="69" y="57"/>
                      <a:pt x="75" y="52"/>
                      <a:pt x="81" y="48"/>
                    </a:cubicBezTo>
                    <a:cubicBezTo>
                      <a:pt x="83" y="46"/>
                      <a:pt x="83" y="45"/>
                      <a:pt x="82" y="43"/>
                    </a:cubicBezTo>
                    <a:cubicBezTo>
                      <a:pt x="81" y="38"/>
                      <a:pt x="79" y="34"/>
                      <a:pt x="77" y="30"/>
                    </a:cubicBezTo>
                    <a:cubicBezTo>
                      <a:pt x="77" y="30"/>
                      <a:pt x="77" y="31"/>
                      <a:pt x="77" y="32"/>
                    </a:cubicBezTo>
                    <a:cubicBezTo>
                      <a:pt x="77" y="35"/>
                      <a:pt x="78" y="39"/>
                      <a:pt x="78" y="42"/>
                    </a:cubicBezTo>
                    <a:cubicBezTo>
                      <a:pt x="79" y="45"/>
                      <a:pt x="78" y="46"/>
                      <a:pt x="76" y="48"/>
                    </a:cubicBezTo>
                    <a:cubicBezTo>
                      <a:pt x="70" y="52"/>
                      <a:pt x="64" y="57"/>
                      <a:pt x="58" y="61"/>
                    </a:cubicBezTo>
                    <a:cubicBezTo>
                      <a:pt x="55" y="63"/>
                      <a:pt x="53" y="65"/>
                      <a:pt x="53" y="69"/>
                    </a:cubicBezTo>
                    <a:cubicBezTo>
                      <a:pt x="53" y="70"/>
                      <a:pt x="52" y="70"/>
                      <a:pt x="51" y="71"/>
                    </a:cubicBezTo>
                    <a:cubicBezTo>
                      <a:pt x="51" y="71"/>
                      <a:pt x="49" y="71"/>
                      <a:pt x="48" y="71"/>
                    </a:cubicBezTo>
                    <a:cubicBezTo>
                      <a:pt x="47" y="71"/>
                      <a:pt x="46" y="70"/>
                      <a:pt x="46" y="69"/>
                    </a:cubicBezTo>
                    <a:cubicBezTo>
                      <a:pt x="47" y="66"/>
                      <a:pt x="45" y="63"/>
                      <a:pt x="42" y="61"/>
                    </a:cubicBezTo>
                    <a:cubicBezTo>
                      <a:pt x="36" y="57"/>
                      <a:pt x="30" y="52"/>
                      <a:pt x="24" y="48"/>
                    </a:cubicBezTo>
                    <a:cubicBezTo>
                      <a:pt x="22" y="46"/>
                      <a:pt x="21" y="45"/>
                      <a:pt x="22" y="42"/>
                    </a:cubicBezTo>
                    <a:cubicBezTo>
                      <a:pt x="22" y="39"/>
                      <a:pt x="23" y="35"/>
                      <a:pt x="23" y="32"/>
                    </a:cubicBezTo>
                    <a:cubicBezTo>
                      <a:pt x="23" y="31"/>
                      <a:pt x="23" y="30"/>
                      <a:pt x="22" y="30"/>
                    </a:cubicBezTo>
                    <a:cubicBezTo>
                      <a:pt x="21" y="35"/>
                      <a:pt x="19" y="40"/>
                      <a:pt x="17" y="45"/>
                    </a:cubicBezTo>
                    <a:cubicBezTo>
                      <a:pt x="17" y="45"/>
                      <a:pt x="18" y="46"/>
                      <a:pt x="18" y="47"/>
                    </a:cubicBezTo>
                    <a:cubicBezTo>
                      <a:pt x="24" y="52"/>
                      <a:pt x="31" y="56"/>
                      <a:pt x="37" y="61"/>
                    </a:cubicBezTo>
                    <a:cubicBezTo>
                      <a:pt x="37" y="61"/>
                      <a:pt x="38" y="62"/>
                      <a:pt x="38" y="62"/>
                    </a:cubicBezTo>
                    <a:cubicBezTo>
                      <a:pt x="42" y="65"/>
                      <a:pt x="43" y="69"/>
                      <a:pt x="40" y="73"/>
                    </a:cubicBezTo>
                    <a:cubicBezTo>
                      <a:pt x="38" y="76"/>
                      <a:pt x="33" y="76"/>
                      <a:pt x="30" y="74"/>
                    </a:cubicBezTo>
                    <a:cubicBezTo>
                      <a:pt x="24" y="69"/>
                      <a:pt x="18" y="65"/>
                      <a:pt x="12" y="61"/>
                    </a:cubicBezTo>
                    <a:cubicBezTo>
                      <a:pt x="9" y="59"/>
                      <a:pt x="7" y="57"/>
                      <a:pt x="4" y="54"/>
                    </a:cubicBezTo>
                    <a:cubicBezTo>
                      <a:pt x="1" y="52"/>
                      <a:pt x="0" y="49"/>
                      <a:pt x="1" y="45"/>
                    </a:cubicBezTo>
                    <a:cubicBezTo>
                      <a:pt x="6" y="33"/>
                      <a:pt x="11" y="20"/>
                      <a:pt x="16" y="8"/>
                    </a:cubicBezTo>
                    <a:cubicBezTo>
                      <a:pt x="16" y="6"/>
                      <a:pt x="19" y="4"/>
                      <a:pt x="20" y="3"/>
                    </a:cubicBezTo>
                    <a:cubicBezTo>
                      <a:pt x="23" y="2"/>
                      <a:pt x="27" y="1"/>
                      <a:pt x="30" y="0"/>
                    </a:cubicBezTo>
                    <a:cubicBezTo>
                      <a:pt x="33" y="0"/>
                      <a:pt x="33" y="0"/>
                      <a:pt x="34" y="3"/>
                    </a:cubicBezTo>
                    <a:cubicBezTo>
                      <a:pt x="37" y="15"/>
                      <a:pt x="40" y="27"/>
                      <a:pt x="43" y="38"/>
                    </a:cubicBezTo>
                    <a:cubicBezTo>
                      <a:pt x="43" y="39"/>
                      <a:pt x="44" y="40"/>
                      <a:pt x="44" y="41"/>
                    </a:cubicBezTo>
                    <a:cubicBezTo>
                      <a:pt x="44" y="41"/>
                      <a:pt x="44" y="41"/>
                      <a:pt x="44" y="4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6" name="Freeform 1241">
                <a:extLst>
                  <a:ext uri="{FF2B5EF4-FFF2-40B4-BE49-F238E27FC236}">
                    <a16:creationId xmlns="" xmlns:a16="http://schemas.microsoft.com/office/drawing/2014/main" id="{FC673C94-FC5C-4E16-ABD4-41CF3963F689}"/>
                  </a:ext>
                </a:extLst>
              </p:cNvPr>
              <p:cNvSpPr>
                <a:spLocks/>
              </p:cNvSpPr>
              <p:nvPr/>
            </p:nvSpPr>
            <p:spPr bwMode="auto">
              <a:xfrm>
                <a:off x="2885228" y="2589108"/>
                <a:ext cx="131763" cy="158750"/>
              </a:xfrm>
              <a:custGeom>
                <a:avLst/>
                <a:gdLst>
                  <a:gd name="T0" fmla="*/ 18 w 35"/>
                  <a:gd name="T1" fmla="*/ 0 h 42"/>
                  <a:gd name="T2" fmla="*/ 35 w 35"/>
                  <a:gd name="T3" fmla="*/ 17 h 42"/>
                  <a:gd name="T4" fmla="*/ 27 w 35"/>
                  <a:gd name="T5" fmla="*/ 36 h 42"/>
                  <a:gd name="T6" fmla="*/ 8 w 35"/>
                  <a:gd name="T7" fmla="*/ 35 h 42"/>
                  <a:gd name="T8" fmla="*/ 1 w 35"/>
                  <a:gd name="T9" fmla="*/ 13 h 42"/>
                  <a:gd name="T10" fmla="*/ 18 w 35"/>
                  <a:gd name="T11" fmla="*/ 0 h 42"/>
                </a:gdLst>
                <a:ahLst/>
                <a:cxnLst>
                  <a:cxn ang="0">
                    <a:pos x="T0" y="T1"/>
                  </a:cxn>
                  <a:cxn ang="0">
                    <a:pos x="T2" y="T3"/>
                  </a:cxn>
                  <a:cxn ang="0">
                    <a:pos x="T4" y="T5"/>
                  </a:cxn>
                  <a:cxn ang="0">
                    <a:pos x="T6" y="T7"/>
                  </a:cxn>
                  <a:cxn ang="0">
                    <a:pos x="T8" y="T9"/>
                  </a:cxn>
                  <a:cxn ang="0">
                    <a:pos x="T10" y="T11"/>
                  </a:cxn>
                </a:cxnLst>
                <a:rect l="0" t="0" r="r" b="b"/>
                <a:pathLst>
                  <a:path w="35" h="42">
                    <a:moveTo>
                      <a:pt x="18" y="0"/>
                    </a:moveTo>
                    <a:cubicBezTo>
                      <a:pt x="28" y="0"/>
                      <a:pt x="35" y="6"/>
                      <a:pt x="35" y="17"/>
                    </a:cubicBezTo>
                    <a:cubicBezTo>
                      <a:pt x="35" y="24"/>
                      <a:pt x="32" y="30"/>
                      <a:pt x="27" y="36"/>
                    </a:cubicBezTo>
                    <a:cubicBezTo>
                      <a:pt x="21" y="42"/>
                      <a:pt x="13" y="42"/>
                      <a:pt x="8" y="35"/>
                    </a:cubicBezTo>
                    <a:cubicBezTo>
                      <a:pt x="2" y="29"/>
                      <a:pt x="0" y="22"/>
                      <a:pt x="1" y="13"/>
                    </a:cubicBezTo>
                    <a:cubicBezTo>
                      <a:pt x="2" y="5"/>
                      <a:pt x="9" y="0"/>
                      <a:pt x="1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7" name="Freeform 1242">
                <a:extLst>
                  <a:ext uri="{FF2B5EF4-FFF2-40B4-BE49-F238E27FC236}">
                    <a16:creationId xmlns="" xmlns:a16="http://schemas.microsoft.com/office/drawing/2014/main" id="{EB1BB673-5952-47A7-BD12-FD2496BF4E9A}"/>
                  </a:ext>
                </a:extLst>
              </p:cNvPr>
              <p:cNvSpPr>
                <a:spLocks/>
              </p:cNvSpPr>
              <p:nvPr/>
            </p:nvSpPr>
            <p:spPr bwMode="auto">
              <a:xfrm>
                <a:off x="3036041" y="2630383"/>
                <a:ext cx="96838" cy="206375"/>
              </a:xfrm>
              <a:custGeom>
                <a:avLst/>
                <a:gdLst>
                  <a:gd name="T0" fmla="*/ 23 w 26"/>
                  <a:gd name="T1" fmla="*/ 55 h 55"/>
                  <a:gd name="T2" fmla="*/ 19 w 26"/>
                  <a:gd name="T3" fmla="*/ 38 h 55"/>
                  <a:gd name="T4" fmla="*/ 20 w 26"/>
                  <a:gd name="T5" fmla="*/ 24 h 55"/>
                  <a:gd name="T6" fmla="*/ 4 w 26"/>
                  <a:gd name="T7" fmla="*/ 5 h 55"/>
                  <a:gd name="T8" fmla="*/ 1 w 26"/>
                  <a:gd name="T9" fmla="*/ 4 h 55"/>
                  <a:gd name="T10" fmla="*/ 0 w 26"/>
                  <a:gd name="T11" fmla="*/ 0 h 55"/>
                  <a:gd name="T12" fmla="*/ 3 w 26"/>
                  <a:gd name="T13" fmla="*/ 0 h 55"/>
                  <a:gd name="T14" fmla="*/ 25 w 26"/>
                  <a:gd name="T15" fmla="*/ 27 h 55"/>
                  <a:gd name="T16" fmla="*/ 23 w 26"/>
                  <a:gd name="T17" fmla="*/ 52 h 55"/>
                  <a:gd name="T18" fmla="*/ 23 w 26"/>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55">
                    <a:moveTo>
                      <a:pt x="23" y="55"/>
                    </a:moveTo>
                    <a:cubicBezTo>
                      <a:pt x="20" y="49"/>
                      <a:pt x="18" y="44"/>
                      <a:pt x="19" y="38"/>
                    </a:cubicBezTo>
                    <a:cubicBezTo>
                      <a:pt x="20" y="34"/>
                      <a:pt x="20" y="29"/>
                      <a:pt x="20" y="24"/>
                    </a:cubicBezTo>
                    <a:cubicBezTo>
                      <a:pt x="19" y="15"/>
                      <a:pt x="13" y="7"/>
                      <a:pt x="4" y="5"/>
                    </a:cubicBezTo>
                    <a:cubicBezTo>
                      <a:pt x="3" y="5"/>
                      <a:pt x="1" y="5"/>
                      <a:pt x="1" y="4"/>
                    </a:cubicBezTo>
                    <a:cubicBezTo>
                      <a:pt x="0" y="3"/>
                      <a:pt x="0" y="2"/>
                      <a:pt x="0" y="0"/>
                    </a:cubicBezTo>
                    <a:cubicBezTo>
                      <a:pt x="0" y="0"/>
                      <a:pt x="2" y="0"/>
                      <a:pt x="3" y="0"/>
                    </a:cubicBezTo>
                    <a:cubicBezTo>
                      <a:pt x="16" y="2"/>
                      <a:pt x="26" y="14"/>
                      <a:pt x="25" y="27"/>
                    </a:cubicBezTo>
                    <a:cubicBezTo>
                      <a:pt x="25" y="36"/>
                      <a:pt x="24" y="44"/>
                      <a:pt x="23" y="52"/>
                    </a:cubicBezTo>
                    <a:cubicBezTo>
                      <a:pt x="23" y="53"/>
                      <a:pt x="23" y="53"/>
                      <a:pt x="23" y="5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8" name="Freeform 1243">
                <a:extLst>
                  <a:ext uri="{FF2B5EF4-FFF2-40B4-BE49-F238E27FC236}">
                    <a16:creationId xmlns="" xmlns:a16="http://schemas.microsoft.com/office/drawing/2014/main" id="{71111FE6-375D-40C1-8C4B-EF88235AD04E}"/>
                  </a:ext>
                </a:extLst>
              </p:cNvPr>
              <p:cNvSpPr>
                <a:spLocks/>
              </p:cNvSpPr>
              <p:nvPr/>
            </p:nvSpPr>
            <p:spPr bwMode="auto">
              <a:xfrm>
                <a:off x="2775691" y="2630383"/>
                <a:ext cx="93663" cy="203200"/>
              </a:xfrm>
              <a:custGeom>
                <a:avLst/>
                <a:gdLst>
                  <a:gd name="T0" fmla="*/ 2 w 25"/>
                  <a:gd name="T1" fmla="*/ 54 h 54"/>
                  <a:gd name="T2" fmla="*/ 0 w 25"/>
                  <a:gd name="T3" fmla="*/ 37 h 54"/>
                  <a:gd name="T4" fmla="*/ 0 w 25"/>
                  <a:gd name="T5" fmla="*/ 23 h 54"/>
                  <a:gd name="T6" fmla="*/ 22 w 25"/>
                  <a:gd name="T7" fmla="*/ 0 h 54"/>
                  <a:gd name="T8" fmla="*/ 25 w 25"/>
                  <a:gd name="T9" fmla="*/ 1 h 54"/>
                  <a:gd name="T10" fmla="*/ 23 w 25"/>
                  <a:gd name="T11" fmla="*/ 5 h 54"/>
                  <a:gd name="T12" fmla="*/ 22 w 25"/>
                  <a:gd name="T13" fmla="*/ 5 h 54"/>
                  <a:gd name="T14" fmla="*/ 5 w 25"/>
                  <a:gd name="T15" fmla="*/ 31 h 54"/>
                  <a:gd name="T16" fmla="*/ 6 w 25"/>
                  <a:gd name="T17" fmla="*/ 43 h 54"/>
                  <a:gd name="T18" fmla="*/ 3 w 25"/>
                  <a:gd name="T19" fmla="*/ 54 h 54"/>
                  <a:gd name="T20" fmla="*/ 2 w 25"/>
                  <a:gd name="T2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54">
                    <a:moveTo>
                      <a:pt x="2" y="54"/>
                    </a:moveTo>
                    <a:cubicBezTo>
                      <a:pt x="1" y="48"/>
                      <a:pt x="1" y="42"/>
                      <a:pt x="0" y="37"/>
                    </a:cubicBezTo>
                    <a:cubicBezTo>
                      <a:pt x="0" y="32"/>
                      <a:pt x="0" y="28"/>
                      <a:pt x="0" y="23"/>
                    </a:cubicBezTo>
                    <a:cubicBezTo>
                      <a:pt x="1" y="12"/>
                      <a:pt x="10" y="1"/>
                      <a:pt x="22" y="0"/>
                    </a:cubicBezTo>
                    <a:cubicBezTo>
                      <a:pt x="23" y="0"/>
                      <a:pt x="24" y="0"/>
                      <a:pt x="25" y="1"/>
                    </a:cubicBezTo>
                    <a:cubicBezTo>
                      <a:pt x="24" y="2"/>
                      <a:pt x="24" y="3"/>
                      <a:pt x="23" y="5"/>
                    </a:cubicBezTo>
                    <a:cubicBezTo>
                      <a:pt x="23" y="5"/>
                      <a:pt x="22" y="5"/>
                      <a:pt x="22" y="5"/>
                    </a:cubicBezTo>
                    <a:cubicBezTo>
                      <a:pt x="10" y="8"/>
                      <a:pt x="3" y="18"/>
                      <a:pt x="5" y="31"/>
                    </a:cubicBezTo>
                    <a:cubicBezTo>
                      <a:pt x="5" y="35"/>
                      <a:pt x="6" y="39"/>
                      <a:pt x="6" y="43"/>
                    </a:cubicBezTo>
                    <a:cubicBezTo>
                      <a:pt x="5" y="47"/>
                      <a:pt x="4" y="50"/>
                      <a:pt x="3" y="54"/>
                    </a:cubicBezTo>
                    <a:cubicBezTo>
                      <a:pt x="2" y="54"/>
                      <a:pt x="2" y="54"/>
                      <a:pt x="2"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grpSp>
          <p:nvGrpSpPr>
            <p:cNvPr id="496" name="Group 495">
              <a:extLst>
                <a:ext uri="{FF2B5EF4-FFF2-40B4-BE49-F238E27FC236}">
                  <a16:creationId xmlns="" xmlns:a16="http://schemas.microsoft.com/office/drawing/2014/main" id="{7389FC80-40B8-4D99-927E-38A67FF2834E}"/>
                </a:ext>
              </a:extLst>
            </p:cNvPr>
            <p:cNvGrpSpPr/>
            <p:nvPr/>
          </p:nvGrpSpPr>
          <p:grpSpPr>
            <a:xfrm>
              <a:off x="11527023" y="543542"/>
              <a:ext cx="45113" cy="48700"/>
              <a:chOff x="2393103" y="1882670"/>
              <a:chExt cx="379413" cy="409575"/>
            </a:xfrm>
          </p:grpSpPr>
          <p:sp>
            <p:nvSpPr>
              <p:cNvPr id="513" name="Freeform 1401">
                <a:extLst>
                  <a:ext uri="{FF2B5EF4-FFF2-40B4-BE49-F238E27FC236}">
                    <a16:creationId xmlns="" xmlns:a16="http://schemas.microsoft.com/office/drawing/2014/main" id="{FB7FD911-F615-4382-97C7-BD0280E2FA0E}"/>
                  </a:ext>
                </a:extLst>
              </p:cNvPr>
              <p:cNvSpPr>
                <a:spLocks/>
              </p:cNvSpPr>
              <p:nvPr/>
            </p:nvSpPr>
            <p:spPr bwMode="auto">
              <a:xfrm>
                <a:off x="2393103" y="1882670"/>
                <a:ext cx="379413" cy="346075"/>
              </a:xfrm>
              <a:custGeom>
                <a:avLst/>
                <a:gdLst>
                  <a:gd name="T0" fmla="*/ 1 w 101"/>
                  <a:gd name="T1" fmla="*/ 66 h 92"/>
                  <a:gd name="T2" fmla="*/ 2 w 101"/>
                  <a:gd name="T3" fmla="*/ 45 h 92"/>
                  <a:gd name="T4" fmla="*/ 24 w 101"/>
                  <a:gd name="T5" fmla="*/ 15 h 92"/>
                  <a:gd name="T6" fmla="*/ 93 w 101"/>
                  <a:gd name="T7" fmla="*/ 33 h 92"/>
                  <a:gd name="T8" fmla="*/ 97 w 101"/>
                  <a:gd name="T9" fmla="*/ 71 h 92"/>
                  <a:gd name="T10" fmla="*/ 85 w 101"/>
                  <a:gd name="T11" fmla="*/ 92 h 92"/>
                  <a:gd name="T12" fmla="*/ 85 w 101"/>
                  <a:gd name="T13" fmla="*/ 91 h 92"/>
                  <a:gd name="T14" fmla="*/ 85 w 101"/>
                  <a:gd name="T15" fmla="*/ 84 h 92"/>
                  <a:gd name="T16" fmla="*/ 85 w 101"/>
                  <a:gd name="T17" fmla="*/ 82 h 92"/>
                  <a:gd name="T18" fmla="*/ 92 w 101"/>
                  <a:gd name="T19" fmla="*/ 65 h 92"/>
                  <a:gd name="T20" fmla="*/ 88 w 101"/>
                  <a:gd name="T21" fmla="*/ 38 h 92"/>
                  <a:gd name="T22" fmla="*/ 65 w 101"/>
                  <a:gd name="T23" fmla="*/ 17 h 92"/>
                  <a:gd name="T24" fmla="*/ 46 w 101"/>
                  <a:gd name="T25" fmla="*/ 15 h 92"/>
                  <a:gd name="T26" fmla="*/ 18 w 101"/>
                  <a:gd name="T27" fmla="*/ 28 h 92"/>
                  <a:gd name="T28" fmla="*/ 7 w 101"/>
                  <a:gd name="T29" fmla="*/ 51 h 92"/>
                  <a:gd name="T30" fmla="*/ 7 w 101"/>
                  <a:gd name="T31" fmla="*/ 62 h 92"/>
                  <a:gd name="T32" fmla="*/ 6 w 101"/>
                  <a:gd name="T33" fmla="*/ 64 h 92"/>
                  <a:gd name="T34" fmla="*/ 1 w 101"/>
                  <a:gd name="T35" fmla="*/ 6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 h="92">
                    <a:moveTo>
                      <a:pt x="1" y="66"/>
                    </a:moveTo>
                    <a:cubicBezTo>
                      <a:pt x="0" y="59"/>
                      <a:pt x="0" y="52"/>
                      <a:pt x="2" y="45"/>
                    </a:cubicBezTo>
                    <a:cubicBezTo>
                      <a:pt x="5" y="32"/>
                      <a:pt x="13" y="22"/>
                      <a:pt x="24" y="15"/>
                    </a:cubicBezTo>
                    <a:cubicBezTo>
                      <a:pt x="49" y="0"/>
                      <a:pt x="79" y="9"/>
                      <a:pt x="93" y="33"/>
                    </a:cubicBezTo>
                    <a:cubicBezTo>
                      <a:pt x="100" y="45"/>
                      <a:pt x="101" y="58"/>
                      <a:pt x="97" y="71"/>
                    </a:cubicBezTo>
                    <a:cubicBezTo>
                      <a:pt x="95" y="79"/>
                      <a:pt x="91" y="86"/>
                      <a:pt x="85" y="92"/>
                    </a:cubicBezTo>
                    <a:cubicBezTo>
                      <a:pt x="85" y="92"/>
                      <a:pt x="85" y="91"/>
                      <a:pt x="85" y="91"/>
                    </a:cubicBezTo>
                    <a:cubicBezTo>
                      <a:pt x="85" y="88"/>
                      <a:pt x="85" y="86"/>
                      <a:pt x="85" y="84"/>
                    </a:cubicBezTo>
                    <a:cubicBezTo>
                      <a:pt x="85" y="83"/>
                      <a:pt x="85" y="83"/>
                      <a:pt x="85" y="82"/>
                    </a:cubicBezTo>
                    <a:cubicBezTo>
                      <a:pt x="89" y="77"/>
                      <a:pt x="91" y="71"/>
                      <a:pt x="92" y="65"/>
                    </a:cubicBezTo>
                    <a:cubicBezTo>
                      <a:pt x="94" y="55"/>
                      <a:pt x="92" y="46"/>
                      <a:pt x="88" y="38"/>
                    </a:cubicBezTo>
                    <a:cubicBezTo>
                      <a:pt x="83" y="28"/>
                      <a:pt x="75" y="21"/>
                      <a:pt x="65" y="17"/>
                    </a:cubicBezTo>
                    <a:cubicBezTo>
                      <a:pt x="59" y="15"/>
                      <a:pt x="53" y="14"/>
                      <a:pt x="46" y="15"/>
                    </a:cubicBezTo>
                    <a:cubicBezTo>
                      <a:pt x="35" y="16"/>
                      <a:pt x="26" y="20"/>
                      <a:pt x="18" y="28"/>
                    </a:cubicBezTo>
                    <a:cubicBezTo>
                      <a:pt x="12" y="35"/>
                      <a:pt x="8" y="43"/>
                      <a:pt x="7" y="51"/>
                    </a:cubicBezTo>
                    <a:cubicBezTo>
                      <a:pt x="7" y="55"/>
                      <a:pt x="7" y="59"/>
                      <a:pt x="7" y="62"/>
                    </a:cubicBezTo>
                    <a:cubicBezTo>
                      <a:pt x="7" y="63"/>
                      <a:pt x="7" y="63"/>
                      <a:pt x="6" y="64"/>
                    </a:cubicBezTo>
                    <a:cubicBezTo>
                      <a:pt x="5" y="64"/>
                      <a:pt x="3" y="65"/>
                      <a:pt x="1" y="6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4" name="Freeform 1402">
                <a:extLst>
                  <a:ext uri="{FF2B5EF4-FFF2-40B4-BE49-F238E27FC236}">
                    <a16:creationId xmlns="" xmlns:a16="http://schemas.microsoft.com/office/drawing/2014/main" id="{B88E7B3B-7B35-4770-9ED3-7B3C14F71263}"/>
                  </a:ext>
                </a:extLst>
              </p:cNvPr>
              <p:cNvSpPr>
                <a:spLocks/>
              </p:cNvSpPr>
              <p:nvPr/>
            </p:nvSpPr>
            <p:spPr bwMode="auto">
              <a:xfrm>
                <a:off x="2475653" y="2003320"/>
                <a:ext cx="184150" cy="115888"/>
              </a:xfrm>
              <a:custGeom>
                <a:avLst/>
                <a:gdLst>
                  <a:gd name="T0" fmla="*/ 36 w 49"/>
                  <a:gd name="T1" fmla="*/ 31 h 31"/>
                  <a:gd name="T2" fmla="*/ 29 w 49"/>
                  <a:gd name="T3" fmla="*/ 31 h 31"/>
                  <a:gd name="T4" fmla="*/ 24 w 49"/>
                  <a:gd name="T5" fmla="*/ 28 h 31"/>
                  <a:gd name="T6" fmla="*/ 20 w 49"/>
                  <a:gd name="T7" fmla="*/ 25 h 31"/>
                  <a:gd name="T8" fmla="*/ 2 w 49"/>
                  <a:gd name="T9" fmla="*/ 6 h 31"/>
                  <a:gd name="T10" fmla="*/ 1 w 49"/>
                  <a:gd name="T11" fmla="*/ 3 h 31"/>
                  <a:gd name="T12" fmla="*/ 3 w 49"/>
                  <a:gd name="T13" fmla="*/ 0 h 31"/>
                  <a:gd name="T14" fmla="*/ 6 w 49"/>
                  <a:gd name="T15" fmla="*/ 1 h 31"/>
                  <a:gd name="T16" fmla="*/ 18 w 49"/>
                  <a:gd name="T17" fmla="*/ 13 h 31"/>
                  <a:gd name="T18" fmla="*/ 27 w 49"/>
                  <a:gd name="T19" fmla="*/ 22 h 31"/>
                  <a:gd name="T20" fmla="*/ 28 w 49"/>
                  <a:gd name="T21" fmla="*/ 22 h 31"/>
                  <a:gd name="T22" fmla="*/ 44 w 49"/>
                  <a:gd name="T23" fmla="*/ 22 h 31"/>
                  <a:gd name="T24" fmla="*/ 49 w 49"/>
                  <a:gd name="T25" fmla="*/ 27 h 31"/>
                  <a:gd name="T26" fmla="*/ 44 w 49"/>
                  <a:gd name="T27" fmla="*/ 31 h 31"/>
                  <a:gd name="T28" fmla="*/ 41 w 49"/>
                  <a:gd name="T29" fmla="*/ 31 h 31"/>
                  <a:gd name="T30" fmla="*/ 36 w 49"/>
                  <a:gd name="T3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1">
                    <a:moveTo>
                      <a:pt x="36" y="31"/>
                    </a:moveTo>
                    <a:cubicBezTo>
                      <a:pt x="34" y="31"/>
                      <a:pt x="31" y="31"/>
                      <a:pt x="29" y="31"/>
                    </a:cubicBezTo>
                    <a:cubicBezTo>
                      <a:pt x="27" y="31"/>
                      <a:pt x="25" y="30"/>
                      <a:pt x="24" y="28"/>
                    </a:cubicBezTo>
                    <a:cubicBezTo>
                      <a:pt x="23" y="27"/>
                      <a:pt x="22" y="26"/>
                      <a:pt x="20" y="25"/>
                    </a:cubicBezTo>
                    <a:cubicBezTo>
                      <a:pt x="14" y="18"/>
                      <a:pt x="8" y="12"/>
                      <a:pt x="2" y="6"/>
                    </a:cubicBezTo>
                    <a:cubicBezTo>
                      <a:pt x="1" y="5"/>
                      <a:pt x="0" y="4"/>
                      <a:pt x="1" y="3"/>
                    </a:cubicBezTo>
                    <a:cubicBezTo>
                      <a:pt x="1" y="1"/>
                      <a:pt x="2" y="1"/>
                      <a:pt x="3" y="0"/>
                    </a:cubicBezTo>
                    <a:cubicBezTo>
                      <a:pt x="4" y="0"/>
                      <a:pt x="5" y="1"/>
                      <a:pt x="6" y="1"/>
                    </a:cubicBezTo>
                    <a:cubicBezTo>
                      <a:pt x="10" y="5"/>
                      <a:pt x="14" y="9"/>
                      <a:pt x="18" y="13"/>
                    </a:cubicBezTo>
                    <a:cubicBezTo>
                      <a:pt x="21" y="16"/>
                      <a:pt x="24" y="19"/>
                      <a:pt x="27" y="22"/>
                    </a:cubicBezTo>
                    <a:cubicBezTo>
                      <a:pt x="27" y="22"/>
                      <a:pt x="28" y="22"/>
                      <a:pt x="28" y="22"/>
                    </a:cubicBezTo>
                    <a:cubicBezTo>
                      <a:pt x="33" y="22"/>
                      <a:pt x="39" y="22"/>
                      <a:pt x="44" y="22"/>
                    </a:cubicBezTo>
                    <a:cubicBezTo>
                      <a:pt x="47" y="22"/>
                      <a:pt x="49" y="24"/>
                      <a:pt x="49" y="27"/>
                    </a:cubicBezTo>
                    <a:cubicBezTo>
                      <a:pt x="49" y="29"/>
                      <a:pt x="47" y="31"/>
                      <a:pt x="44" y="31"/>
                    </a:cubicBezTo>
                    <a:cubicBezTo>
                      <a:pt x="43" y="31"/>
                      <a:pt x="42" y="31"/>
                      <a:pt x="41" y="31"/>
                    </a:cubicBezTo>
                    <a:cubicBezTo>
                      <a:pt x="40" y="31"/>
                      <a:pt x="38" y="31"/>
                      <a:pt x="36" y="3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5" name="Freeform 1403">
                <a:extLst>
                  <a:ext uri="{FF2B5EF4-FFF2-40B4-BE49-F238E27FC236}">
                    <a16:creationId xmlns="" xmlns:a16="http://schemas.microsoft.com/office/drawing/2014/main" id="{F40996F1-E960-42BB-BD07-0029AF67840C}"/>
                  </a:ext>
                </a:extLst>
              </p:cNvPr>
              <p:cNvSpPr>
                <a:spLocks noEditPoints="1"/>
              </p:cNvSpPr>
              <p:nvPr/>
            </p:nvSpPr>
            <p:spPr bwMode="auto">
              <a:xfrm>
                <a:off x="2393103" y="2123970"/>
                <a:ext cx="149225" cy="71438"/>
              </a:xfrm>
              <a:custGeom>
                <a:avLst/>
                <a:gdLst>
                  <a:gd name="T0" fmla="*/ 21 w 40"/>
                  <a:gd name="T1" fmla="*/ 19 h 19"/>
                  <a:gd name="T2" fmla="*/ 5 w 40"/>
                  <a:gd name="T3" fmla="*/ 16 h 19"/>
                  <a:gd name="T4" fmla="*/ 1 w 40"/>
                  <a:gd name="T5" fmla="*/ 13 h 19"/>
                  <a:gd name="T6" fmla="*/ 2 w 40"/>
                  <a:gd name="T7" fmla="*/ 6 h 19"/>
                  <a:gd name="T8" fmla="*/ 8 w 40"/>
                  <a:gd name="T9" fmla="*/ 2 h 19"/>
                  <a:gd name="T10" fmla="*/ 23 w 40"/>
                  <a:gd name="T11" fmla="*/ 0 h 19"/>
                  <a:gd name="T12" fmla="*/ 34 w 40"/>
                  <a:gd name="T13" fmla="*/ 3 h 19"/>
                  <a:gd name="T14" fmla="*/ 39 w 40"/>
                  <a:gd name="T15" fmla="*/ 6 h 19"/>
                  <a:gd name="T16" fmla="*/ 40 w 40"/>
                  <a:gd name="T17" fmla="*/ 8 h 19"/>
                  <a:gd name="T18" fmla="*/ 37 w 40"/>
                  <a:gd name="T19" fmla="*/ 15 h 19"/>
                  <a:gd name="T20" fmla="*/ 26 w 40"/>
                  <a:gd name="T21" fmla="*/ 18 h 19"/>
                  <a:gd name="T22" fmla="*/ 21 w 40"/>
                  <a:gd name="T23" fmla="*/ 19 h 19"/>
                  <a:gd name="T24" fmla="*/ 19 w 40"/>
                  <a:gd name="T25" fmla="*/ 13 h 19"/>
                  <a:gd name="T26" fmla="*/ 33 w 40"/>
                  <a:gd name="T27" fmla="*/ 11 h 19"/>
                  <a:gd name="T28" fmla="*/ 36 w 40"/>
                  <a:gd name="T29" fmla="*/ 9 h 19"/>
                  <a:gd name="T30" fmla="*/ 36 w 40"/>
                  <a:gd name="T31" fmla="*/ 8 h 19"/>
                  <a:gd name="T32" fmla="*/ 35 w 40"/>
                  <a:gd name="T33" fmla="*/ 7 h 19"/>
                  <a:gd name="T34" fmla="*/ 29 w 40"/>
                  <a:gd name="T35" fmla="*/ 5 h 19"/>
                  <a:gd name="T36" fmla="*/ 11 w 40"/>
                  <a:gd name="T37" fmla="*/ 4 h 19"/>
                  <a:gd name="T38" fmla="*/ 5 w 40"/>
                  <a:gd name="T39" fmla="*/ 7 h 19"/>
                  <a:gd name="T40" fmla="*/ 5 w 40"/>
                  <a:gd name="T41" fmla="*/ 10 h 19"/>
                  <a:gd name="T42" fmla="*/ 8 w 40"/>
                  <a:gd name="T43" fmla="*/ 12 h 19"/>
                  <a:gd name="T44" fmla="*/ 19 w 40"/>
                  <a:gd name="T45" fmla="*/ 1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 h="19">
                    <a:moveTo>
                      <a:pt x="21" y="19"/>
                    </a:moveTo>
                    <a:cubicBezTo>
                      <a:pt x="15" y="19"/>
                      <a:pt x="10" y="18"/>
                      <a:pt x="5" y="16"/>
                    </a:cubicBezTo>
                    <a:cubicBezTo>
                      <a:pt x="4" y="15"/>
                      <a:pt x="2" y="14"/>
                      <a:pt x="1" y="13"/>
                    </a:cubicBezTo>
                    <a:cubicBezTo>
                      <a:pt x="0" y="11"/>
                      <a:pt x="0" y="7"/>
                      <a:pt x="2" y="6"/>
                    </a:cubicBezTo>
                    <a:cubicBezTo>
                      <a:pt x="3" y="4"/>
                      <a:pt x="6" y="3"/>
                      <a:pt x="8" y="2"/>
                    </a:cubicBezTo>
                    <a:cubicBezTo>
                      <a:pt x="13" y="1"/>
                      <a:pt x="18" y="0"/>
                      <a:pt x="23" y="0"/>
                    </a:cubicBezTo>
                    <a:cubicBezTo>
                      <a:pt x="26" y="1"/>
                      <a:pt x="30" y="1"/>
                      <a:pt x="34" y="3"/>
                    </a:cubicBezTo>
                    <a:cubicBezTo>
                      <a:pt x="35" y="3"/>
                      <a:pt x="37" y="4"/>
                      <a:pt x="39" y="6"/>
                    </a:cubicBezTo>
                    <a:cubicBezTo>
                      <a:pt x="39" y="6"/>
                      <a:pt x="39" y="7"/>
                      <a:pt x="40" y="8"/>
                    </a:cubicBezTo>
                    <a:cubicBezTo>
                      <a:pt x="40" y="11"/>
                      <a:pt x="40" y="13"/>
                      <a:pt x="37" y="15"/>
                    </a:cubicBezTo>
                    <a:cubicBezTo>
                      <a:pt x="33" y="17"/>
                      <a:pt x="30" y="18"/>
                      <a:pt x="26" y="18"/>
                    </a:cubicBezTo>
                    <a:cubicBezTo>
                      <a:pt x="24" y="19"/>
                      <a:pt x="22" y="19"/>
                      <a:pt x="21" y="19"/>
                    </a:cubicBezTo>
                    <a:close/>
                    <a:moveTo>
                      <a:pt x="19" y="13"/>
                    </a:moveTo>
                    <a:cubicBezTo>
                      <a:pt x="24" y="13"/>
                      <a:pt x="29" y="13"/>
                      <a:pt x="33" y="11"/>
                    </a:cubicBezTo>
                    <a:cubicBezTo>
                      <a:pt x="34" y="11"/>
                      <a:pt x="35" y="10"/>
                      <a:pt x="36" y="9"/>
                    </a:cubicBezTo>
                    <a:cubicBezTo>
                      <a:pt x="37" y="9"/>
                      <a:pt x="36" y="8"/>
                      <a:pt x="36" y="8"/>
                    </a:cubicBezTo>
                    <a:cubicBezTo>
                      <a:pt x="36" y="7"/>
                      <a:pt x="35" y="7"/>
                      <a:pt x="35" y="7"/>
                    </a:cubicBezTo>
                    <a:cubicBezTo>
                      <a:pt x="33" y="6"/>
                      <a:pt x="31" y="5"/>
                      <a:pt x="29" y="5"/>
                    </a:cubicBezTo>
                    <a:cubicBezTo>
                      <a:pt x="23" y="3"/>
                      <a:pt x="17" y="3"/>
                      <a:pt x="11" y="4"/>
                    </a:cubicBezTo>
                    <a:cubicBezTo>
                      <a:pt x="9" y="5"/>
                      <a:pt x="7" y="6"/>
                      <a:pt x="5" y="7"/>
                    </a:cubicBezTo>
                    <a:cubicBezTo>
                      <a:pt x="3" y="8"/>
                      <a:pt x="3" y="9"/>
                      <a:pt x="5" y="10"/>
                    </a:cubicBezTo>
                    <a:cubicBezTo>
                      <a:pt x="6" y="11"/>
                      <a:pt x="7" y="11"/>
                      <a:pt x="8" y="12"/>
                    </a:cubicBezTo>
                    <a:cubicBezTo>
                      <a:pt x="12" y="13"/>
                      <a:pt x="16" y="13"/>
                      <a:pt x="19"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6" name="Freeform 1404">
                <a:extLst>
                  <a:ext uri="{FF2B5EF4-FFF2-40B4-BE49-F238E27FC236}">
                    <a16:creationId xmlns="" xmlns:a16="http://schemas.microsoft.com/office/drawing/2014/main" id="{83B9659D-DAAE-4970-946A-29F988BD8B17}"/>
                  </a:ext>
                </a:extLst>
              </p:cNvPr>
              <p:cNvSpPr>
                <a:spLocks noEditPoints="1"/>
              </p:cNvSpPr>
              <p:nvPr/>
            </p:nvSpPr>
            <p:spPr bwMode="auto">
              <a:xfrm>
                <a:off x="2550265" y="2171595"/>
                <a:ext cx="153988" cy="71438"/>
              </a:xfrm>
              <a:custGeom>
                <a:avLst/>
                <a:gdLst>
                  <a:gd name="T0" fmla="*/ 20 w 41"/>
                  <a:gd name="T1" fmla="*/ 19 h 19"/>
                  <a:gd name="T2" fmla="*/ 7 w 41"/>
                  <a:gd name="T3" fmla="*/ 17 h 19"/>
                  <a:gd name="T4" fmla="*/ 2 w 41"/>
                  <a:gd name="T5" fmla="*/ 14 h 19"/>
                  <a:gd name="T6" fmla="*/ 1 w 41"/>
                  <a:gd name="T7" fmla="*/ 10 h 19"/>
                  <a:gd name="T8" fmla="*/ 5 w 41"/>
                  <a:gd name="T9" fmla="*/ 4 h 19"/>
                  <a:gd name="T10" fmla="*/ 17 w 41"/>
                  <a:gd name="T11" fmla="*/ 0 h 19"/>
                  <a:gd name="T12" fmla="*/ 30 w 41"/>
                  <a:gd name="T13" fmla="*/ 1 h 19"/>
                  <a:gd name="T14" fmla="*/ 37 w 41"/>
                  <a:gd name="T15" fmla="*/ 4 h 19"/>
                  <a:gd name="T16" fmla="*/ 37 w 41"/>
                  <a:gd name="T17" fmla="*/ 15 h 19"/>
                  <a:gd name="T18" fmla="*/ 27 w 41"/>
                  <a:gd name="T19" fmla="*/ 18 h 19"/>
                  <a:gd name="T20" fmla="*/ 20 w 41"/>
                  <a:gd name="T21" fmla="*/ 19 h 19"/>
                  <a:gd name="T22" fmla="*/ 20 w 41"/>
                  <a:gd name="T23" fmla="*/ 13 h 19"/>
                  <a:gd name="T24" fmla="*/ 20 w 41"/>
                  <a:gd name="T25" fmla="*/ 14 h 19"/>
                  <a:gd name="T26" fmla="*/ 30 w 41"/>
                  <a:gd name="T27" fmla="*/ 12 h 19"/>
                  <a:gd name="T28" fmla="*/ 36 w 41"/>
                  <a:gd name="T29" fmla="*/ 10 h 19"/>
                  <a:gd name="T30" fmla="*/ 36 w 41"/>
                  <a:gd name="T31" fmla="*/ 7 h 19"/>
                  <a:gd name="T32" fmla="*/ 31 w 41"/>
                  <a:gd name="T33" fmla="*/ 5 h 19"/>
                  <a:gd name="T34" fmla="*/ 24 w 41"/>
                  <a:gd name="T35" fmla="*/ 4 h 19"/>
                  <a:gd name="T36" fmla="*/ 8 w 41"/>
                  <a:gd name="T37" fmla="*/ 5 h 19"/>
                  <a:gd name="T38" fmla="*/ 4 w 41"/>
                  <a:gd name="T39" fmla="*/ 8 h 19"/>
                  <a:gd name="T40" fmla="*/ 5 w 41"/>
                  <a:gd name="T41" fmla="*/ 9 h 19"/>
                  <a:gd name="T42" fmla="*/ 8 w 41"/>
                  <a:gd name="T43" fmla="*/ 11 h 19"/>
                  <a:gd name="T44" fmla="*/ 20 w 41"/>
                  <a:gd name="T45" fmla="*/ 1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 h="19">
                    <a:moveTo>
                      <a:pt x="20" y="19"/>
                    </a:moveTo>
                    <a:cubicBezTo>
                      <a:pt x="16" y="19"/>
                      <a:pt x="11" y="18"/>
                      <a:pt x="7" y="17"/>
                    </a:cubicBezTo>
                    <a:cubicBezTo>
                      <a:pt x="5" y="16"/>
                      <a:pt x="4" y="15"/>
                      <a:pt x="2" y="14"/>
                    </a:cubicBezTo>
                    <a:cubicBezTo>
                      <a:pt x="1" y="13"/>
                      <a:pt x="1" y="12"/>
                      <a:pt x="1" y="10"/>
                    </a:cubicBezTo>
                    <a:cubicBezTo>
                      <a:pt x="0" y="7"/>
                      <a:pt x="2" y="5"/>
                      <a:pt x="5" y="4"/>
                    </a:cubicBezTo>
                    <a:cubicBezTo>
                      <a:pt x="8" y="2"/>
                      <a:pt x="12" y="1"/>
                      <a:pt x="17" y="0"/>
                    </a:cubicBezTo>
                    <a:cubicBezTo>
                      <a:pt x="21" y="0"/>
                      <a:pt x="25" y="0"/>
                      <a:pt x="30" y="1"/>
                    </a:cubicBezTo>
                    <a:cubicBezTo>
                      <a:pt x="32" y="2"/>
                      <a:pt x="35" y="3"/>
                      <a:pt x="37" y="4"/>
                    </a:cubicBezTo>
                    <a:cubicBezTo>
                      <a:pt x="41" y="7"/>
                      <a:pt x="41" y="13"/>
                      <a:pt x="37" y="15"/>
                    </a:cubicBezTo>
                    <a:cubicBezTo>
                      <a:pt x="34" y="17"/>
                      <a:pt x="30" y="18"/>
                      <a:pt x="27" y="18"/>
                    </a:cubicBezTo>
                    <a:cubicBezTo>
                      <a:pt x="24" y="19"/>
                      <a:pt x="22" y="19"/>
                      <a:pt x="20" y="19"/>
                    </a:cubicBezTo>
                    <a:close/>
                    <a:moveTo>
                      <a:pt x="20" y="13"/>
                    </a:moveTo>
                    <a:cubicBezTo>
                      <a:pt x="20" y="14"/>
                      <a:pt x="20" y="14"/>
                      <a:pt x="20" y="14"/>
                    </a:cubicBezTo>
                    <a:cubicBezTo>
                      <a:pt x="23" y="13"/>
                      <a:pt x="27" y="13"/>
                      <a:pt x="30" y="12"/>
                    </a:cubicBezTo>
                    <a:cubicBezTo>
                      <a:pt x="32" y="12"/>
                      <a:pt x="34" y="11"/>
                      <a:pt x="36" y="10"/>
                    </a:cubicBezTo>
                    <a:cubicBezTo>
                      <a:pt x="37" y="9"/>
                      <a:pt x="37" y="8"/>
                      <a:pt x="36" y="7"/>
                    </a:cubicBezTo>
                    <a:cubicBezTo>
                      <a:pt x="34" y="6"/>
                      <a:pt x="33" y="6"/>
                      <a:pt x="31" y="5"/>
                    </a:cubicBezTo>
                    <a:cubicBezTo>
                      <a:pt x="29" y="4"/>
                      <a:pt x="26" y="4"/>
                      <a:pt x="24" y="4"/>
                    </a:cubicBezTo>
                    <a:cubicBezTo>
                      <a:pt x="18" y="3"/>
                      <a:pt x="13" y="4"/>
                      <a:pt x="8" y="5"/>
                    </a:cubicBezTo>
                    <a:cubicBezTo>
                      <a:pt x="7" y="6"/>
                      <a:pt x="6" y="7"/>
                      <a:pt x="4" y="8"/>
                    </a:cubicBezTo>
                    <a:cubicBezTo>
                      <a:pt x="4" y="8"/>
                      <a:pt x="4" y="9"/>
                      <a:pt x="5" y="9"/>
                    </a:cubicBezTo>
                    <a:cubicBezTo>
                      <a:pt x="5" y="10"/>
                      <a:pt x="6" y="11"/>
                      <a:pt x="8" y="11"/>
                    </a:cubicBezTo>
                    <a:cubicBezTo>
                      <a:pt x="12" y="13"/>
                      <a:pt x="16" y="13"/>
                      <a:pt x="2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7" name="Freeform 1405">
                <a:extLst>
                  <a:ext uri="{FF2B5EF4-FFF2-40B4-BE49-F238E27FC236}">
                    <a16:creationId xmlns="" xmlns:a16="http://schemas.microsoft.com/office/drawing/2014/main" id="{A0217E13-ABD0-4405-9CDC-633FDAB2592D}"/>
                  </a:ext>
                </a:extLst>
              </p:cNvPr>
              <p:cNvSpPr>
                <a:spLocks/>
              </p:cNvSpPr>
              <p:nvPr/>
            </p:nvSpPr>
            <p:spPr bwMode="auto">
              <a:xfrm>
                <a:off x="2550265" y="2247795"/>
                <a:ext cx="150813" cy="44450"/>
              </a:xfrm>
              <a:custGeom>
                <a:avLst/>
                <a:gdLst>
                  <a:gd name="T0" fmla="*/ 40 w 40"/>
                  <a:gd name="T1" fmla="*/ 0 h 12"/>
                  <a:gd name="T2" fmla="*/ 40 w 40"/>
                  <a:gd name="T3" fmla="*/ 4 h 12"/>
                  <a:gd name="T4" fmla="*/ 38 w 40"/>
                  <a:gd name="T5" fmla="*/ 7 h 12"/>
                  <a:gd name="T6" fmla="*/ 29 w 40"/>
                  <a:gd name="T7" fmla="*/ 11 h 12"/>
                  <a:gd name="T8" fmla="*/ 10 w 40"/>
                  <a:gd name="T9" fmla="*/ 11 h 12"/>
                  <a:gd name="T10" fmla="*/ 3 w 40"/>
                  <a:gd name="T11" fmla="*/ 8 h 12"/>
                  <a:gd name="T12" fmla="*/ 1 w 40"/>
                  <a:gd name="T13" fmla="*/ 3 h 12"/>
                  <a:gd name="T14" fmla="*/ 1 w 40"/>
                  <a:gd name="T15" fmla="*/ 1 h 12"/>
                  <a:gd name="T16" fmla="*/ 1 w 40"/>
                  <a:gd name="T17" fmla="*/ 1 h 12"/>
                  <a:gd name="T18" fmla="*/ 8 w 40"/>
                  <a:gd name="T19" fmla="*/ 6 h 12"/>
                  <a:gd name="T20" fmla="*/ 33 w 40"/>
                  <a:gd name="T21" fmla="*/ 5 h 12"/>
                  <a:gd name="T22" fmla="*/ 38 w 40"/>
                  <a:gd name="T23" fmla="*/ 2 h 12"/>
                  <a:gd name="T24" fmla="*/ 40 w 40"/>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12">
                    <a:moveTo>
                      <a:pt x="40" y="0"/>
                    </a:moveTo>
                    <a:cubicBezTo>
                      <a:pt x="40" y="2"/>
                      <a:pt x="40" y="3"/>
                      <a:pt x="40" y="4"/>
                    </a:cubicBezTo>
                    <a:cubicBezTo>
                      <a:pt x="40" y="6"/>
                      <a:pt x="39" y="7"/>
                      <a:pt x="38" y="7"/>
                    </a:cubicBezTo>
                    <a:cubicBezTo>
                      <a:pt x="35" y="9"/>
                      <a:pt x="32" y="10"/>
                      <a:pt x="29" y="11"/>
                    </a:cubicBezTo>
                    <a:cubicBezTo>
                      <a:pt x="23" y="12"/>
                      <a:pt x="16" y="12"/>
                      <a:pt x="10" y="11"/>
                    </a:cubicBezTo>
                    <a:cubicBezTo>
                      <a:pt x="7" y="10"/>
                      <a:pt x="5" y="9"/>
                      <a:pt x="3" y="8"/>
                    </a:cubicBezTo>
                    <a:cubicBezTo>
                      <a:pt x="1" y="6"/>
                      <a:pt x="0" y="5"/>
                      <a:pt x="1" y="3"/>
                    </a:cubicBezTo>
                    <a:cubicBezTo>
                      <a:pt x="1" y="2"/>
                      <a:pt x="1" y="1"/>
                      <a:pt x="1" y="1"/>
                    </a:cubicBezTo>
                    <a:cubicBezTo>
                      <a:pt x="1" y="1"/>
                      <a:pt x="1" y="1"/>
                      <a:pt x="1" y="1"/>
                    </a:cubicBezTo>
                    <a:cubicBezTo>
                      <a:pt x="2" y="3"/>
                      <a:pt x="5" y="5"/>
                      <a:pt x="8" y="6"/>
                    </a:cubicBezTo>
                    <a:cubicBezTo>
                      <a:pt x="16" y="8"/>
                      <a:pt x="25" y="8"/>
                      <a:pt x="33" y="5"/>
                    </a:cubicBezTo>
                    <a:cubicBezTo>
                      <a:pt x="35" y="5"/>
                      <a:pt x="37" y="4"/>
                      <a:pt x="38" y="2"/>
                    </a:cubicBezTo>
                    <a:cubicBezTo>
                      <a:pt x="39" y="2"/>
                      <a:pt x="39" y="1"/>
                      <a:pt x="4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8" name="Freeform 1406">
                <a:extLst>
                  <a:ext uri="{FF2B5EF4-FFF2-40B4-BE49-F238E27FC236}">
                    <a16:creationId xmlns="" xmlns:a16="http://schemas.microsoft.com/office/drawing/2014/main" id="{EE312136-A293-455F-B9C1-C9E3224BADAE}"/>
                  </a:ext>
                </a:extLst>
              </p:cNvPr>
              <p:cNvSpPr>
                <a:spLocks/>
              </p:cNvSpPr>
              <p:nvPr/>
            </p:nvSpPr>
            <p:spPr bwMode="auto">
              <a:xfrm>
                <a:off x="2393103" y="2225570"/>
                <a:ext cx="149225" cy="41275"/>
              </a:xfrm>
              <a:custGeom>
                <a:avLst/>
                <a:gdLst>
                  <a:gd name="T0" fmla="*/ 0 w 40"/>
                  <a:gd name="T1" fmla="*/ 0 h 11"/>
                  <a:gd name="T2" fmla="*/ 3 w 40"/>
                  <a:gd name="T3" fmla="*/ 3 h 11"/>
                  <a:gd name="T4" fmla="*/ 12 w 40"/>
                  <a:gd name="T5" fmla="*/ 6 h 11"/>
                  <a:gd name="T6" fmla="*/ 32 w 40"/>
                  <a:gd name="T7" fmla="*/ 5 h 11"/>
                  <a:gd name="T8" fmla="*/ 36 w 40"/>
                  <a:gd name="T9" fmla="*/ 3 h 11"/>
                  <a:gd name="T10" fmla="*/ 40 w 40"/>
                  <a:gd name="T11" fmla="*/ 0 h 11"/>
                  <a:gd name="T12" fmla="*/ 38 w 40"/>
                  <a:gd name="T13" fmla="*/ 6 h 11"/>
                  <a:gd name="T14" fmla="*/ 33 w 40"/>
                  <a:gd name="T15" fmla="*/ 9 h 11"/>
                  <a:gd name="T16" fmla="*/ 17 w 40"/>
                  <a:gd name="T17" fmla="*/ 11 h 11"/>
                  <a:gd name="T18" fmla="*/ 6 w 40"/>
                  <a:gd name="T19" fmla="*/ 9 h 11"/>
                  <a:gd name="T20" fmla="*/ 2 w 40"/>
                  <a:gd name="T21" fmla="*/ 6 h 11"/>
                  <a:gd name="T22" fmla="*/ 0 w 40"/>
                  <a:gd name="T23" fmla="*/ 3 h 11"/>
                  <a:gd name="T24" fmla="*/ 0 w 40"/>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11">
                    <a:moveTo>
                      <a:pt x="0" y="0"/>
                    </a:moveTo>
                    <a:cubicBezTo>
                      <a:pt x="1" y="1"/>
                      <a:pt x="2" y="2"/>
                      <a:pt x="3" y="3"/>
                    </a:cubicBezTo>
                    <a:cubicBezTo>
                      <a:pt x="6" y="5"/>
                      <a:pt x="9" y="6"/>
                      <a:pt x="12" y="6"/>
                    </a:cubicBezTo>
                    <a:cubicBezTo>
                      <a:pt x="19" y="7"/>
                      <a:pt x="26" y="7"/>
                      <a:pt x="32" y="5"/>
                    </a:cubicBezTo>
                    <a:cubicBezTo>
                      <a:pt x="34" y="4"/>
                      <a:pt x="35" y="4"/>
                      <a:pt x="36" y="3"/>
                    </a:cubicBezTo>
                    <a:cubicBezTo>
                      <a:pt x="38" y="2"/>
                      <a:pt x="39" y="1"/>
                      <a:pt x="40" y="0"/>
                    </a:cubicBezTo>
                    <a:cubicBezTo>
                      <a:pt x="40" y="2"/>
                      <a:pt x="40" y="5"/>
                      <a:pt x="38" y="6"/>
                    </a:cubicBezTo>
                    <a:cubicBezTo>
                      <a:pt x="36" y="7"/>
                      <a:pt x="35" y="8"/>
                      <a:pt x="33" y="9"/>
                    </a:cubicBezTo>
                    <a:cubicBezTo>
                      <a:pt x="28" y="11"/>
                      <a:pt x="22" y="11"/>
                      <a:pt x="17" y="11"/>
                    </a:cubicBezTo>
                    <a:cubicBezTo>
                      <a:pt x="13" y="11"/>
                      <a:pt x="10" y="10"/>
                      <a:pt x="6" y="9"/>
                    </a:cubicBezTo>
                    <a:cubicBezTo>
                      <a:pt x="5" y="8"/>
                      <a:pt x="3" y="7"/>
                      <a:pt x="2" y="6"/>
                    </a:cubicBezTo>
                    <a:cubicBezTo>
                      <a:pt x="1" y="5"/>
                      <a:pt x="0" y="4"/>
                      <a:pt x="0" y="3"/>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9" name="Freeform 1407">
                <a:extLst>
                  <a:ext uri="{FF2B5EF4-FFF2-40B4-BE49-F238E27FC236}">
                    <a16:creationId xmlns="" xmlns:a16="http://schemas.microsoft.com/office/drawing/2014/main" id="{154D54BE-362C-4F14-9A76-1B9764F2F3D2}"/>
                  </a:ext>
                </a:extLst>
              </p:cNvPr>
              <p:cNvSpPr>
                <a:spLocks/>
              </p:cNvSpPr>
              <p:nvPr/>
            </p:nvSpPr>
            <p:spPr bwMode="auto">
              <a:xfrm>
                <a:off x="2393103" y="2198583"/>
                <a:ext cx="149225" cy="44450"/>
              </a:xfrm>
              <a:custGeom>
                <a:avLst/>
                <a:gdLst>
                  <a:gd name="T0" fmla="*/ 40 w 40"/>
                  <a:gd name="T1" fmla="*/ 1 h 12"/>
                  <a:gd name="T2" fmla="*/ 36 w 40"/>
                  <a:gd name="T3" fmla="*/ 8 h 12"/>
                  <a:gd name="T4" fmla="*/ 26 w 40"/>
                  <a:gd name="T5" fmla="*/ 11 h 12"/>
                  <a:gd name="T6" fmla="*/ 11 w 40"/>
                  <a:gd name="T7" fmla="*/ 11 h 12"/>
                  <a:gd name="T8" fmla="*/ 3 w 40"/>
                  <a:gd name="T9" fmla="*/ 7 h 12"/>
                  <a:gd name="T10" fmla="*/ 0 w 40"/>
                  <a:gd name="T11" fmla="*/ 3 h 12"/>
                  <a:gd name="T12" fmla="*/ 0 w 40"/>
                  <a:gd name="T13" fmla="*/ 0 h 12"/>
                  <a:gd name="T14" fmla="*/ 2 w 40"/>
                  <a:gd name="T15" fmla="*/ 2 h 12"/>
                  <a:gd name="T16" fmla="*/ 8 w 40"/>
                  <a:gd name="T17" fmla="*/ 6 h 12"/>
                  <a:gd name="T18" fmla="*/ 23 w 40"/>
                  <a:gd name="T19" fmla="*/ 7 h 12"/>
                  <a:gd name="T20" fmla="*/ 32 w 40"/>
                  <a:gd name="T21" fmla="*/ 6 h 12"/>
                  <a:gd name="T22" fmla="*/ 40 w 40"/>
                  <a:gd name="T23"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12">
                    <a:moveTo>
                      <a:pt x="40" y="1"/>
                    </a:moveTo>
                    <a:cubicBezTo>
                      <a:pt x="40" y="5"/>
                      <a:pt x="40" y="6"/>
                      <a:pt x="36" y="8"/>
                    </a:cubicBezTo>
                    <a:cubicBezTo>
                      <a:pt x="33" y="10"/>
                      <a:pt x="30" y="11"/>
                      <a:pt x="26" y="11"/>
                    </a:cubicBezTo>
                    <a:cubicBezTo>
                      <a:pt x="21" y="12"/>
                      <a:pt x="16" y="12"/>
                      <a:pt x="11" y="11"/>
                    </a:cubicBezTo>
                    <a:cubicBezTo>
                      <a:pt x="8" y="10"/>
                      <a:pt x="5" y="9"/>
                      <a:pt x="3" y="7"/>
                    </a:cubicBezTo>
                    <a:cubicBezTo>
                      <a:pt x="1" y="6"/>
                      <a:pt x="0" y="5"/>
                      <a:pt x="0" y="3"/>
                    </a:cubicBezTo>
                    <a:cubicBezTo>
                      <a:pt x="0" y="2"/>
                      <a:pt x="0" y="1"/>
                      <a:pt x="0" y="0"/>
                    </a:cubicBezTo>
                    <a:cubicBezTo>
                      <a:pt x="1" y="1"/>
                      <a:pt x="1" y="2"/>
                      <a:pt x="2" y="2"/>
                    </a:cubicBezTo>
                    <a:cubicBezTo>
                      <a:pt x="4" y="4"/>
                      <a:pt x="6" y="5"/>
                      <a:pt x="8" y="6"/>
                    </a:cubicBezTo>
                    <a:cubicBezTo>
                      <a:pt x="13" y="7"/>
                      <a:pt x="18" y="8"/>
                      <a:pt x="23" y="7"/>
                    </a:cubicBezTo>
                    <a:cubicBezTo>
                      <a:pt x="26" y="7"/>
                      <a:pt x="29" y="7"/>
                      <a:pt x="32" y="6"/>
                    </a:cubicBezTo>
                    <a:cubicBezTo>
                      <a:pt x="35" y="5"/>
                      <a:pt x="38" y="3"/>
                      <a:pt x="40"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0" name="Freeform 1408">
                <a:extLst>
                  <a:ext uri="{FF2B5EF4-FFF2-40B4-BE49-F238E27FC236}">
                    <a16:creationId xmlns="" xmlns:a16="http://schemas.microsoft.com/office/drawing/2014/main" id="{05957115-097B-41BA-9F91-B4F74243D939}"/>
                  </a:ext>
                </a:extLst>
              </p:cNvPr>
              <p:cNvSpPr>
                <a:spLocks/>
              </p:cNvSpPr>
              <p:nvPr/>
            </p:nvSpPr>
            <p:spPr bwMode="auto">
              <a:xfrm>
                <a:off x="2393103" y="2247795"/>
                <a:ext cx="149225" cy="44450"/>
              </a:xfrm>
              <a:custGeom>
                <a:avLst/>
                <a:gdLst>
                  <a:gd name="T0" fmla="*/ 0 w 40"/>
                  <a:gd name="T1" fmla="*/ 0 h 12"/>
                  <a:gd name="T2" fmla="*/ 12 w 40"/>
                  <a:gd name="T3" fmla="*/ 6 h 12"/>
                  <a:gd name="T4" fmla="*/ 30 w 40"/>
                  <a:gd name="T5" fmla="*/ 6 h 12"/>
                  <a:gd name="T6" fmla="*/ 33 w 40"/>
                  <a:gd name="T7" fmla="*/ 5 h 12"/>
                  <a:gd name="T8" fmla="*/ 39 w 40"/>
                  <a:gd name="T9" fmla="*/ 0 h 12"/>
                  <a:gd name="T10" fmla="*/ 37 w 40"/>
                  <a:gd name="T11" fmla="*/ 7 h 12"/>
                  <a:gd name="T12" fmla="*/ 28 w 40"/>
                  <a:gd name="T13" fmla="*/ 11 h 12"/>
                  <a:gd name="T14" fmla="*/ 7 w 40"/>
                  <a:gd name="T15" fmla="*/ 10 h 12"/>
                  <a:gd name="T16" fmla="*/ 2 w 40"/>
                  <a:gd name="T17" fmla="*/ 7 h 12"/>
                  <a:gd name="T18" fmla="*/ 0 w 40"/>
                  <a:gd name="T19" fmla="*/ 3 h 12"/>
                  <a:gd name="T20" fmla="*/ 0 w 40"/>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12">
                    <a:moveTo>
                      <a:pt x="0" y="0"/>
                    </a:moveTo>
                    <a:cubicBezTo>
                      <a:pt x="3" y="4"/>
                      <a:pt x="7" y="5"/>
                      <a:pt x="12" y="6"/>
                    </a:cubicBezTo>
                    <a:cubicBezTo>
                      <a:pt x="18" y="8"/>
                      <a:pt x="24" y="8"/>
                      <a:pt x="30" y="6"/>
                    </a:cubicBezTo>
                    <a:cubicBezTo>
                      <a:pt x="31" y="6"/>
                      <a:pt x="32" y="5"/>
                      <a:pt x="33" y="5"/>
                    </a:cubicBezTo>
                    <a:cubicBezTo>
                      <a:pt x="36" y="4"/>
                      <a:pt x="38" y="3"/>
                      <a:pt x="39" y="0"/>
                    </a:cubicBezTo>
                    <a:cubicBezTo>
                      <a:pt x="40" y="3"/>
                      <a:pt x="40" y="6"/>
                      <a:pt x="37" y="7"/>
                    </a:cubicBezTo>
                    <a:cubicBezTo>
                      <a:pt x="34" y="9"/>
                      <a:pt x="31" y="10"/>
                      <a:pt x="28" y="11"/>
                    </a:cubicBezTo>
                    <a:cubicBezTo>
                      <a:pt x="21" y="12"/>
                      <a:pt x="14" y="12"/>
                      <a:pt x="7" y="10"/>
                    </a:cubicBezTo>
                    <a:cubicBezTo>
                      <a:pt x="6" y="9"/>
                      <a:pt x="4" y="8"/>
                      <a:pt x="2" y="7"/>
                    </a:cubicBezTo>
                    <a:cubicBezTo>
                      <a:pt x="1" y="6"/>
                      <a:pt x="0" y="5"/>
                      <a:pt x="0" y="3"/>
                    </a:cubicBezTo>
                    <a:cubicBezTo>
                      <a:pt x="0" y="2"/>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1" name="Freeform 1409">
                <a:extLst>
                  <a:ext uri="{FF2B5EF4-FFF2-40B4-BE49-F238E27FC236}">
                    <a16:creationId xmlns="" xmlns:a16="http://schemas.microsoft.com/office/drawing/2014/main" id="{072D05D7-B067-4A02-B1F4-0217C496F77F}"/>
                  </a:ext>
                </a:extLst>
              </p:cNvPr>
              <p:cNvSpPr>
                <a:spLocks/>
              </p:cNvSpPr>
              <p:nvPr/>
            </p:nvSpPr>
            <p:spPr bwMode="auto">
              <a:xfrm>
                <a:off x="2393103" y="2176358"/>
                <a:ext cx="149225" cy="44450"/>
              </a:xfrm>
              <a:custGeom>
                <a:avLst/>
                <a:gdLst>
                  <a:gd name="T0" fmla="*/ 0 w 40"/>
                  <a:gd name="T1" fmla="*/ 0 h 12"/>
                  <a:gd name="T2" fmla="*/ 9 w 40"/>
                  <a:gd name="T3" fmla="*/ 5 h 12"/>
                  <a:gd name="T4" fmla="*/ 31 w 40"/>
                  <a:gd name="T5" fmla="*/ 5 h 12"/>
                  <a:gd name="T6" fmla="*/ 40 w 40"/>
                  <a:gd name="T7" fmla="*/ 0 h 12"/>
                  <a:gd name="T8" fmla="*/ 36 w 40"/>
                  <a:gd name="T9" fmla="*/ 8 h 12"/>
                  <a:gd name="T10" fmla="*/ 26 w 40"/>
                  <a:gd name="T11" fmla="*/ 11 h 12"/>
                  <a:gd name="T12" fmla="*/ 10 w 40"/>
                  <a:gd name="T13" fmla="*/ 10 h 12"/>
                  <a:gd name="T14" fmla="*/ 3 w 40"/>
                  <a:gd name="T15" fmla="*/ 7 h 12"/>
                  <a:gd name="T16" fmla="*/ 0 w 40"/>
                  <a:gd name="T17" fmla="*/ 2 h 12"/>
                  <a:gd name="T18" fmla="*/ 0 w 40"/>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2">
                    <a:moveTo>
                      <a:pt x="0" y="0"/>
                    </a:moveTo>
                    <a:cubicBezTo>
                      <a:pt x="3" y="3"/>
                      <a:pt x="6" y="5"/>
                      <a:pt x="9" y="5"/>
                    </a:cubicBezTo>
                    <a:cubicBezTo>
                      <a:pt x="17" y="7"/>
                      <a:pt x="24" y="7"/>
                      <a:pt x="31" y="5"/>
                    </a:cubicBezTo>
                    <a:cubicBezTo>
                      <a:pt x="35" y="4"/>
                      <a:pt x="38" y="3"/>
                      <a:pt x="40" y="0"/>
                    </a:cubicBezTo>
                    <a:cubicBezTo>
                      <a:pt x="40" y="4"/>
                      <a:pt x="39" y="6"/>
                      <a:pt x="36" y="8"/>
                    </a:cubicBezTo>
                    <a:cubicBezTo>
                      <a:pt x="33" y="9"/>
                      <a:pt x="30" y="10"/>
                      <a:pt x="26" y="11"/>
                    </a:cubicBezTo>
                    <a:cubicBezTo>
                      <a:pt x="21" y="12"/>
                      <a:pt x="15" y="11"/>
                      <a:pt x="10" y="10"/>
                    </a:cubicBezTo>
                    <a:cubicBezTo>
                      <a:pt x="7" y="9"/>
                      <a:pt x="5" y="8"/>
                      <a:pt x="3" y="7"/>
                    </a:cubicBezTo>
                    <a:cubicBezTo>
                      <a:pt x="1" y="6"/>
                      <a:pt x="0" y="4"/>
                      <a:pt x="0" y="2"/>
                    </a:cubicBezTo>
                    <a:cubicBezTo>
                      <a:pt x="0" y="1"/>
                      <a:pt x="0" y="1"/>
                      <a:pt x="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2" name="Freeform 1410">
                <a:extLst>
                  <a:ext uri="{FF2B5EF4-FFF2-40B4-BE49-F238E27FC236}">
                    <a16:creationId xmlns="" xmlns:a16="http://schemas.microsoft.com/office/drawing/2014/main" id="{F44B7EB4-6448-4B06-8EEB-62CCCE7BB97C}"/>
                  </a:ext>
                </a:extLst>
              </p:cNvPr>
              <p:cNvSpPr>
                <a:spLocks/>
              </p:cNvSpPr>
              <p:nvPr/>
            </p:nvSpPr>
            <p:spPr bwMode="auto">
              <a:xfrm>
                <a:off x="2550265" y="2225570"/>
                <a:ext cx="153988" cy="41275"/>
              </a:xfrm>
              <a:custGeom>
                <a:avLst/>
                <a:gdLst>
                  <a:gd name="T0" fmla="*/ 1 w 41"/>
                  <a:gd name="T1" fmla="*/ 0 h 11"/>
                  <a:gd name="T2" fmla="*/ 11 w 41"/>
                  <a:gd name="T3" fmla="*/ 6 h 11"/>
                  <a:gd name="T4" fmla="*/ 30 w 41"/>
                  <a:gd name="T5" fmla="*/ 6 h 11"/>
                  <a:gd name="T6" fmla="*/ 38 w 41"/>
                  <a:gd name="T7" fmla="*/ 2 h 11"/>
                  <a:gd name="T8" fmla="*/ 40 w 41"/>
                  <a:gd name="T9" fmla="*/ 0 h 11"/>
                  <a:gd name="T10" fmla="*/ 37 w 41"/>
                  <a:gd name="T11" fmla="*/ 7 h 11"/>
                  <a:gd name="T12" fmla="*/ 27 w 41"/>
                  <a:gd name="T13" fmla="*/ 11 h 11"/>
                  <a:gd name="T14" fmla="*/ 12 w 41"/>
                  <a:gd name="T15" fmla="*/ 10 h 11"/>
                  <a:gd name="T16" fmla="*/ 3 w 41"/>
                  <a:gd name="T17" fmla="*/ 7 h 11"/>
                  <a:gd name="T18" fmla="*/ 1 w 41"/>
                  <a:gd name="T19" fmla="*/ 2 h 11"/>
                  <a:gd name="T20" fmla="*/ 1 w 41"/>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11">
                    <a:moveTo>
                      <a:pt x="1" y="0"/>
                    </a:moveTo>
                    <a:cubicBezTo>
                      <a:pt x="3" y="4"/>
                      <a:pt x="7" y="5"/>
                      <a:pt x="11" y="6"/>
                    </a:cubicBezTo>
                    <a:cubicBezTo>
                      <a:pt x="17" y="7"/>
                      <a:pt x="23" y="7"/>
                      <a:pt x="30" y="6"/>
                    </a:cubicBezTo>
                    <a:cubicBezTo>
                      <a:pt x="33" y="5"/>
                      <a:pt x="36" y="4"/>
                      <a:pt x="38" y="2"/>
                    </a:cubicBezTo>
                    <a:cubicBezTo>
                      <a:pt x="39" y="2"/>
                      <a:pt x="39" y="1"/>
                      <a:pt x="40" y="0"/>
                    </a:cubicBezTo>
                    <a:cubicBezTo>
                      <a:pt x="41" y="3"/>
                      <a:pt x="40" y="5"/>
                      <a:pt x="37" y="7"/>
                    </a:cubicBezTo>
                    <a:cubicBezTo>
                      <a:pt x="34" y="9"/>
                      <a:pt x="31" y="10"/>
                      <a:pt x="27" y="11"/>
                    </a:cubicBezTo>
                    <a:cubicBezTo>
                      <a:pt x="22" y="11"/>
                      <a:pt x="17" y="11"/>
                      <a:pt x="12" y="10"/>
                    </a:cubicBezTo>
                    <a:cubicBezTo>
                      <a:pt x="9" y="10"/>
                      <a:pt x="6" y="9"/>
                      <a:pt x="3" y="7"/>
                    </a:cubicBezTo>
                    <a:cubicBezTo>
                      <a:pt x="1" y="6"/>
                      <a:pt x="0" y="4"/>
                      <a:pt x="1" y="2"/>
                    </a:cubicBezTo>
                    <a:cubicBezTo>
                      <a:pt x="1" y="1"/>
                      <a:pt x="1" y="1"/>
                      <a:pt x="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3" name="Oval 1411">
                <a:extLst>
                  <a:ext uri="{FF2B5EF4-FFF2-40B4-BE49-F238E27FC236}">
                    <a16:creationId xmlns="" xmlns:a16="http://schemas.microsoft.com/office/drawing/2014/main" id="{77A7A1B6-368F-4C81-A290-8537F5000C8F}"/>
                  </a:ext>
                </a:extLst>
              </p:cNvPr>
              <p:cNvSpPr>
                <a:spLocks noChangeArrowheads="1"/>
              </p:cNvSpPr>
              <p:nvPr/>
            </p:nvSpPr>
            <p:spPr bwMode="auto">
              <a:xfrm>
                <a:off x="2558203" y="1950933"/>
                <a:ext cx="44450" cy="44450"/>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24" name="Freeform 1412">
                <a:extLst>
                  <a:ext uri="{FF2B5EF4-FFF2-40B4-BE49-F238E27FC236}">
                    <a16:creationId xmlns="" xmlns:a16="http://schemas.microsoft.com/office/drawing/2014/main" id="{1F2735AC-6E90-43CF-BE02-CF01FFF0A483}"/>
                  </a:ext>
                </a:extLst>
              </p:cNvPr>
              <p:cNvSpPr>
                <a:spLocks/>
              </p:cNvSpPr>
              <p:nvPr/>
            </p:nvSpPr>
            <p:spPr bwMode="auto">
              <a:xfrm>
                <a:off x="2682028" y="2077933"/>
                <a:ext cx="41275" cy="41275"/>
              </a:xfrm>
              <a:custGeom>
                <a:avLst/>
                <a:gdLst>
                  <a:gd name="T0" fmla="*/ 11 w 11"/>
                  <a:gd name="T1" fmla="*/ 6 h 11"/>
                  <a:gd name="T2" fmla="*/ 6 w 11"/>
                  <a:gd name="T3" fmla="*/ 11 h 11"/>
                  <a:gd name="T4" fmla="*/ 0 w 11"/>
                  <a:gd name="T5" fmla="*/ 5 h 11"/>
                  <a:gd name="T6" fmla="*/ 5 w 11"/>
                  <a:gd name="T7" fmla="*/ 0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1" y="9"/>
                      <a:pt x="9" y="11"/>
                      <a:pt x="6" y="11"/>
                    </a:cubicBezTo>
                    <a:cubicBezTo>
                      <a:pt x="2" y="11"/>
                      <a:pt x="0" y="9"/>
                      <a:pt x="0" y="5"/>
                    </a:cubicBezTo>
                    <a:cubicBezTo>
                      <a:pt x="0" y="2"/>
                      <a:pt x="2" y="0"/>
                      <a:pt x="5" y="0"/>
                    </a:cubicBezTo>
                    <a:cubicBezTo>
                      <a:pt x="9" y="0"/>
                      <a:pt x="11" y="2"/>
                      <a:pt x="11"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grpSp>
          <p:nvGrpSpPr>
            <p:cNvPr id="497" name="Group 496">
              <a:extLst>
                <a:ext uri="{FF2B5EF4-FFF2-40B4-BE49-F238E27FC236}">
                  <a16:creationId xmlns="" xmlns:a16="http://schemas.microsoft.com/office/drawing/2014/main" id="{088BF303-FC19-4C3D-982E-ABD538E2248F}"/>
                </a:ext>
              </a:extLst>
            </p:cNvPr>
            <p:cNvGrpSpPr/>
            <p:nvPr/>
          </p:nvGrpSpPr>
          <p:grpSpPr>
            <a:xfrm>
              <a:off x="11027584" y="424722"/>
              <a:ext cx="66103" cy="53921"/>
              <a:chOff x="4133003" y="3540021"/>
              <a:chExt cx="525463" cy="428625"/>
            </a:xfrm>
          </p:grpSpPr>
          <p:sp>
            <p:nvSpPr>
              <p:cNvPr id="505" name="Freeform 1295">
                <a:extLst>
                  <a:ext uri="{FF2B5EF4-FFF2-40B4-BE49-F238E27FC236}">
                    <a16:creationId xmlns="" xmlns:a16="http://schemas.microsoft.com/office/drawing/2014/main" id="{E7C4D135-A9CE-43A0-B9AA-A32402570C10}"/>
                  </a:ext>
                </a:extLst>
              </p:cNvPr>
              <p:cNvSpPr>
                <a:spLocks noEditPoints="1"/>
              </p:cNvSpPr>
              <p:nvPr/>
            </p:nvSpPr>
            <p:spPr bwMode="auto">
              <a:xfrm>
                <a:off x="4275878" y="3540021"/>
                <a:ext cx="173038" cy="127000"/>
              </a:xfrm>
              <a:custGeom>
                <a:avLst/>
                <a:gdLst>
                  <a:gd name="T0" fmla="*/ 2 w 46"/>
                  <a:gd name="T1" fmla="*/ 33 h 34"/>
                  <a:gd name="T2" fmla="*/ 4 w 46"/>
                  <a:gd name="T3" fmla="*/ 29 h 34"/>
                  <a:gd name="T4" fmla="*/ 0 w 46"/>
                  <a:gd name="T5" fmla="*/ 23 h 34"/>
                  <a:gd name="T6" fmla="*/ 0 w 46"/>
                  <a:gd name="T7" fmla="*/ 5 h 34"/>
                  <a:gd name="T8" fmla="*/ 5 w 46"/>
                  <a:gd name="T9" fmla="*/ 0 h 34"/>
                  <a:gd name="T10" fmla="*/ 41 w 46"/>
                  <a:gd name="T11" fmla="*/ 0 h 34"/>
                  <a:gd name="T12" fmla="*/ 46 w 46"/>
                  <a:gd name="T13" fmla="*/ 5 h 34"/>
                  <a:gd name="T14" fmla="*/ 46 w 46"/>
                  <a:gd name="T15" fmla="*/ 22 h 34"/>
                  <a:gd name="T16" fmla="*/ 43 w 46"/>
                  <a:gd name="T17" fmla="*/ 22 h 34"/>
                  <a:gd name="T18" fmla="*/ 21 w 46"/>
                  <a:gd name="T19" fmla="*/ 22 h 34"/>
                  <a:gd name="T20" fmla="*/ 15 w 46"/>
                  <a:gd name="T21" fmla="*/ 27 h 34"/>
                  <a:gd name="T22" fmla="*/ 15 w 46"/>
                  <a:gd name="T23" fmla="*/ 28 h 34"/>
                  <a:gd name="T24" fmla="*/ 3 w 46"/>
                  <a:gd name="T25" fmla="*/ 34 h 34"/>
                  <a:gd name="T26" fmla="*/ 2 w 46"/>
                  <a:gd name="T27" fmla="*/ 33 h 34"/>
                  <a:gd name="T28" fmla="*/ 32 w 46"/>
                  <a:gd name="T29" fmla="*/ 10 h 34"/>
                  <a:gd name="T30" fmla="*/ 29 w 46"/>
                  <a:gd name="T31" fmla="*/ 13 h 34"/>
                  <a:gd name="T32" fmla="*/ 32 w 46"/>
                  <a:gd name="T33" fmla="*/ 16 h 34"/>
                  <a:gd name="T34" fmla="*/ 35 w 46"/>
                  <a:gd name="T35" fmla="*/ 13 h 34"/>
                  <a:gd name="T36" fmla="*/ 32 w 46"/>
                  <a:gd name="T37" fmla="*/ 10 h 34"/>
                  <a:gd name="T38" fmla="*/ 11 w 46"/>
                  <a:gd name="T39" fmla="*/ 12 h 34"/>
                  <a:gd name="T40" fmla="*/ 14 w 46"/>
                  <a:gd name="T41" fmla="*/ 16 h 34"/>
                  <a:gd name="T42" fmla="*/ 16 w 46"/>
                  <a:gd name="T43" fmla="*/ 13 h 34"/>
                  <a:gd name="T44" fmla="*/ 14 w 46"/>
                  <a:gd name="T45" fmla="*/ 10 h 34"/>
                  <a:gd name="T46" fmla="*/ 11 w 46"/>
                  <a:gd name="T47" fmla="*/ 12 h 34"/>
                  <a:gd name="T48" fmla="*/ 20 w 46"/>
                  <a:gd name="T49" fmla="*/ 13 h 34"/>
                  <a:gd name="T50" fmla="*/ 23 w 46"/>
                  <a:gd name="T51" fmla="*/ 16 h 34"/>
                  <a:gd name="T52" fmla="*/ 26 w 46"/>
                  <a:gd name="T53" fmla="*/ 13 h 34"/>
                  <a:gd name="T54" fmla="*/ 23 w 46"/>
                  <a:gd name="T55" fmla="*/ 10 h 34"/>
                  <a:gd name="T56" fmla="*/ 20 w 46"/>
                  <a:gd name="T57"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 h="34">
                    <a:moveTo>
                      <a:pt x="2" y="33"/>
                    </a:moveTo>
                    <a:cubicBezTo>
                      <a:pt x="3" y="32"/>
                      <a:pt x="3" y="30"/>
                      <a:pt x="4" y="29"/>
                    </a:cubicBezTo>
                    <a:cubicBezTo>
                      <a:pt x="1" y="27"/>
                      <a:pt x="0" y="27"/>
                      <a:pt x="0" y="23"/>
                    </a:cubicBezTo>
                    <a:cubicBezTo>
                      <a:pt x="0" y="17"/>
                      <a:pt x="0" y="11"/>
                      <a:pt x="0" y="5"/>
                    </a:cubicBezTo>
                    <a:cubicBezTo>
                      <a:pt x="0" y="1"/>
                      <a:pt x="1" y="0"/>
                      <a:pt x="5" y="0"/>
                    </a:cubicBezTo>
                    <a:cubicBezTo>
                      <a:pt x="17" y="0"/>
                      <a:pt x="29" y="0"/>
                      <a:pt x="41" y="0"/>
                    </a:cubicBezTo>
                    <a:cubicBezTo>
                      <a:pt x="45" y="0"/>
                      <a:pt x="46" y="1"/>
                      <a:pt x="46" y="5"/>
                    </a:cubicBezTo>
                    <a:cubicBezTo>
                      <a:pt x="46" y="10"/>
                      <a:pt x="46" y="16"/>
                      <a:pt x="46" y="22"/>
                    </a:cubicBezTo>
                    <a:cubicBezTo>
                      <a:pt x="45" y="22"/>
                      <a:pt x="44" y="22"/>
                      <a:pt x="43" y="22"/>
                    </a:cubicBezTo>
                    <a:cubicBezTo>
                      <a:pt x="35" y="22"/>
                      <a:pt x="28" y="22"/>
                      <a:pt x="21" y="22"/>
                    </a:cubicBezTo>
                    <a:cubicBezTo>
                      <a:pt x="16" y="22"/>
                      <a:pt x="16" y="23"/>
                      <a:pt x="15" y="27"/>
                    </a:cubicBezTo>
                    <a:cubicBezTo>
                      <a:pt x="15" y="27"/>
                      <a:pt x="15" y="28"/>
                      <a:pt x="15" y="28"/>
                    </a:cubicBezTo>
                    <a:cubicBezTo>
                      <a:pt x="10" y="27"/>
                      <a:pt x="6" y="30"/>
                      <a:pt x="3" y="34"/>
                    </a:cubicBezTo>
                    <a:cubicBezTo>
                      <a:pt x="3" y="33"/>
                      <a:pt x="2" y="33"/>
                      <a:pt x="2" y="33"/>
                    </a:cubicBezTo>
                    <a:close/>
                    <a:moveTo>
                      <a:pt x="32" y="10"/>
                    </a:moveTo>
                    <a:cubicBezTo>
                      <a:pt x="30" y="11"/>
                      <a:pt x="29" y="11"/>
                      <a:pt x="29" y="13"/>
                    </a:cubicBezTo>
                    <a:cubicBezTo>
                      <a:pt x="30" y="15"/>
                      <a:pt x="31" y="16"/>
                      <a:pt x="32" y="16"/>
                    </a:cubicBezTo>
                    <a:cubicBezTo>
                      <a:pt x="34" y="16"/>
                      <a:pt x="35" y="15"/>
                      <a:pt x="35" y="13"/>
                    </a:cubicBezTo>
                    <a:cubicBezTo>
                      <a:pt x="35" y="11"/>
                      <a:pt x="34" y="10"/>
                      <a:pt x="32" y="10"/>
                    </a:cubicBezTo>
                    <a:close/>
                    <a:moveTo>
                      <a:pt x="11" y="12"/>
                    </a:moveTo>
                    <a:cubicBezTo>
                      <a:pt x="11" y="15"/>
                      <a:pt x="12" y="16"/>
                      <a:pt x="14" y="16"/>
                    </a:cubicBezTo>
                    <a:cubicBezTo>
                      <a:pt x="15" y="16"/>
                      <a:pt x="16" y="15"/>
                      <a:pt x="16" y="13"/>
                    </a:cubicBezTo>
                    <a:cubicBezTo>
                      <a:pt x="16" y="11"/>
                      <a:pt x="15" y="10"/>
                      <a:pt x="14" y="10"/>
                    </a:cubicBezTo>
                    <a:cubicBezTo>
                      <a:pt x="13" y="11"/>
                      <a:pt x="12" y="12"/>
                      <a:pt x="11" y="12"/>
                    </a:cubicBezTo>
                    <a:close/>
                    <a:moveTo>
                      <a:pt x="20" y="13"/>
                    </a:moveTo>
                    <a:cubicBezTo>
                      <a:pt x="20" y="15"/>
                      <a:pt x="21" y="16"/>
                      <a:pt x="23" y="16"/>
                    </a:cubicBezTo>
                    <a:cubicBezTo>
                      <a:pt x="25" y="16"/>
                      <a:pt x="26" y="15"/>
                      <a:pt x="26" y="13"/>
                    </a:cubicBezTo>
                    <a:cubicBezTo>
                      <a:pt x="26" y="11"/>
                      <a:pt x="25" y="10"/>
                      <a:pt x="23" y="10"/>
                    </a:cubicBezTo>
                    <a:cubicBezTo>
                      <a:pt x="21" y="10"/>
                      <a:pt x="21" y="11"/>
                      <a:pt x="20"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506" name="Group 505">
                <a:extLst>
                  <a:ext uri="{FF2B5EF4-FFF2-40B4-BE49-F238E27FC236}">
                    <a16:creationId xmlns="" xmlns:a16="http://schemas.microsoft.com/office/drawing/2014/main" id="{00FAA8C1-D1A2-4497-BF43-28E5D0AADB7F}"/>
                  </a:ext>
                </a:extLst>
              </p:cNvPr>
              <p:cNvGrpSpPr/>
              <p:nvPr/>
            </p:nvGrpSpPr>
            <p:grpSpPr>
              <a:xfrm>
                <a:off x="4133003" y="3622571"/>
                <a:ext cx="484188" cy="346075"/>
                <a:chOff x="4133003" y="3622571"/>
                <a:chExt cx="484188" cy="346075"/>
              </a:xfrm>
            </p:grpSpPr>
            <p:sp>
              <p:nvSpPr>
                <p:cNvPr id="508" name="Freeform 1291">
                  <a:extLst>
                    <a:ext uri="{FF2B5EF4-FFF2-40B4-BE49-F238E27FC236}">
                      <a16:creationId xmlns="" xmlns:a16="http://schemas.microsoft.com/office/drawing/2014/main" id="{9BAA6DB8-1979-449B-BF64-27DCA6E49C61}"/>
                    </a:ext>
                  </a:extLst>
                </p:cNvPr>
                <p:cNvSpPr>
                  <a:spLocks/>
                </p:cNvSpPr>
                <p:nvPr/>
              </p:nvSpPr>
              <p:spPr bwMode="auto">
                <a:xfrm>
                  <a:off x="4174278" y="3622571"/>
                  <a:ext cx="157163" cy="346075"/>
                </a:xfrm>
                <a:custGeom>
                  <a:avLst/>
                  <a:gdLst>
                    <a:gd name="T0" fmla="*/ 20 w 42"/>
                    <a:gd name="T1" fmla="*/ 42 h 92"/>
                    <a:gd name="T2" fmla="*/ 20 w 42"/>
                    <a:gd name="T3" fmla="*/ 53 h 92"/>
                    <a:gd name="T4" fmla="*/ 28 w 42"/>
                    <a:gd name="T5" fmla="*/ 53 h 92"/>
                    <a:gd name="T6" fmla="*/ 33 w 42"/>
                    <a:gd name="T7" fmla="*/ 58 h 92"/>
                    <a:gd name="T8" fmla="*/ 37 w 42"/>
                    <a:gd name="T9" fmla="*/ 86 h 92"/>
                    <a:gd name="T10" fmla="*/ 32 w 42"/>
                    <a:gd name="T11" fmla="*/ 92 h 92"/>
                    <a:gd name="T12" fmla="*/ 27 w 42"/>
                    <a:gd name="T13" fmla="*/ 88 h 92"/>
                    <a:gd name="T14" fmla="*/ 24 w 42"/>
                    <a:gd name="T15" fmla="*/ 63 h 92"/>
                    <a:gd name="T16" fmla="*/ 12 w 42"/>
                    <a:gd name="T17" fmla="*/ 63 h 92"/>
                    <a:gd name="T18" fmla="*/ 6 w 42"/>
                    <a:gd name="T19" fmla="*/ 63 h 92"/>
                    <a:gd name="T20" fmla="*/ 0 w 42"/>
                    <a:gd name="T21" fmla="*/ 54 h 92"/>
                    <a:gd name="T22" fmla="*/ 0 w 42"/>
                    <a:gd name="T23" fmla="*/ 34 h 92"/>
                    <a:gd name="T24" fmla="*/ 10 w 42"/>
                    <a:gd name="T25" fmla="*/ 23 h 92"/>
                    <a:gd name="T26" fmla="*/ 2 w 42"/>
                    <a:gd name="T27" fmla="*/ 16 h 92"/>
                    <a:gd name="T28" fmla="*/ 2 w 42"/>
                    <a:gd name="T29" fmla="*/ 7 h 92"/>
                    <a:gd name="T30" fmla="*/ 16 w 42"/>
                    <a:gd name="T31" fmla="*/ 2 h 92"/>
                    <a:gd name="T32" fmla="*/ 23 w 42"/>
                    <a:gd name="T33" fmla="*/ 13 h 92"/>
                    <a:gd name="T34" fmla="*/ 12 w 42"/>
                    <a:gd name="T35" fmla="*/ 23 h 92"/>
                    <a:gd name="T36" fmla="*/ 23 w 42"/>
                    <a:gd name="T37" fmla="*/ 33 h 92"/>
                    <a:gd name="T38" fmla="*/ 35 w 42"/>
                    <a:gd name="T39" fmla="*/ 36 h 92"/>
                    <a:gd name="T40" fmla="*/ 41 w 42"/>
                    <a:gd name="T41" fmla="*/ 39 h 92"/>
                    <a:gd name="T42" fmla="*/ 38 w 42"/>
                    <a:gd name="T43" fmla="*/ 44 h 92"/>
                    <a:gd name="T44" fmla="*/ 20 w 42"/>
                    <a:gd name="T45" fmla="*/ 4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2" h="92">
                      <a:moveTo>
                        <a:pt x="20" y="42"/>
                      </a:moveTo>
                      <a:cubicBezTo>
                        <a:pt x="20" y="46"/>
                        <a:pt x="20" y="49"/>
                        <a:pt x="20" y="53"/>
                      </a:cubicBezTo>
                      <a:cubicBezTo>
                        <a:pt x="22" y="53"/>
                        <a:pt x="25" y="53"/>
                        <a:pt x="28" y="53"/>
                      </a:cubicBezTo>
                      <a:cubicBezTo>
                        <a:pt x="31" y="53"/>
                        <a:pt x="33" y="55"/>
                        <a:pt x="33" y="58"/>
                      </a:cubicBezTo>
                      <a:cubicBezTo>
                        <a:pt x="34" y="67"/>
                        <a:pt x="35" y="77"/>
                        <a:pt x="37" y="86"/>
                      </a:cubicBezTo>
                      <a:cubicBezTo>
                        <a:pt x="37" y="89"/>
                        <a:pt x="35" y="91"/>
                        <a:pt x="32" y="92"/>
                      </a:cubicBezTo>
                      <a:cubicBezTo>
                        <a:pt x="29" y="92"/>
                        <a:pt x="27" y="90"/>
                        <a:pt x="27" y="88"/>
                      </a:cubicBezTo>
                      <a:cubicBezTo>
                        <a:pt x="26" y="80"/>
                        <a:pt x="25" y="72"/>
                        <a:pt x="24" y="63"/>
                      </a:cubicBezTo>
                      <a:cubicBezTo>
                        <a:pt x="20" y="63"/>
                        <a:pt x="16" y="63"/>
                        <a:pt x="12" y="63"/>
                      </a:cubicBezTo>
                      <a:cubicBezTo>
                        <a:pt x="10" y="63"/>
                        <a:pt x="8" y="63"/>
                        <a:pt x="6" y="63"/>
                      </a:cubicBezTo>
                      <a:cubicBezTo>
                        <a:pt x="2" y="62"/>
                        <a:pt x="0" y="58"/>
                        <a:pt x="0" y="54"/>
                      </a:cubicBezTo>
                      <a:cubicBezTo>
                        <a:pt x="0" y="47"/>
                        <a:pt x="0" y="41"/>
                        <a:pt x="0" y="34"/>
                      </a:cubicBezTo>
                      <a:cubicBezTo>
                        <a:pt x="0" y="27"/>
                        <a:pt x="2" y="24"/>
                        <a:pt x="10" y="23"/>
                      </a:cubicBezTo>
                      <a:cubicBezTo>
                        <a:pt x="6" y="21"/>
                        <a:pt x="4" y="20"/>
                        <a:pt x="2" y="16"/>
                      </a:cubicBezTo>
                      <a:cubicBezTo>
                        <a:pt x="1" y="13"/>
                        <a:pt x="1" y="10"/>
                        <a:pt x="2" y="7"/>
                      </a:cubicBezTo>
                      <a:cubicBezTo>
                        <a:pt x="5" y="2"/>
                        <a:pt x="10" y="0"/>
                        <a:pt x="16" y="2"/>
                      </a:cubicBezTo>
                      <a:cubicBezTo>
                        <a:pt x="20" y="3"/>
                        <a:pt x="23" y="8"/>
                        <a:pt x="23" y="13"/>
                      </a:cubicBezTo>
                      <a:cubicBezTo>
                        <a:pt x="22" y="19"/>
                        <a:pt x="18" y="22"/>
                        <a:pt x="12" y="23"/>
                      </a:cubicBezTo>
                      <a:cubicBezTo>
                        <a:pt x="17" y="24"/>
                        <a:pt x="19" y="29"/>
                        <a:pt x="23" y="33"/>
                      </a:cubicBezTo>
                      <a:cubicBezTo>
                        <a:pt x="27" y="38"/>
                        <a:pt x="29" y="38"/>
                        <a:pt x="35" y="36"/>
                      </a:cubicBezTo>
                      <a:cubicBezTo>
                        <a:pt x="38" y="35"/>
                        <a:pt x="41" y="36"/>
                        <a:pt x="41" y="39"/>
                      </a:cubicBezTo>
                      <a:cubicBezTo>
                        <a:pt x="42" y="41"/>
                        <a:pt x="41" y="43"/>
                        <a:pt x="38" y="44"/>
                      </a:cubicBezTo>
                      <a:cubicBezTo>
                        <a:pt x="32" y="46"/>
                        <a:pt x="26" y="47"/>
                        <a:pt x="20"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09" name="Freeform 1292">
                  <a:extLst>
                    <a:ext uri="{FF2B5EF4-FFF2-40B4-BE49-F238E27FC236}">
                      <a16:creationId xmlns="" xmlns:a16="http://schemas.microsoft.com/office/drawing/2014/main" id="{DD53B50E-FF62-4E2F-BDDA-FF06CBB2BFE6}"/>
                    </a:ext>
                  </a:extLst>
                </p:cNvPr>
                <p:cNvSpPr>
                  <a:spLocks/>
                </p:cNvSpPr>
                <p:nvPr/>
              </p:nvSpPr>
              <p:spPr bwMode="auto">
                <a:xfrm>
                  <a:off x="4460028" y="3625746"/>
                  <a:ext cx="157163" cy="342900"/>
                </a:xfrm>
                <a:custGeom>
                  <a:avLst/>
                  <a:gdLst>
                    <a:gd name="T0" fmla="*/ 18 w 42"/>
                    <a:gd name="T1" fmla="*/ 62 h 91"/>
                    <a:gd name="T2" fmla="*/ 16 w 42"/>
                    <a:gd name="T3" fmla="*/ 83 h 91"/>
                    <a:gd name="T4" fmla="*/ 15 w 42"/>
                    <a:gd name="T5" fmla="*/ 86 h 91"/>
                    <a:gd name="T6" fmla="*/ 9 w 42"/>
                    <a:gd name="T7" fmla="*/ 91 h 91"/>
                    <a:gd name="T8" fmla="*/ 5 w 42"/>
                    <a:gd name="T9" fmla="*/ 85 h 91"/>
                    <a:gd name="T10" fmla="*/ 8 w 42"/>
                    <a:gd name="T11" fmla="*/ 61 h 91"/>
                    <a:gd name="T12" fmla="*/ 9 w 42"/>
                    <a:gd name="T13" fmla="*/ 57 h 91"/>
                    <a:gd name="T14" fmla="*/ 14 w 42"/>
                    <a:gd name="T15" fmla="*/ 52 h 91"/>
                    <a:gd name="T16" fmla="*/ 22 w 42"/>
                    <a:gd name="T17" fmla="*/ 52 h 91"/>
                    <a:gd name="T18" fmla="*/ 22 w 42"/>
                    <a:gd name="T19" fmla="*/ 41 h 91"/>
                    <a:gd name="T20" fmla="*/ 21 w 42"/>
                    <a:gd name="T21" fmla="*/ 42 h 91"/>
                    <a:gd name="T22" fmla="*/ 3 w 42"/>
                    <a:gd name="T23" fmla="*/ 43 h 91"/>
                    <a:gd name="T24" fmla="*/ 0 w 42"/>
                    <a:gd name="T25" fmla="*/ 37 h 91"/>
                    <a:gd name="T26" fmla="*/ 6 w 42"/>
                    <a:gd name="T27" fmla="*/ 35 h 91"/>
                    <a:gd name="T28" fmla="*/ 20 w 42"/>
                    <a:gd name="T29" fmla="*/ 30 h 91"/>
                    <a:gd name="T30" fmla="*/ 22 w 42"/>
                    <a:gd name="T31" fmla="*/ 28 h 91"/>
                    <a:gd name="T32" fmla="*/ 30 w 42"/>
                    <a:gd name="T33" fmla="*/ 22 h 91"/>
                    <a:gd name="T34" fmla="*/ 22 w 42"/>
                    <a:gd name="T35" fmla="*/ 18 h 91"/>
                    <a:gd name="T36" fmla="*/ 19 w 42"/>
                    <a:gd name="T37" fmla="*/ 10 h 91"/>
                    <a:gd name="T38" fmla="*/ 29 w 42"/>
                    <a:gd name="T39" fmla="*/ 0 h 91"/>
                    <a:gd name="T40" fmla="*/ 40 w 42"/>
                    <a:gd name="T41" fmla="*/ 8 h 91"/>
                    <a:gd name="T42" fmla="*/ 32 w 42"/>
                    <a:gd name="T43" fmla="*/ 22 h 91"/>
                    <a:gd name="T44" fmla="*/ 36 w 42"/>
                    <a:gd name="T45" fmla="*/ 23 h 91"/>
                    <a:gd name="T46" fmla="*/ 42 w 42"/>
                    <a:gd name="T47" fmla="*/ 31 h 91"/>
                    <a:gd name="T48" fmla="*/ 42 w 42"/>
                    <a:gd name="T49" fmla="*/ 52 h 91"/>
                    <a:gd name="T50" fmla="*/ 32 w 42"/>
                    <a:gd name="T51" fmla="*/ 62 h 91"/>
                    <a:gd name="T52" fmla="*/ 19 w 42"/>
                    <a:gd name="T53" fmla="*/ 62 h 91"/>
                    <a:gd name="T54" fmla="*/ 18 w 42"/>
                    <a:gd name="T55" fmla="*/ 6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91">
                      <a:moveTo>
                        <a:pt x="18" y="62"/>
                      </a:moveTo>
                      <a:cubicBezTo>
                        <a:pt x="17" y="69"/>
                        <a:pt x="16" y="76"/>
                        <a:pt x="16" y="83"/>
                      </a:cubicBezTo>
                      <a:cubicBezTo>
                        <a:pt x="16" y="84"/>
                        <a:pt x="15" y="85"/>
                        <a:pt x="15" y="86"/>
                      </a:cubicBezTo>
                      <a:cubicBezTo>
                        <a:pt x="15" y="89"/>
                        <a:pt x="12" y="91"/>
                        <a:pt x="9" y="91"/>
                      </a:cubicBezTo>
                      <a:cubicBezTo>
                        <a:pt x="7" y="90"/>
                        <a:pt x="5" y="88"/>
                        <a:pt x="5" y="85"/>
                      </a:cubicBezTo>
                      <a:cubicBezTo>
                        <a:pt x="6" y="77"/>
                        <a:pt x="7" y="69"/>
                        <a:pt x="8" y="61"/>
                      </a:cubicBezTo>
                      <a:cubicBezTo>
                        <a:pt x="8" y="59"/>
                        <a:pt x="8" y="58"/>
                        <a:pt x="9" y="57"/>
                      </a:cubicBezTo>
                      <a:cubicBezTo>
                        <a:pt x="9" y="54"/>
                        <a:pt x="11" y="52"/>
                        <a:pt x="14" y="52"/>
                      </a:cubicBezTo>
                      <a:cubicBezTo>
                        <a:pt x="17" y="52"/>
                        <a:pt x="19" y="52"/>
                        <a:pt x="22" y="52"/>
                      </a:cubicBezTo>
                      <a:cubicBezTo>
                        <a:pt x="22" y="49"/>
                        <a:pt x="22" y="45"/>
                        <a:pt x="22" y="41"/>
                      </a:cubicBezTo>
                      <a:cubicBezTo>
                        <a:pt x="22" y="41"/>
                        <a:pt x="21" y="41"/>
                        <a:pt x="21" y="42"/>
                      </a:cubicBezTo>
                      <a:cubicBezTo>
                        <a:pt x="15" y="46"/>
                        <a:pt x="9" y="45"/>
                        <a:pt x="3" y="43"/>
                      </a:cubicBezTo>
                      <a:cubicBezTo>
                        <a:pt x="0" y="42"/>
                        <a:pt x="0" y="40"/>
                        <a:pt x="0" y="37"/>
                      </a:cubicBezTo>
                      <a:cubicBezTo>
                        <a:pt x="1" y="35"/>
                        <a:pt x="4" y="34"/>
                        <a:pt x="6" y="35"/>
                      </a:cubicBezTo>
                      <a:cubicBezTo>
                        <a:pt x="13" y="38"/>
                        <a:pt x="15" y="37"/>
                        <a:pt x="20" y="30"/>
                      </a:cubicBezTo>
                      <a:cubicBezTo>
                        <a:pt x="21" y="30"/>
                        <a:pt x="21" y="29"/>
                        <a:pt x="22" y="28"/>
                      </a:cubicBezTo>
                      <a:cubicBezTo>
                        <a:pt x="24" y="25"/>
                        <a:pt x="26" y="23"/>
                        <a:pt x="30" y="22"/>
                      </a:cubicBezTo>
                      <a:cubicBezTo>
                        <a:pt x="27" y="22"/>
                        <a:pt x="24" y="21"/>
                        <a:pt x="22" y="18"/>
                      </a:cubicBezTo>
                      <a:cubicBezTo>
                        <a:pt x="20" y="16"/>
                        <a:pt x="19" y="13"/>
                        <a:pt x="19" y="10"/>
                      </a:cubicBezTo>
                      <a:cubicBezTo>
                        <a:pt x="19" y="5"/>
                        <a:pt x="24" y="1"/>
                        <a:pt x="29" y="0"/>
                      </a:cubicBezTo>
                      <a:cubicBezTo>
                        <a:pt x="34" y="0"/>
                        <a:pt x="39" y="3"/>
                        <a:pt x="40" y="8"/>
                      </a:cubicBezTo>
                      <a:cubicBezTo>
                        <a:pt x="42" y="14"/>
                        <a:pt x="39" y="19"/>
                        <a:pt x="32" y="22"/>
                      </a:cubicBezTo>
                      <a:cubicBezTo>
                        <a:pt x="33" y="22"/>
                        <a:pt x="35" y="22"/>
                        <a:pt x="36" y="23"/>
                      </a:cubicBezTo>
                      <a:cubicBezTo>
                        <a:pt x="40" y="24"/>
                        <a:pt x="42" y="27"/>
                        <a:pt x="42" y="31"/>
                      </a:cubicBezTo>
                      <a:cubicBezTo>
                        <a:pt x="42" y="38"/>
                        <a:pt x="42" y="45"/>
                        <a:pt x="42" y="52"/>
                      </a:cubicBezTo>
                      <a:cubicBezTo>
                        <a:pt x="42" y="58"/>
                        <a:pt x="38" y="62"/>
                        <a:pt x="32" y="62"/>
                      </a:cubicBezTo>
                      <a:cubicBezTo>
                        <a:pt x="28" y="62"/>
                        <a:pt x="23" y="62"/>
                        <a:pt x="19" y="62"/>
                      </a:cubicBezTo>
                      <a:cubicBezTo>
                        <a:pt x="19" y="62"/>
                        <a:pt x="19" y="62"/>
                        <a:pt x="18" y="6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0" name="Freeform 1293">
                  <a:extLst>
                    <a:ext uri="{FF2B5EF4-FFF2-40B4-BE49-F238E27FC236}">
                      <a16:creationId xmlns="" xmlns:a16="http://schemas.microsoft.com/office/drawing/2014/main" id="{56BE45BC-3F0B-417B-9D2A-95811A22876E}"/>
                    </a:ext>
                  </a:extLst>
                </p:cNvPr>
                <p:cNvSpPr>
                  <a:spLocks/>
                </p:cNvSpPr>
                <p:nvPr/>
              </p:nvSpPr>
              <p:spPr bwMode="auto">
                <a:xfrm>
                  <a:off x="4290166" y="3798783"/>
                  <a:ext cx="203200" cy="161925"/>
                </a:xfrm>
                <a:custGeom>
                  <a:avLst/>
                  <a:gdLst>
                    <a:gd name="T0" fmla="*/ 45 w 54"/>
                    <a:gd name="T1" fmla="*/ 8 h 43"/>
                    <a:gd name="T2" fmla="*/ 45 w 54"/>
                    <a:gd name="T3" fmla="*/ 43 h 43"/>
                    <a:gd name="T4" fmla="*/ 9 w 54"/>
                    <a:gd name="T5" fmla="*/ 43 h 43"/>
                    <a:gd name="T6" fmla="*/ 9 w 54"/>
                    <a:gd name="T7" fmla="*/ 8 h 43"/>
                    <a:gd name="T8" fmla="*/ 4 w 54"/>
                    <a:gd name="T9" fmla="*/ 8 h 43"/>
                    <a:gd name="T10" fmla="*/ 0 w 54"/>
                    <a:gd name="T11" fmla="*/ 4 h 43"/>
                    <a:gd name="T12" fmla="*/ 4 w 54"/>
                    <a:gd name="T13" fmla="*/ 0 h 43"/>
                    <a:gd name="T14" fmla="*/ 50 w 54"/>
                    <a:gd name="T15" fmla="*/ 0 h 43"/>
                    <a:gd name="T16" fmla="*/ 54 w 54"/>
                    <a:gd name="T17" fmla="*/ 4 h 43"/>
                    <a:gd name="T18" fmla="*/ 50 w 54"/>
                    <a:gd name="T19" fmla="*/ 8 h 43"/>
                    <a:gd name="T20" fmla="*/ 45 w 54"/>
                    <a:gd name="T21" fmla="*/ 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43">
                      <a:moveTo>
                        <a:pt x="45" y="8"/>
                      </a:moveTo>
                      <a:cubicBezTo>
                        <a:pt x="45" y="20"/>
                        <a:pt x="45" y="31"/>
                        <a:pt x="45" y="43"/>
                      </a:cubicBezTo>
                      <a:cubicBezTo>
                        <a:pt x="33" y="43"/>
                        <a:pt x="21" y="43"/>
                        <a:pt x="9" y="43"/>
                      </a:cubicBezTo>
                      <a:cubicBezTo>
                        <a:pt x="9" y="31"/>
                        <a:pt x="9" y="19"/>
                        <a:pt x="9" y="8"/>
                      </a:cubicBezTo>
                      <a:cubicBezTo>
                        <a:pt x="7" y="8"/>
                        <a:pt x="6" y="8"/>
                        <a:pt x="4" y="8"/>
                      </a:cubicBezTo>
                      <a:cubicBezTo>
                        <a:pt x="2" y="8"/>
                        <a:pt x="0" y="6"/>
                        <a:pt x="0" y="4"/>
                      </a:cubicBezTo>
                      <a:cubicBezTo>
                        <a:pt x="0" y="1"/>
                        <a:pt x="1" y="0"/>
                        <a:pt x="4" y="0"/>
                      </a:cubicBezTo>
                      <a:cubicBezTo>
                        <a:pt x="19" y="0"/>
                        <a:pt x="35" y="0"/>
                        <a:pt x="50" y="0"/>
                      </a:cubicBezTo>
                      <a:cubicBezTo>
                        <a:pt x="53" y="0"/>
                        <a:pt x="54" y="1"/>
                        <a:pt x="54" y="4"/>
                      </a:cubicBezTo>
                      <a:cubicBezTo>
                        <a:pt x="54" y="6"/>
                        <a:pt x="53" y="8"/>
                        <a:pt x="50" y="8"/>
                      </a:cubicBezTo>
                      <a:cubicBezTo>
                        <a:pt x="48" y="8"/>
                        <a:pt x="47" y="8"/>
                        <a:pt x="45" y="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1" name="Freeform 1294">
                  <a:extLst>
                    <a:ext uri="{FF2B5EF4-FFF2-40B4-BE49-F238E27FC236}">
                      <a16:creationId xmlns="" xmlns:a16="http://schemas.microsoft.com/office/drawing/2014/main" id="{92567ED9-2ED3-4DD3-B4E6-F494B8B63D4D}"/>
                    </a:ext>
                  </a:extLst>
                </p:cNvPr>
                <p:cNvSpPr>
                  <a:spLocks noEditPoints="1"/>
                </p:cNvSpPr>
                <p:nvPr/>
              </p:nvSpPr>
              <p:spPr bwMode="auto">
                <a:xfrm>
                  <a:off x="4344141" y="3630508"/>
                  <a:ext cx="168275" cy="127000"/>
                </a:xfrm>
                <a:custGeom>
                  <a:avLst/>
                  <a:gdLst>
                    <a:gd name="T0" fmla="*/ 41 w 45"/>
                    <a:gd name="T1" fmla="*/ 29 h 34"/>
                    <a:gd name="T2" fmla="*/ 43 w 45"/>
                    <a:gd name="T3" fmla="*/ 34 h 34"/>
                    <a:gd name="T4" fmla="*/ 39 w 45"/>
                    <a:gd name="T5" fmla="*/ 30 h 34"/>
                    <a:gd name="T6" fmla="*/ 33 w 45"/>
                    <a:gd name="T7" fmla="*/ 28 h 34"/>
                    <a:gd name="T8" fmla="*/ 4 w 45"/>
                    <a:gd name="T9" fmla="*/ 28 h 34"/>
                    <a:gd name="T10" fmla="*/ 0 w 45"/>
                    <a:gd name="T11" fmla="*/ 24 h 34"/>
                    <a:gd name="T12" fmla="*/ 0 w 45"/>
                    <a:gd name="T13" fmla="*/ 4 h 34"/>
                    <a:gd name="T14" fmla="*/ 3 w 45"/>
                    <a:gd name="T15" fmla="*/ 1 h 34"/>
                    <a:gd name="T16" fmla="*/ 41 w 45"/>
                    <a:gd name="T17" fmla="*/ 1 h 34"/>
                    <a:gd name="T18" fmla="*/ 45 w 45"/>
                    <a:gd name="T19" fmla="*/ 4 h 34"/>
                    <a:gd name="T20" fmla="*/ 45 w 45"/>
                    <a:gd name="T21" fmla="*/ 24 h 34"/>
                    <a:gd name="T22" fmla="*/ 41 w 45"/>
                    <a:gd name="T23" fmla="*/ 29 h 34"/>
                    <a:gd name="T24" fmla="*/ 16 w 45"/>
                    <a:gd name="T25" fmla="*/ 14 h 34"/>
                    <a:gd name="T26" fmla="*/ 13 w 45"/>
                    <a:gd name="T27" fmla="*/ 11 h 34"/>
                    <a:gd name="T28" fmla="*/ 10 w 45"/>
                    <a:gd name="T29" fmla="*/ 14 h 34"/>
                    <a:gd name="T30" fmla="*/ 13 w 45"/>
                    <a:gd name="T31" fmla="*/ 17 h 34"/>
                    <a:gd name="T32" fmla="*/ 16 w 45"/>
                    <a:gd name="T33" fmla="*/ 14 h 34"/>
                    <a:gd name="T34" fmla="*/ 25 w 45"/>
                    <a:gd name="T35" fmla="*/ 14 h 34"/>
                    <a:gd name="T36" fmla="*/ 22 w 45"/>
                    <a:gd name="T37" fmla="*/ 11 h 34"/>
                    <a:gd name="T38" fmla="*/ 20 w 45"/>
                    <a:gd name="T39" fmla="*/ 14 h 34"/>
                    <a:gd name="T40" fmla="*/ 22 w 45"/>
                    <a:gd name="T41" fmla="*/ 17 h 34"/>
                    <a:gd name="T42" fmla="*/ 25 w 45"/>
                    <a:gd name="T43" fmla="*/ 14 h 34"/>
                    <a:gd name="T44" fmla="*/ 32 w 45"/>
                    <a:gd name="T45" fmla="*/ 11 h 34"/>
                    <a:gd name="T46" fmla="*/ 29 w 45"/>
                    <a:gd name="T47" fmla="*/ 14 h 34"/>
                    <a:gd name="T48" fmla="*/ 32 w 45"/>
                    <a:gd name="T49" fmla="*/ 17 h 34"/>
                    <a:gd name="T50" fmla="*/ 34 w 45"/>
                    <a:gd name="T51" fmla="*/ 14 h 34"/>
                    <a:gd name="T52" fmla="*/ 32 w 45"/>
                    <a:gd name="T53" fmla="*/ 1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 h="34">
                      <a:moveTo>
                        <a:pt x="41" y="29"/>
                      </a:moveTo>
                      <a:cubicBezTo>
                        <a:pt x="42" y="30"/>
                        <a:pt x="42" y="32"/>
                        <a:pt x="43" y="34"/>
                      </a:cubicBezTo>
                      <a:cubicBezTo>
                        <a:pt x="41" y="33"/>
                        <a:pt x="40" y="32"/>
                        <a:pt x="39" y="30"/>
                      </a:cubicBezTo>
                      <a:cubicBezTo>
                        <a:pt x="37" y="29"/>
                        <a:pt x="35" y="28"/>
                        <a:pt x="33" y="28"/>
                      </a:cubicBezTo>
                      <a:cubicBezTo>
                        <a:pt x="24" y="28"/>
                        <a:pt x="14" y="28"/>
                        <a:pt x="4" y="28"/>
                      </a:cubicBezTo>
                      <a:cubicBezTo>
                        <a:pt x="1" y="28"/>
                        <a:pt x="0" y="28"/>
                        <a:pt x="0" y="24"/>
                      </a:cubicBezTo>
                      <a:cubicBezTo>
                        <a:pt x="0" y="17"/>
                        <a:pt x="0" y="11"/>
                        <a:pt x="0" y="4"/>
                      </a:cubicBezTo>
                      <a:cubicBezTo>
                        <a:pt x="0" y="2"/>
                        <a:pt x="1" y="1"/>
                        <a:pt x="3" y="1"/>
                      </a:cubicBezTo>
                      <a:cubicBezTo>
                        <a:pt x="16" y="0"/>
                        <a:pt x="29" y="0"/>
                        <a:pt x="41" y="1"/>
                      </a:cubicBezTo>
                      <a:cubicBezTo>
                        <a:pt x="44" y="1"/>
                        <a:pt x="45" y="2"/>
                        <a:pt x="45" y="4"/>
                      </a:cubicBezTo>
                      <a:cubicBezTo>
                        <a:pt x="45" y="11"/>
                        <a:pt x="45" y="17"/>
                        <a:pt x="45" y="24"/>
                      </a:cubicBezTo>
                      <a:cubicBezTo>
                        <a:pt x="45" y="27"/>
                        <a:pt x="45" y="28"/>
                        <a:pt x="41" y="29"/>
                      </a:cubicBezTo>
                      <a:close/>
                      <a:moveTo>
                        <a:pt x="16" y="14"/>
                      </a:moveTo>
                      <a:cubicBezTo>
                        <a:pt x="16" y="12"/>
                        <a:pt x="15" y="11"/>
                        <a:pt x="13" y="11"/>
                      </a:cubicBezTo>
                      <a:cubicBezTo>
                        <a:pt x="11" y="11"/>
                        <a:pt x="10" y="12"/>
                        <a:pt x="10" y="14"/>
                      </a:cubicBezTo>
                      <a:cubicBezTo>
                        <a:pt x="10" y="15"/>
                        <a:pt x="11" y="16"/>
                        <a:pt x="13" y="17"/>
                      </a:cubicBezTo>
                      <a:cubicBezTo>
                        <a:pt x="15" y="17"/>
                        <a:pt x="16" y="15"/>
                        <a:pt x="16" y="14"/>
                      </a:cubicBezTo>
                      <a:close/>
                      <a:moveTo>
                        <a:pt x="25" y="14"/>
                      </a:moveTo>
                      <a:cubicBezTo>
                        <a:pt x="25" y="12"/>
                        <a:pt x="24" y="11"/>
                        <a:pt x="22" y="11"/>
                      </a:cubicBezTo>
                      <a:cubicBezTo>
                        <a:pt x="21" y="11"/>
                        <a:pt x="20" y="12"/>
                        <a:pt x="20" y="14"/>
                      </a:cubicBezTo>
                      <a:cubicBezTo>
                        <a:pt x="20" y="15"/>
                        <a:pt x="21" y="16"/>
                        <a:pt x="22" y="17"/>
                      </a:cubicBezTo>
                      <a:cubicBezTo>
                        <a:pt x="24" y="17"/>
                        <a:pt x="25" y="15"/>
                        <a:pt x="25" y="14"/>
                      </a:cubicBezTo>
                      <a:close/>
                      <a:moveTo>
                        <a:pt x="32" y="11"/>
                      </a:moveTo>
                      <a:cubicBezTo>
                        <a:pt x="30" y="11"/>
                        <a:pt x="29" y="12"/>
                        <a:pt x="29" y="14"/>
                      </a:cubicBezTo>
                      <a:cubicBezTo>
                        <a:pt x="29" y="16"/>
                        <a:pt x="30" y="17"/>
                        <a:pt x="32" y="17"/>
                      </a:cubicBezTo>
                      <a:cubicBezTo>
                        <a:pt x="33" y="16"/>
                        <a:pt x="34" y="15"/>
                        <a:pt x="34" y="14"/>
                      </a:cubicBezTo>
                      <a:cubicBezTo>
                        <a:pt x="34" y="12"/>
                        <a:pt x="33" y="11"/>
                        <a:pt x="32"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12" name="Freeform 1296">
                  <a:extLst>
                    <a:ext uri="{FF2B5EF4-FFF2-40B4-BE49-F238E27FC236}">
                      <a16:creationId xmlns="" xmlns:a16="http://schemas.microsoft.com/office/drawing/2014/main" id="{91D088B5-0CD5-4617-9C8E-4D6C8AECAFFF}"/>
                    </a:ext>
                  </a:extLst>
                </p:cNvPr>
                <p:cNvSpPr>
                  <a:spLocks/>
                </p:cNvSpPr>
                <p:nvPr/>
              </p:nvSpPr>
              <p:spPr bwMode="auto">
                <a:xfrm>
                  <a:off x="4133003" y="3727346"/>
                  <a:ext cx="127000" cy="241300"/>
                </a:xfrm>
                <a:custGeom>
                  <a:avLst/>
                  <a:gdLst>
                    <a:gd name="T0" fmla="*/ 9 w 34"/>
                    <a:gd name="T1" fmla="*/ 37 h 64"/>
                    <a:gd name="T2" fmla="*/ 29 w 34"/>
                    <a:gd name="T3" fmla="*/ 37 h 64"/>
                    <a:gd name="T4" fmla="*/ 33 w 34"/>
                    <a:gd name="T5" fmla="*/ 41 h 64"/>
                    <a:gd name="T6" fmla="*/ 33 w 34"/>
                    <a:gd name="T7" fmla="*/ 42 h 64"/>
                    <a:gd name="T8" fmla="*/ 33 w 34"/>
                    <a:gd name="T9" fmla="*/ 53 h 64"/>
                    <a:gd name="T10" fmla="*/ 32 w 34"/>
                    <a:gd name="T11" fmla="*/ 60 h 64"/>
                    <a:gd name="T12" fmla="*/ 29 w 34"/>
                    <a:gd name="T13" fmla="*/ 64 h 64"/>
                    <a:gd name="T14" fmla="*/ 25 w 34"/>
                    <a:gd name="T15" fmla="*/ 60 h 64"/>
                    <a:gd name="T16" fmla="*/ 25 w 34"/>
                    <a:gd name="T17" fmla="*/ 50 h 64"/>
                    <a:gd name="T18" fmla="*/ 22 w 34"/>
                    <a:gd name="T19" fmla="*/ 46 h 64"/>
                    <a:gd name="T20" fmla="*/ 12 w 34"/>
                    <a:gd name="T21" fmla="*/ 46 h 64"/>
                    <a:gd name="T22" fmla="*/ 8 w 34"/>
                    <a:gd name="T23" fmla="*/ 50 h 64"/>
                    <a:gd name="T24" fmla="*/ 8 w 34"/>
                    <a:gd name="T25" fmla="*/ 60 h 64"/>
                    <a:gd name="T26" fmla="*/ 5 w 34"/>
                    <a:gd name="T27" fmla="*/ 64 h 64"/>
                    <a:gd name="T28" fmla="*/ 1 w 34"/>
                    <a:gd name="T29" fmla="*/ 60 h 64"/>
                    <a:gd name="T30" fmla="*/ 1 w 34"/>
                    <a:gd name="T31" fmla="*/ 49 h 64"/>
                    <a:gd name="T32" fmla="*/ 1 w 34"/>
                    <a:gd name="T33" fmla="*/ 46 h 64"/>
                    <a:gd name="T34" fmla="*/ 1 w 34"/>
                    <a:gd name="T35" fmla="*/ 43 h 64"/>
                    <a:gd name="T36" fmla="*/ 0 w 34"/>
                    <a:gd name="T37" fmla="*/ 40 h 64"/>
                    <a:gd name="T38" fmla="*/ 0 w 34"/>
                    <a:gd name="T39" fmla="*/ 4 h 64"/>
                    <a:gd name="T40" fmla="*/ 4 w 34"/>
                    <a:gd name="T41" fmla="*/ 0 h 64"/>
                    <a:gd name="T42" fmla="*/ 9 w 34"/>
                    <a:gd name="T43" fmla="*/ 4 h 64"/>
                    <a:gd name="T44" fmla="*/ 9 w 34"/>
                    <a:gd name="T45" fmla="*/ 33 h 64"/>
                    <a:gd name="T46" fmla="*/ 9 w 34"/>
                    <a:gd name="T47" fmla="*/ 3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64">
                      <a:moveTo>
                        <a:pt x="9" y="37"/>
                      </a:moveTo>
                      <a:cubicBezTo>
                        <a:pt x="16" y="37"/>
                        <a:pt x="22" y="37"/>
                        <a:pt x="29" y="37"/>
                      </a:cubicBezTo>
                      <a:cubicBezTo>
                        <a:pt x="32" y="37"/>
                        <a:pt x="34" y="38"/>
                        <a:pt x="33" y="41"/>
                      </a:cubicBezTo>
                      <a:cubicBezTo>
                        <a:pt x="33" y="41"/>
                        <a:pt x="33" y="41"/>
                        <a:pt x="33" y="42"/>
                      </a:cubicBezTo>
                      <a:cubicBezTo>
                        <a:pt x="30" y="45"/>
                        <a:pt x="33" y="49"/>
                        <a:pt x="33" y="53"/>
                      </a:cubicBezTo>
                      <a:cubicBezTo>
                        <a:pt x="32" y="55"/>
                        <a:pt x="33" y="58"/>
                        <a:pt x="32" y="60"/>
                      </a:cubicBezTo>
                      <a:cubicBezTo>
                        <a:pt x="32" y="63"/>
                        <a:pt x="31" y="64"/>
                        <a:pt x="29" y="64"/>
                      </a:cubicBezTo>
                      <a:cubicBezTo>
                        <a:pt x="27" y="64"/>
                        <a:pt x="25" y="63"/>
                        <a:pt x="25" y="60"/>
                      </a:cubicBezTo>
                      <a:cubicBezTo>
                        <a:pt x="25" y="57"/>
                        <a:pt x="25" y="53"/>
                        <a:pt x="25" y="50"/>
                      </a:cubicBezTo>
                      <a:cubicBezTo>
                        <a:pt x="25" y="47"/>
                        <a:pt x="24" y="46"/>
                        <a:pt x="22" y="46"/>
                      </a:cubicBezTo>
                      <a:cubicBezTo>
                        <a:pt x="18" y="46"/>
                        <a:pt x="15" y="46"/>
                        <a:pt x="12" y="46"/>
                      </a:cubicBezTo>
                      <a:cubicBezTo>
                        <a:pt x="9" y="46"/>
                        <a:pt x="8" y="47"/>
                        <a:pt x="8" y="50"/>
                      </a:cubicBezTo>
                      <a:cubicBezTo>
                        <a:pt x="8" y="53"/>
                        <a:pt x="8" y="57"/>
                        <a:pt x="8" y="60"/>
                      </a:cubicBezTo>
                      <a:cubicBezTo>
                        <a:pt x="8" y="63"/>
                        <a:pt x="7" y="64"/>
                        <a:pt x="5" y="64"/>
                      </a:cubicBezTo>
                      <a:cubicBezTo>
                        <a:pt x="2" y="64"/>
                        <a:pt x="1" y="63"/>
                        <a:pt x="1" y="60"/>
                      </a:cubicBezTo>
                      <a:cubicBezTo>
                        <a:pt x="1" y="56"/>
                        <a:pt x="1" y="53"/>
                        <a:pt x="1" y="49"/>
                      </a:cubicBezTo>
                      <a:cubicBezTo>
                        <a:pt x="1" y="48"/>
                        <a:pt x="1" y="47"/>
                        <a:pt x="1" y="46"/>
                      </a:cubicBezTo>
                      <a:cubicBezTo>
                        <a:pt x="2" y="45"/>
                        <a:pt x="2" y="44"/>
                        <a:pt x="1" y="43"/>
                      </a:cubicBezTo>
                      <a:cubicBezTo>
                        <a:pt x="0" y="43"/>
                        <a:pt x="0" y="41"/>
                        <a:pt x="0" y="40"/>
                      </a:cubicBezTo>
                      <a:cubicBezTo>
                        <a:pt x="0" y="28"/>
                        <a:pt x="0" y="16"/>
                        <a:pt x="0" y="4"/>
                      </a:cubicBezTo>
                      <a:cubicBezTo>
                        <a:pt x="0" y="1"/>
                        <a:pt x="2" y="0"/>
                        <a:pt x="4" y="0"/>
                      </a:cubicBezTo>
                      <a:cubicBezTo>
                        <a:pt x="7" y="0"/>
                        <a:pt x="9" y="1"/>
                        <a:pt x="9" y="4"/>
                      </a:cubicBezTo>
                      <a:cubicBezTo>
                        <a:pt x="9" y="14"/>
                        <a:pt x="9" y="24"/>
                        <a:pt x="9" y="33"/>
                      </a:cubicBezTo>
                      <a:cubicBezTo>
                        <a:pt x="9" y="34"/>
                        <a:pt x="9" y="35"/>
                        <a:pt x="9" y="3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507" name="Freeform 1297">
                <a:extLst>
                  <a:ext uri="{FF2B5EF4-FFF2-40B4-BE49-F238E27FC236}">
                    <a16:creationId xmlns="" xmlns:a16="http://schemas.microsoft.com/office/drawing/2014/main" id="{5FB26F70-E708-4584-9662-12C0D97CE6CD}"/>
                  </a:ext>
                </a:extLst>
              </p:cNvPr>
              <p:cNvSpPr>
                <a:spLocks/>
              </p:cNvSpPr>
              <p:nvPr/>
            </p:nvSpPr>
            <p:spPr bwMode="auto">
              <a:xfrm>
                <a:off x="4534641" y="3727346"/>
                <a:ext cx="123825" cy="241300"/>
              </a:xfrm>
              <a:custGeom>
                <a:avLst/>
                <a:gdLst>
                  <a:gd name="T0" fmla="*/ 24 w 33"/>
                  <a:gd name="T1" fmla="*/ 37 h 64"/>
                  <a:gd name="T2" fmla="*/ 24 w 33"/>
                  <a:gd name="T3" fmla="*/ 34 h 64"/>
                  <a:gd name="T4" fmla="*/ 24 w 33"/>
                  <a:gd name="T5" fmla="*/ 5 h 64"/>
                  <a:gd name="T6" fmla="*/ 24 w 33"/>
                  <a:gd name="T7" fmla="*/ 3 h 64"/>
                  <a:gd name="T8" fmla="*/ 28 w 33"/>
                  <a:gd name="T9" fmla="*/ 0 h 64"/>
                  <a:gd name="T10" fmla="*/ 33 w 33"/>
                  <a:gd name="T11" fmla="*/ 4 h 64"/>
                  <a:gd name="T12" fmla="*/ 33 w 33"/>
                  <a:gd name="T13" fmla="*/ 41 h 64"/>
                  <a:gd name="T14" fmla="*/ 33 w 33"/>
                  <a:gd name="T15" fmla="*/ 41 h 64"/>
                  <a:gd name="T16" fmla="*/ 32 w 33"/>
                  <a:gd name="T17" fmla="*/ 51 h 64"/>
                  <a:gd name="T18" fmla="*/ 32 w 33"/>
                  <a:gd name="T19" fmla="*/ 60 h 64"/>
                  <a:gd name="T20" fmla="*/ 28 w 33"/>
                  <a:gd name="T21" fmla="*/ 64 h 64"/>
                  <a:gd name="T22" fmla="*/ 25 w 33"/>
                  <a:gd name="T23" fmla="*/ 60 h 64"/>
                  <a:gd name="T24" fmla="*/ 25 w 33"/>
                  <a:gd name="T25" fmla="*/ 50 h 64"/>
                  <a:gd name="T26" fmla="*/ 21 w 33"/>
                  <a:gd name="T27" fmla="*/ 46 h 64"/>
                  <a:gd name="T28" fmla="*/ 11 w 33"/>
                  <a:gd name="T29" fmla="*/ 46 h 64"/>
                  <a:gd name="T30" fmla="*/ 7 w 33"/>
                  <a:gd name="T31" fmla="*/ 50 h 64"/>
                  <a:gd name="T32" fmla="*/ 7 w 33"/>
                  <a:gd name="T33" fmla="*/ 60 h 64"/>
                  <a:gd name="T34" fmla="*/ 4 w 33"/>
                  <a:gd name="T35" fmla="*/ 64 h 64"/>
                  <a:gd name="T36" fmla="*/ 0 w 33"/>
                  <a:gd name="T37" fmla="*/ 60 h 64"/>
                  <a:gd name="T38" fmla="*/ 0 w 33"/>
                  <a:gd name="T39" fmla="*/ 49 h 64"/>
                  <a:gd name="T40" fmla="*/ 1 w 33"/>
                  <a:gd name="T41" fmla="*/ 46 h 64"/>
                  <a:gd name="T42" fmla="*/ 0 w 33"/>
                  <a:gd name="T43" fmla="*/ 44 h 64"/>
                  <a:gd name="T44" fmla="*/ 0 w 33"/>
                  <a:gd name="T45" fmla="*/ 39 h 64"/>
                  <a:gd name="T46" fmla="*/ 4 w 33"/>
                  <a:gd name="T47" fmla="*/ 37 h 64"/>
                  <a:gd name="T48" fmla="*/ 21 w 33"/>
                  <a:gd name="T49" fmla="*/ 37 h 64"/>
                  <a:gd name="T50" fmla="*/ 24 w 33"/>
                  <a:gd name="T51" fmla="*/ 3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 h="64">
                    <a:moveTo>
                      <a:pt x="24" y="37"/>
                    </a:moveTo>
                    <a:cubicBezTo>
                      <a:pt x="24" y="35"/>
                      <a:pt x="24" y="35"/>
                      <a:pt x="24" y="34"/>
                    </a:cubicBezTo>
                    <a:cubicBezTo>
                      <a:pt x="24" y="24"/>
                      <a:pt x="24" y="15"/>
                      <a:pt x="24" y="5"/>
                    </a:cubicBezTo>
                    <a:cubicBezTo>
                      <a:pt x="24" y="5"/>
                      <a:pt x="24" y="4"/>
                      <a:pt x="24" y="3"/>
                    </a:cubicBezTo>
                    <a:cubicBezTo>
                      <a:pt x="24" y="1"/>
                      <a:pt x="26" y="0"/>
                      <a:pt x="28" y="0"/>
                    </a:cubicBezTo>
                    <a:cubicBezTo>
                      <a:pt x="31" y="0"/>
                      <a:pt x="33" y="1"/>
                      <a:pt x="33" y="4"/>
                    </a:cubicBezTo>
                    <a:cubicBezTo>
                      <a:pt x="33" y="16"/>
                      <a:pt x="33" y="28"/>
                      <a:pt x="33" y="41"/>
                    </a:cubicBezTo>
                    <a:cubicBezTo>
                      <a:pt x="33" y="41"/>
                      <a:pt x="33" y="41"/>
                      <a:pt x="33" y="41"/>
                    </a:cubicBezTo>
                    <a:cubicBezTo>
                      <a:pt x="30" y="45"/>
                      <a:pt x="32" y="48"/>
                      <a:pt x="32" y="51"/>
                    </a:cubicBezTo>
                    <a:cubicBezTo>
                      <a:pt x="32" y="54"/>
                      <a:pt x="32" y="57"/>
                      <a:pt x="32" y="60"/>
                    </a:cubicBezTo>
                    <a:cubicBezTo>
                      <a:pt x="32" y="63"/>
                      <a:pt x="30" y="64"/>
                      <a:pt x="28" y="64"/>
                    </a:cubicBezTo>
                    <a:cubicBezTo>
                      <a:pt x="26" y="64"/>
                      <a:pt x="25" y="63"/>
                      <a:pt x="25" y="60"/>
                    </a:cubicBezTo>
                    <a:cubicBezTo>
                      <a:pt x="25" y="57"/>
                      <a:pt x="25" y="53"/>
                      <a:pt x="25" y="50"/>
                    </a:cubicBezTo>
                    <a:cubicBezTo>
                      <a:pt x="25" y="47"/>
                      <a:pt x="24" y="46"/>
                      <a:pt x="21" y="46"/>
                    </a:cubicBezTo>
                    <a:cubicBezTo>
                      <a:pt x="18" y="46"/>
                      <a:pt x="14" y="46"/>
                      <a:pt x="11" y="46"/>
                    </a:cubicBezTo>
                    <a:cubicBezTo>
                      <a:pt x="8" y="46"/>
                      <a:pt x="7" y="47"/>
                      <a:pt x="7" y="50"/>
                    </a:cubicBezTo>
                    <a:cubicBezTo>
                      <a:pt x="7" y="53"/>
                      <a:pt x="8" y="57"/>
                      <a:pt x="7" y="60"/>
                    </a:cubicBezTo>
                    <a:cubicBezTo>
                      <a:pt x="7" y="63"/>
                      <a:pt x="6" y="64"/>
                      <a:pt x="4" y="64"/>
                    </a:cubicBezTo>
                    <a:cubicBezTo>
                      <a:pt x="2" y="64"/>
                      <a:pt x="0" y="63"/>
                      <a:pt x="0" y="60"/>
                    </a:cubicBezTo>
                    <a:cubicBezTo>
                      <a:pt x="0" y="56"/>
                      <a:pt x="0" y="53"/>
                      <a:pt x="0" y="49"/>
                    </a:cubicBezTo>
                    <a:cubicBezTo>
                      <a:pt x="0" y="48"/>
                      <a:pt x="1" y="47"/>
                      <a:pt x="1" y="46"/>
                    </a:cubicBezTo>
                    <a:cubicBezTo>
                      <a:pt x="1" y="45"/>
                      <a:pt x="1" y="44"/>
                      <a:pt x="0" y="44"/>
                    </a:cubicBezTo>
                    <a:cubicBezTo>
                      <a:pt x="0" y="42"/>
                      <a:pt x="0" y="40"/>
                      <a:pt x="0" y="39"/>
                    </a:cubicBezTo>
                    <a:cubicBezTo>
                      <a:pt x="0" y="37"/>
                      <a:pt x="2" y="37"/>
                      <a:pt x="4" y="37"/>
                    </a:cubicBezTo>
                    <a:cubicBezTo>
                      <a:pt x="10" y="37"/>
                      <a:pt x="15" y="37"/>
                      <a:pt x="21" y="37"/>
                    </a:cubicBezTo>
                    <a:cubicBezTo>
                      <a:pt x="22" y="37"/>
                      <a:pt x="23" y="37"/>
                      <a:pt x="24" y="3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sp>
          <p:nvSpPr>
            <p:cNvPr id="498" name="Freeform 1227">
              <a:extLst>
                <a:ext uri="{FF2B5EF4-FFF2-40B4-BE49-F238E27FC236}">
                  <a16:creationId xmlns="" xmlns:a16="http://schemas.microsoft.com/office/drawing/2014/main" id="{3559307A-7178-4141-B66F-AADEF2CB9DC8}"/>
                </a:ext>
              </a:extLst>
            </p:cNvPr>
            <p:cNvSpPr>
              <a:spLocks noEditPoints="1"/>
            </p:cNvSpPr>
            <p:nvPr/>
          </p:nvSpPr>
          <p:spPr bwMode="auto">
            <a:xfrm>
              <a:off x="11314341" y="195079"/>
              <a:ext cx="36252" cy="33566"/>
            </a:xfrm>
            <a:custGeom>
              <a:avLst/>
              <a:gdLst>
                <a:gd name="T0" fmla="*/ 40 w 57"/>
                <a:gd name="T1" fmla="*/ 3 h 53"/>
                <a:gd name="T2" fmla="*/ 57 w 57"/>
                <a:gd name="T3" fmla="*/ 25 h 53"/>
                <a:gd name="T4" fmla="*/ 53 w 57"/>
                <a:gd name="T5" fmla="*/ 44 h 53"/>
                <a:gd name="T6" fmla="*/ 44 w 57"/>
                <a:gd name="T7" fmla="*/ 53 h 53"/>
                <a:gd name="T8" fmla="*/ 45 w 57"/>
                <a:gd name="T9" fmla="*/ 50 h 53"/>
                <a:gd name="T10" fmla="*/ 46 w 57"/>
                <a:gd name="T11" fmla="*/ 47 h 53"/>
                <a:gd name="T12" fmla="*/ 48 w 57"/>
                <a:gd name="T13" fmla="*/ 46 h 53"/>
                <a:gd name="T14" fmla="*/ 54 w 57"/>
                <a:gd name="T15" fmla="*/ 30 h 53"/>
                <a:gd name="T16" fmla="*/ 46 w 57"/>
                <a:gd name="T17" fmla="*/ 31 h 53"/>
                <a:gd name="T18" fmla="*/ 43 w 57"/>
                <a:gd name="T19" fmla="*/ 30 h 53"/>
                <a:gd name="T20" fmla="*/ 40 w 57"/>
                <a:gd name="T21" fmla="*/ 34 h 53"/>
                <a:gd name="T22" fmla="*/ 40 w 57"/>
                <a:gd name="T23" fmla="*/ 30 h 53"/>
                <a:gd name="T24" fmla="*/ 34 w 57"/>
                <a:gd name="T25" fmla="*/ 28 h 53"/>
                <a:gd name="T26" fmla="*/ 41 w 57"/>
                <a:gd name="T27" fmla="*/ 28 h 53"/>
                <a:gd name="T28" fmla="*/ 38 w 57"/>
                <a:gd name="T29" fmla="*/ 16 h 53"/>
                <a:gd name="T30" fmla="*/ 30 w 57"/>
                <a:gd name="T31" fmla="*/ 17 h 53"/>
                <a:gd name="T32" fmla="*/ 27 w 57"/>
                <a:gd name="T33" fmla="*/ 17 h 53"/>
                <a:gd name="T34" fmla="*/ 18 w 57"/>
                <a:gd name="T35" fmla="*/ 18 h 53"/>
                <a:gd name="T36" fmla="*/ 22 w 57"/>
                <a:gd name="T37" fmla="*/ 28 h 53"/>
                <a:gd name="T38" fmla="*/ 23 w 57"/>
                <a:gd name="T39" fmla="*/ 30 h 53"/>
                <a:gd name="T40" fmla="*/ 16 w 57"/>
                <a:gd name="T41" fmla="*/ 32 h 53"/>
                <a:gd name="T42" fmla="*/ 15 w 57"/>
                <a:gd name="T43" fmla="*/ 37 h 53"/>
                <a:gd name="T44" fmla="*/ 13 w 57"/>
                <a:gd name="T45" fmla="*/ 30 h 53"/>
                <a:gd name="T46" fmla="*/ 2 w 57"/>
                <a:gd name="T47" fmla="*/ 31 h 53"/>
                <a:gd name="T48" fmla="*/ 7 w 57"/>
                <a:gd name="T49" fmla="*/ 40 h 53"/>
                <a:gd name="T50" fmla="*/ 9 w 57"/>
                <a:gd name="T51" fmla="*/ 46 h 53"/>
                <a:gd name="T52" fmla="*/ 10 w 57"/>
                <a:gd name="T53" fmla="*/ 48 h 53"/>
                <a:gd name="T54" fmla="*/ 13 w 57"/>
                <a:gd name="T55" fmla="*/ 53 h 53"/>
                <a:gd name="T56" fmla="*/ 5 w 57"/>
                <a:gd name="T57" fmla="*/ 46 h 53"/>
                <a:gd name="T58" fmla="*/ 1 w 57"/>
                <a:gd name="T59" fmla="*/ 37 h 53"/>
                <a:gd name="T60" fmla="*/ 5 w 57"/>
                <a:gd name="T61" fmla="*/ 12 h 53"/>
                <a:gd name="T62" fmla="*/ 24 w 57"/>
                <a:gd name="T63" fmla="*/ 1 h 53"/>
                <a:gd name="T64" fmla="*/ 30 w 57"/>
                <a:gd name="T65" fmla="*/ 0 h 53"/>
                <a:gd name="T66" fmla="*/ 16 w 57"/>
                <a:gd name="T67" fmla="*/ 17 h 53"/>
                <a:gd name="T68" fmla="*/ 10 w 57"/>
                <a:gd name="T69" fmla="*/ 12 h 53"/>
                <a:gd name="T70" fmla="*/ 8 w 57"/>
                <a:gd name="T71" fmla="*/ 12 h 53"/>
                <a:gd name="T72" fmla="*/ 2 w 57"/>
                <a:gd name="T73" fmla="*/ 28 h 53"/>
                <a:gd name="T74" fmla="*/ 53 w 57"/>
                <a:gd name="T75" fmla="*/ 20 h 53"/>
                <a:gd name="T76" fmla="*/ 40 w 57"/>
                <a:gd name="T77" fmla="*/ 15 h 53"/>
                <a:gd name="T78" fmla="*/ 43 w 57"/>
                <a:gd name="T79" fmla="*/ 26 h 53"/>
                <a:gd name="T80" fmla="*/ 46 w 57"/>
                <a:gd name="T81" fmla="*/ 27 h 53"/>
                <a:gd name="T82" fmla="*/ 54 w 57"/>
                <a:gd name="T83" fmla="*/ 28 h 53"/>
                <a:gd name="T84" fmla="*/ 36 w 57"/>
                <a:gd name="T85" fmla="*/ 8 h 53"/>
                <a:gd name="T86" fmla="*/ 32 w 57"/>
                <a:gd name="T87" fmla="*/ 3 h 53"/>
                <a:gd name="T88" fmla="*/ 19 w 57"/>
                <a:gd name="T89" fmla="*/ 11 h 53"/>
                <a:gd name="T90" fmla="*/ 10 w 57"/>
                <a:gd name="T91" fmla="*/ 10 h 53"/>
                <a:gd name="T92" fmla="*/ 34 w 57"/>
                <a:gd name="T93" fmla="*/ 9 h 53"/>
                <a:gd name="T94" fmla="*/ 29 w 57"/>
                <a:gd name="T95" fmla="*/ 15 h 53"/>
                <a:gd name="T96" fmla="*/ 21 w 57"/>
                <a:gd name="T97" fmla="*/ 11 h 53"/>
                <a:gd name="T98" fmla="*/ 23 w 57"/>
                <a:gd name="T99" fmla="*/ 15 h 53"/>
                <a:gd name="T100" fmla="*/ 27 w 57"/>
                <a:gd name="T101" fmla="*/ 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7" h="53">
                  <a:moveTo>
                    <a:pt x="30" y="0"/>
                  </a:moveTo>
                  <a:cubicBezTo>
                    <a:pt x="31" y="0"/>
                    <a:pt x="32" y="0"/>
                    <a:pt x="32" y="1"/>
                  </a:cubicBezTo>
                  <a:cubicBezTo>
                    <a:pt x="35" y="1"/>
                    <a:pt x="38" y="2"/>
                    <a:pt x="40" y="3"/>
                  </a:cubicBezTo>
                  <a:cubicBezTo>
                    <a:pt x="43" y="4"/>
                    <a:pt x="45" y="5"/>
                    <a:pt x="47" y="7"/>
                  </a:cubicBezTo>
                  <a:cubicBezTo>
                    <a:pt x="50" y="10"/>
                    <a:pt x="52" y="12"/>
                    <a:pt x="54" y="16"/>
                  </a:cubicBezTo>
                  <a:cubicBezTo>
                    <a:pt x="55" y="19"/>
                    <a:pt x="56" y="22"/>
                    <a:pt x="57" y="25"/>
                  </a:cubicBezTo>
                  <a:cubicBezTo>
                    <a:pt x="57" y="26"/>
                    <a:pt x="57" y="27"/>
                    <a:pt x="57" y="28"/>
                  </a:cubicBezTo>
                  <a:cubicBezTo>
                    <a:pt x="57" y="30"/>
                    <a:pt x="57" y="32"/>
                    <a:pt x="57" y="34"/>
                  </a:cubicBezTo>
                  <a:cubicBezTo>
                    <a:pt x="56" y="37"/>
                    <a:pt x="55" y="41"/>
                    <a:pt x="53" y="44"/>
                  </a:cubicBezTo>
                  <a:cubicBezTo>
                    <a:pt x="52" y="45"/>
                    <a:pt x="51" y="47"/>
                    <a:pt x="50" y="48"/>
                  </a:cubicBezTo>
                  <a:cubicBezTo>
                    <a:pt x="48" y="50"/>
                    <a:pt x="46" y="51"/>
                    <a:pt x="44" y="53"/>
                  </a:cubicBezTo>
                  <a:cubicBezTo>
                    <a:pt x="44" y="53"/>
                    <a:pt x="44" y="53"/>
                    <a:pt x="44" y="53"/>
                  </a:cubicBezTo>
                  <a:cubicBezTo>
                    <a:pt x="44" y="53"/>
                    <a:pt x="44" y="53"/>
                    <a:pt x="44" y="53"/>
                  </a:cubicBezTo>
                  <a:cubicBezTo>
                    <a:pt x="44" y="53"/>
                    <a:pt x="44" y="53"/>
                    <a:pt x="44" y="52"/>
                  </a:cubicBezTo>
                  <a:cubicBezTo>
                    <a:pt x="44" y="52"/>
                    <a:pt x="44" y="51"/>
                    <a:pt x="45" y="50"/>
                  </a:cubicBezTo>
                  <a:cubicBezTo>
                    <a:pt x="45" y="50"/>
                    <a:pt x="45" y="49"/>
                    <a:pt x="45" y="49"/>
                  </a:cubicBezTo>
                  <a:cubicBezTo>
                    <a:pt x="46" y="49"/>
                    <a:pt x="46" y="48"/>
                    <a:pt x="47" y="48"/>
                  </a:cubicBezTo>
                  <a:cubicBezTo>
                    <a:pt x="46" y="48"/>
                    <a:pt x="46" y="48"/>
                    <a:pt x="46" y="47"/>
                  </a:cubicBezTo>
                  <a:cubicBezTo>
                    <a:pt x="46" y="47"/>
                    <a:pt x="45" y="47"/>
                    <a:pt x="45" y="46"/>
                  </a:cubicBezTo>
                  <a:cubicBezTo>
                    <a:pt x="45" y="46"/>
                    <a:pt x="45" y="45"/>
                    <a:pt x="45" y="45"/>
                  </a:cubicBezTo>
                  <a:cubicBezTo>
                    <a:pt x="46" y="45"/>
                    <a:pt x="47" y="46"/>
                    <a:pt x="48" y="46"/>
                  </a:cubicBezTo>
                  <a:cubicBezTo>
                    <a:pt x="51" y="44"/>
                    <a:pt x="53" y="40"/>
                    <a:pt x="54" y="37"/>
                  </a:cubicBezTo>
                  <a:cubicBezTo>
                    <a:pt x="54" y="34"/>
                    <a:pt x="55" y="31"/>
                    <a:pt x="55" y="30"/>
                  </a:cubicBezTo>
                  <a:cubicBezTo>
                    <a:pt x="54" y="30"/>
                    <a:pt x="54" y="30"/>
                    <a:pt x="54" y="30"/>
                  </a:cubicBezTo>
                  <a:cubicBezTo>
                    <a:pt x="53" y="30"/>
                    <a:pt x="53" y="30"/>
                    <a:pt x="53" y="31"/>
                  </a:cubicBezTo>
                  <a:cubicBezTo>
                    <a:pt x="53" y="32"/>
                    <a:pt x="51" y="33"/>
                    <a:pt x="50" y="33"/>
                  </a:cubicBezTo>
                  <a:cubicBezTo>
                    <a:pt x="48" y="33"/>
                    <a:pt x="47" y="32"/>
                    <a:pt x="46" y="31"/>
                  </a:cubicBezTo>
                  <a:cubicBezTo>
                    <a:pt x="46" y="30"/>
                    <a:pt x="46" y="30"/>
                    <a:pt x="45" y="30"/>
                  </a:cubicBezTo>
                  <a:cubicBezTo>
                    <a:pt x="45" y="30"/>
                    <a:pt x="44" y="30"/>
                    <a:pt x="44" y="30"/>
                  </a:cubicBezTo>
                  <a:cubicBezTo>
                    <a:pt x="43" y="30"/>
                    <a:pt x="43" y="30"/>
                    <a:pt x="43" y="30"/>
                  </a:cubicBezTo>
                  <a:cubicBezTo>
                    <a:pt x="43" y="32"/>
                    <a:pt x="42" y="35"/>
                    <a:pt x="42" y="37"/>
                  </a:cubicBezTo>
                  <a:cubicBezTo>
                    <a:pt x="41" y="36"/>
                    <a:pt x="41" y="36"/>
                    <a:pt x="40" y="35"/>
                  </a:cubicBezTo>
                  <a:cubicBezTo>
                    <a:pt x="40" y="35"/>
                    <a:pt x="40" y="34"/>
                    <a:pt x="40" y="34"/>
                  </a:cubicBezTo>
                  <a:cubicBezTo>
                    <a:pt x="41" y="33"/>
                    <a:pt x="41" y="32"/>
                    <a:pt x="41" y="31"/>
                  </a:cubicBezTo>
                  <a:cubicBezTo>
                    <a:pt x="41" y="31"/>
                    <a:pt x="41" y="30"/>
                    <a:pt x="41" y="30"/>
                  </a:cubicBezTo>
                  <a:cubicBezTo>
                    <a:pt x="40" y="30"/>
                    <a:pt x="40" y="30"/>
                    <a:pt x="40" y="30"/>
                  </a:cubicBezTo>
                  <a:cubicBezTo>
                    <a:pt x="38" y="30"/>
                    <a:pt x="36" y="30"/>
                    <a:pt x="34" y="30"/>
                  </a:cubicBezTo>
                  <a:cubicBezTo>
                    <a:pt x="34" y="30"/>
                    <a:pt x="34" y="30"/>
                    <a:pt x="33" y="30"/>
                  </a:cubicBezTo>
                  <a:cubicBezTo>
                    <a:pt x="34" y="29"/>
                    <a:pt x="34" y="29"/>
                    <a:pt x="34" y="28"/>
                  </a:cubicBezTo>
                  <a:cubicBezTo>
                    <a:pt x="35" y="28"/>
                    <a:pt x="35" y="28"/>
                    <a:pt x="35" y="28"/>
                  </a:cubicBezTo>
                  <a:cubicBezTo>
                    <a:pt x="37" y="28"/>
                    <a:pt x="38" y="28"/>
                    <a:pt x="40" y="28"/>
                  </a:cubicBezTo>
                  <a:cubicBezTo>
                    <a:pt x="40" y="28"/>
                    <a:pt x="40" y="28"/>
                    <a:pt x="41" y="28"/>
                  </a:cubicBezTo>
                  <a:cubicBezTo>
                    <a:pt x="41" y="27"/>
                    <a:pt x="41" y="27"/>
                    <a:pt x="41" y="26"/>
                  </a:cubicBezTo>
                  <a:cubicBezTo>
                    <a:pt x="41" y="24"/>
                    <a:pt x="40" y="22"/>
                    <a:pt x="40" y="20"/>
                  </a:cubicBezTo>
                  <a:cubicBezTo>
                    <a:pt x="39" y="19"/>
                    <a:pt x="39" y="17"/>
                    <a:pt x="38" y="16"/>
                  </a:cubicBezTo>
                  <a:cubicBezTo>
                    <a:pt x="38" y="16"/>
                    <a:pt x="38" y="16"/>
                    <a:pt x="38" y="16"/>
                  </a:cubicBezTo>
                  <a:cubicBezTo>
                    <a:pt x="38" y="16"/>
                    <a:pt x="38" y="16"/>
                    <a:pt x="37" y="16"/>
                  </a:cubicBezTo>
                  <a:cubicBezTo>
                    <a:pt x="35" y="16"/>
                    <a:pt x="32" y="17"/>
                    <a:pt x="30" y="17"/>
                  </a:cubicBezTo>
                  <a:cubicBezTo>
                    <a:pt x="30" y="17"/>
                    <a:pt x="29" y="17"/>
                    <a:pt x="29" y="17"/>
                  </a:cubicBezTo>
                  <a:cubicBezTo>
                    <a:pt x="29" y="17"/>
                    <a:pt x="28" y="17"/>
                    <a:pt x="28" y="17"/>
                  </a:cubicBezTo>
                  <a:cubicBezTo>
                    <a:pt x="27" y="17"/>
                    <a:pt x="27" y="17"/>
                    <a:pt x="27" y="17"/>
                  </a:cubicBezTo>
                  <a:cubicBezTo>
                    <a:pt x="25" y="17"/>
                    <a:pt x="24" y="17"/>
                    <a:pt x="23" y="16"/>
                  </a:cubicBezTo>
                  <a:cubicBezTo>
                    <a:pt x="22" y="16"/>
                    <a:pt x="22" y="16"/>
                    <a:pt x="22" y="16"/>
                  </a:cubicBezTo>
                  <a:cubicBezTo>
                    <a:pt x="21" y="18"/>
                    <a:pt x="19" y="18"/>
                    <a:pt x="18" y="18"/>
                  </a:cubicBezTo>
                  <a:cubicBezTo>
                    <a:pt x="17" y="20"/>
                    <a:pt x="16" y="26"/>
                    <a:pt x="16" y="28"/>
                  </a:cubicBezTo>
                  <a:cubicBezTo>
                    <a:pt x="16" y="28"/>
                    <a:pt x="17" y="28"/>
                    <a:pt x="17" y="28"/>
                  </a:cubicBezTo>
                  <a:cubicBezTo>
                    <a:pt x="19" y="28"/>
                    <a:pt x="20" y="28"/>
                    <a:pt x="22" y="28"/>
                  </a:cubicBezTo>
                  <a:cubicBezTo>
                    <a:pt x="22" y="28"/>
                    <a:pt x="22" y="28"/>
                    <a:pt x="23" y="28"/>
                  </a:cubicBezTo>
                  <a:cubicBezTo>
                    <a:pt x="23" y="29"/>
                    <a:pt x="23" y="29"/>
                    <a:pt x="24" y="30"/>
                  </a:cubicBezTo>
                  <a:cubicBezTo>
                    <a:pt x="23" y="30"/>
                    <a:pt x="23" y="30"/>
                    <a:pt x="23" y="30"/>
                  </a:cubicBezTo>
                  <a:cubicBezTo>
                    <a:pt x="21" y="30"/>
                    <a:pt x="19" y="30"/>
                    <a:pt x="17" y="30"/>
                  </a:cubicBezTo>
                  <a:cubicBezTo>
                    <a:pt x="17" y="30"/>
                    <a:pt x="17" y="30"/>
                    <a:pt x="16" y="30"/>
                  </a:cubicBezTo>
                  <a:cubicBezTo>
                    <a:pt x="16" y="31"/>
                    <a:pt x="16" y="31"/>
                    <a:pt x="16" y="32"/>
                  </a:cubicBezTo>
                  <a:cubicBezTo>
                    <a:pt x="16" y="32"/>
                    <a:pt x="16" y="33"/>
                    <a:pt x="16" y="34"/>
                  </a:cubicBezTo>
                  <a:cubicBezTo>
                    <a:pt x="16" y="35"/>
                    <a:pt x="16" y="35"/>
                    <a:pt x="16" y="35"/>
                  </a:cubicBezTo>
                  <a:cubicBezTo>
                    <a:pt x="16" y="36"/>
                    <a:pt x="16" y="36"/>
                    <a:pt x="15" y="37"/>
                  </a:cubicBezTo>
                  <a:cubicBezTo>
                    <a:pt x="15" y="36"/>
                    <a:pt x="15" y="35"/>
                    <a:pt x="14" y="34"/>
                  </a:cubicBezTo>
                  <a:cubicBezTo>
                    <a:pt x="14" y="32"/>
                    <a:pt x="14" y="31"/>
                    <a:pt x="14" y="30"/>
                  </a:cubicBezTo>
                  <a:cubicBezTo>
                    <a:pt x="14" y="30"/>
                    <a:pt x="13" y="30"/>
                    <a:pt x="13" y="30"/>
                  </a:cubicBezTo>
                  <a:cubicBezTo>
                    <a:pt x="10" y="30"/>
                    <a:pt x="6" y="30"/>
                    <a:pt x="3" y="30"/>
                  </a:cubicBezTo>
                  <a:cubicBezTo>
                    <a:pt x="3" y="30"/>
                    <a:pt x="2" y="30"/>
                    <a:pt x="2" y="30"/>
                  </a:cubicBezTo>
                  <a:cubicBezTo>
                    <a:pt x="2" y="30"/>
                    <a:pt x="2" y="31"/>
                    <a:pt x="2" y="31"/>
                  </a:cubicBezTo>
                  <a:cubicBezTo>
                    <a:pt x="2" y="33"/>
                    <a:pt x="3" y="36"/>
                    <a:pt x="4" y="38"/>
                  </a:cubicBezTo>
                  <a:cubicBezTo>
                    <a:pt x="4" y="38"/>
                    <a:pt x="4" y="38"/>
                    <a:pt x="4" y="38"/>
                  </a:cubicBezTo>
                  <a:cubicBezTo>
                    <a:pt x="6" y="39"/>
                    <a:pt x="7" y="39"/>
                    <a:pt x="7" y="40"/>
                  </a:cubicBezTo>
                  <a:cubicBezTo>
                    <a:pt x="8" y="41"/>
                    <a:pt x="8" y="43"/>
                    <a:pt x="8" y="44"/>
                  </a:cubicBezTo>
                  <a:cubicBezTo>
                    <a:pt x="8" y="44"/>
                    <a:pt x="7" y="44"/>
                    <a:pt x="7" y="45"/>
                  </a:cubicBezTo>
                  <a:cubicBezTo>
                    <a:pt x="8" y="45"/>
                    <a:pt x="8" y="46"/>
                    <a:pt x="9" y="46"/>
                  </a:cubicBezTo>
                  <a:cubicBezTo>
                    <a:pt x="10" y="46"/>
                    <a:pt x="11" y="45"/>
                    <a:pt x="12" y="45"/>
                  </a:cubicBezTo>
                  <a:cubicBezTo>
                    <a:pt x="12" y="46"/>
                    <a:pt x="11" y="46"/>
                    <a:pt x="11" y="47"/>
                  </a:cubicBezTo>
                  <a:cubicBezTo>
                    <a:pt x="11" y="47"/>
                    <a:pt x="11" y="48"/>
                    <a:pt x="10" y="48"/>
                  </a:cubicBezTo>
                  <a:cubicBezTo>
                    <a:pt x="11" y="48"/>
                    <a:pt x="11" y="49"/>
                    <a:pt x="11" y="49"/>
                  </a:cubicBezTo>
                  <a:cubicBezTo>
                    <a:pt x="12" y="49"/>
                    <a:pt x="12" y="50"/>
                    <a:pt x="12" y="50"/>
                  </a:cubicBezTo>
                  <a:cubicBezTo>
                    <a:pt x="12" y="51"/>
                    <a:pt x="13" y="52"/>
                    <a:pt x="13" y="53"/>
                  </a:cubicBezTo>
                  <a:cubicBezTo>
                    <a:pt x="12" y="52"/>
                    <a:pt x="11" y="52"/>
                    <a:pt x="10" y="51"/>
                  </a:cubicBezTo>
                  <a:cubicBezTo>
                    <a:pt x="9" y="50"/>
                    <a:pt x="8" y="50"/>
                    <a:pt x="8" y="49"/>
                  </a:cubicBezTo>
                  <a:cubicBezTo>
                    <a:pt x="7" y="48"/>
                    <a:pt x="6" y="47"/>
                    <a:pt x="5" y="46"/>
                  </a:cubicBezTo>
                  <a:cubicBezTo>
                    <a:pt x="3" y="47"/>
                    <a:pt x="2" y="46"/>
                    <a:pt x="1" y="44"/>
                  </a:cubicBezTo>
                  <a:cubicBezTo>
                    <a:pt x="0" y="42"/>
                    <a:pt x="0" y="41"/>
                    <a:pt x="2" y="39"/>
                  </a:cubicBezTo>
                  <a:cubicBezTo>
                    <a:pt x="1" y="39"/>
                    <a:pt x="1" y="38"/>
                    <a:pt x="1" y="37"/>
                  </a:cubicBezTo>
                  <a:cubicBezTo>
                    <a:pt x="0" y="35"/>
                    <a:pt x="0" y="32"/>
                    <a:pt x="0" y="29"/>
                  </a:cubicBezTo>
                  <a:cubicBezTo>
                    <a:pt x="0" y="26"/>
                    <a:pt x="0" y="23"/>
                    <a:pt x="1" y="20"/>
                  </a:cubicBezTo>
                  <a:cubicBezTo>
                    <a:pt x="2" y="17"/>
                    <a:pt x="3" y="15"/>
                    <a:pt x="5" y="12"/>
                  </a:cubicBezTo>
                  <a:cubicBezTo>
                    <a:pt x="6" y="11"/>
                    <a:pt x="7" y="10"/>
                    <a:pt x="8" y="9"/>
                  </a:cubicBezTo>
                  <a:cubicBezTo>
                    <a:pt x="10" y="7"/>
                    <a:pt x="12" y="5"/>
                    <a:pt x="14" y="4"/>
                  </a:cubicBezTo>
                  <a:cubicBezTo>
                    <a:pt x="17" y="2"/>
                    <a:pt x="21" y="1"/>
                    <a:pt x="24" y="1"/>
                  </a:cubicBezTo>
                  <a:cubicBezTo>
                    <a:pt x="25" y="1"/>
                    <a:pt x="26" y="0"/>
                    <a:pt x="26" y="0"/>
                  </a:cubicBezTo>
                  <a:cubicBezTo>
                    <a:pt x="26" y="0"/>
                    <a:pt x="27" y="0"/>
                    <a:pt x="27" y="0"/>
                  </a:cubicBezTo>
                  <a:cubicBezTo>
                    <a:pt x="28" y="0"/>
                    <a:pt x="29" y="0"/>
                    <a:pt x="30" y="0"/>
                  </a:cubicBezTo>
                  <a:close/>
                  <a:moveTo>
                    <a:pt x="14" y="28"/>
                  </a:moveTo>
                  <a:cubicBezTo>
                    <a:pt x="14" y="24"/>
                    <a:pt x="15" y="21"/>
                    <a:pt x="16" y="18"/>
                  </a:cubicBezTo>
                  <a:cubicBezTo>
                    <a:pt x="16" y="18"/>
                    <a:pt x="16" y="17"/>
                    <a:pt x="16" y="17"/>
                  </a:cubicBezTo>
                  <a:cubicBezTo>
                    <a:pt x="15" y="17"/>
                    <a:pt x="14" y="16"/>
                    <a:pt x="14" y="14"/>
                  </a:cubicBezTo>
                  <a:cubicBezTo>
                    <a:pt x="14" y="14"/>
                    <a:pt x="14" y="14"/>
                    <a:pt x="14" y="14"/>
                  </a:cubicBezTo>
                  <a:cubicBezTo>
                    <a:pt x="12" y="13"/>
                    <a:pt x="11" y="12"/>
                    <a:pt x="10" y="12"/>
                  </a:cubicBezTo>
                  <a:cubicBezTo>
                    <a:pt x="9" y="11"/>
                    <a:pt x="9" y="11"/>
                    <a:pt x="9" y="11"/>
                  </a:cubicBezTo>
                  <a:cubicBezTo>
                    <a:pt x="9" y="11"/>
                    <a:pt x="9" y="11"/>
                    <a:pt x="9" y="11"/>
                  </a:cubicBezTo>
                  <a:cubicBezTo>
                    <a:pt x="9" y="11"/>
                    <a:pt x="9" y="12"/>
                    <a:pt x="8" y="12"/>
                  </a:cubicBezTo>
                  <a:cubicBezTo>
                    <a:pt x="7" y="14"/>
                    <a:pt x="5" y="16"/>
                    <a:pt x="4" y="19"/>
                  </a:cubicBezTo>
                  <a:cubicBezTo>
                    <a:pt x="3" y="22"/>
                    <a:pt x="2" y="24"/>
                    <a:pt x="2" y="27"/>
                  </a:cubicBezTo>
                  <a:cubicBezTo>
                    <a:pt x="2" y="27"/>
                    <a:pt x="2" y="28"/>
                    <a:pt x="2" y="28"/>
                  </a:cubicBezTo>
                  <a:cubicBezTo>
                    <a:pt x="3" y="28"/>
                    <a:pt x="13" y="28"/>
                    <a:pt x="14" y="28"/>
                  </a:cubicBezTo>
                  <a:close/>
                  <a:moveTo>
                    <a:pt x="55" y="28"/>
                  </a:moveTo>
                  <a:cubicBezTo>
                    <a:pt x="55" y="27"/>
                    <a:pt x="54" y="22"/>
                    <a:pt x="53" y="20"/>
                  </a:cubicBezTo>
                  <a:cubicBezTo>
                    <a:pt x="52" y="17"/>
                    <a:pt x="50" y="14"/>
                    <a:pt x="48" y="11"/>
                  </a:cubicBezTo>
                  <a:cubicBezTo>
                    <a:pt x="47" y="12"/>
                    <a:pt x="45" y="13"/>
                    <a:pt x="44" y="13"/>
                  </a:cubicBezTo>
                  <a:cubicBezTo>
                    <a:pt x="43" y="14"/>
                    <a:pt x="41" y="14"/>
                    <a:pt x="40" y="15"/>
                  </a:cubicBezTo>
                  <a:cubicBezTo>
                    <a:pt x="40" y="15"/>
                    <a:pt x="40" y="15"/>
                    <a:pt x="40" y="16"/>
                  </a:cubicBezTo>
                  <a:cubicBezTo>
                    <a:pt x="41" y="17"/>
                    <a:pt x="41" y="18"/>
                    <a:pt x="41" y="19"/>
                  </a:cubicBezTo>
                  <a:cubicBezTo>
                    <a:pt x="42" y="21"/>
                    <a:pt x="43" y="24"/>
                    <a:pt x="43" y="26"/>
                  </a:cubicBezTo>
                  <a:cubicBezTo>
                    <a:pt x="43" y="27"/>
                    <a:pt x="43" y="27"/>
                    <a:pt x="43" y="28"/>
                  </a:cubicBezTo>
                  <a:cubicBezTo>
                    <a:pt x="44" y="28"/>
                    <a:pt x="44" y="28"/>
                    <a:pt x="45" y="28"/>
                  </a:cubicBezTo>
                  <a:cubicBezTo>
                    <a:pt x="46" y="28"/>
                    <a:pt x="46" y="28"/>
                    <a:pt x="46" y="27"/>
                  </a:cubicBezTo>
                  <a:cubicBezTo>
                    <a:pt x="47" y="26"/>
                    <a:pt x="48" y="25"/>
                    <a:pt x="50" y="25"/>
                  </a:cubicBezTo>
                  <a:cubicBezTo>
                    <a:pt x="51" y="25"/>
                    <a:pt x="52" y="26"/>
                    <a:pt x="53" y="27"/>
                  </a:cubicBezTo>
                  <a:cubicBezTo>
                    <a:pt x="53" y="27"/>
                    <a:pt x="53" y="28"/>
                    <a:pt x="54" y="28"/>
                  </a:cubicBezTo>
                  <a:cubicBezTo>
                    <a:pt x="54" y="28"/>
                    <a:pt x="54" y="28"/>
                    <a:pt x="55" y="28"/>
                  </a:cubicBezTo>
                  <a:close/>
                  <a:moveTo>
                    <a:pt x="32" y="3"/>
                  </a:moveTo>
                  <a:cubicBezTo>
                    <a:pt x="33" y="4"/>
                    <a:pt x="35" y="6"/>
                    <a:pt x="36" y="8"/>
                  </a:cubicBezTo>
                  <a:cubicBezTo>
                    <a:pt x="37" y="9"/>
                    <a:pt x="38" y="11"/>
                    <a:pt x="39" y="13"/>
                  </a:cubicBezTo>
                  <a:cubicBezTo>
                    <a:pt x="41" y="13"/>
                    <a:pt x="46" y="11"/>
                    <a:pt x="46" y="10"/>
                  </a:cubicBezTo>
                  <a:cubicBezTo>
                    <a:pt x="44" y="7"/>
                    <a:pt x="35" y="2"/>
                    <a:pt x="32" y="3"/>
                  </a:cubicBezTo>
                  <a:close/>
                  <a:moveTo>
                    <a:pt x="10" y="10"/>
                  </a:moveTo>
                  <a:cubicBezTo>
                    <a:pt x="12" y="11"/>
                    <a:pt x="13" y="12"/>
                    <a:pt x="15" y="12"/>
                  </a:cubicBezTo>
                  <a:cubicBezTo>
                    <a:pt x="16" y="11"/>
                    <a:pt x="17" y="10"/>
                    <a:pt x="19" y="11"/>
                  </a:cubicBezTo>
                  <a:cubicBezTo>
                    <a:pt x="20" y="9"/>
                    <a:pt x="21" y="8"/>
                    <a:pt x="22" y="7"/>
                  </a:cubicBezTo>
                  <a:cubicBezTo>
                    <a:pt x="23" y="5"/>
                    <a:pt x="24" y="4"/>
                    <a:pt x="25" y="3"/>
                  </a:cubicBezTo>
                  <a:cubicBezTo>
                    <a:pt x="22" y="2"/>
                    <a:pt x="13" y="7"/>
                    <a:pt x="10" y="10"/>
                  </a:cubicBezTo>
                  <a:close/>
                  <a:moveTo>
                    <a:pt x="37" y="14"/>
                  </a:moveTo>
                  <a:cubicBezTo>
                    <a:pt x="37" y="13"/>
                    <a:pt x="37" y="13"/>
                    <a:pt x="37" y="13"/>
                  </a:cubicBezTo>
                  <a:cubicBezTo>
                    <a:pt x="36" y="11"/>
                    <a:pt x="35" y="10"/>
                    <a:pt x="34" y="9"/>
                  </a:cubicBezTo>
                  <a:cubicBezTo>
                    <a:pt x="33" y="7"/>
                    <a:pt x="31" y="6"/>
                    <a:pt x="30" y="4"/>
                  </a:cubicBezTo>
                  <a:cubicBezTo>
                    <a:pt x="30" y="4"/>
                    <a:pt x="30" y="4"/>
                    <a:pt x="29" y="4"/>
                  </a:cubicBezTo>
                  <a:cubicBezTo>
                    <a:pt x="29" y="5"/>
                    <a:pt x="29" y="14"/>
                    <a:pt x="29" y="15"/>
                  </a:cubicBezTo>
                  <a:cubicBezTo>
                    <a:pt x="31" y="15"/>
                    <a:pt x="36" y="14"/>
                    <a:pt x="37" y="14"/>
                  </a:cubicBezTo>
                  <a:close/>
                  <a:moveTo>
                    <a:pt x="27" y="4"/>
                  </a:moveTo>
                  <a:cubicBezTo>
                    <a:pt x="25" y="6"/>
                    <a:pt x="23" y="9"/>
                    <a:pt x="21" y="11"/>
                  </a:cubicBezTo>
                  <a:cubicBezTo>
                    <a:pt x="21" y="12"/>
                    <a:pt x="21" y="12"/>
                    <a:pt x="21" y="12"/>
                  </a:cubicBezTo>
                  <a:cubicBezTo>
                    <a:pt x="22" y="12"/>
                    <a:pt x="22" y="13"/>
                    <a:pt x="22" y="14"/>
                  </a:cubicBezTo>
                  <a:cubicBezTo>
                    <a:pt x="22" y="14"/>
                    <a:pt x="22" y="14"/>
                    <a:pt x="23" y="15"/>
                  </a:cubicBezTo>
                  <a:cubicBezTo>
                    <a:pt x="24" y="15"/>
                    <a:pt x="25" y="15"/>
                    <a:pt x="26" y="15"/>
                  </a:cubicBezTo>
                  <a:cubicBezTo>
                    <a:pt x="26" y="15"/>
                    <a:pt x="27" y="15"/>
                    <a:pt x="27" y="15"/>
                  </a:cubicBezTo>
                  <a:cubicBezTo>
                    <a:pt x="28" y="14"/>
                    <a:pt x="28" y="4"/>
                    <a:pt x="27" y="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499" name="Freeform 1228">
              <a:extLst>
                <a:ext uri="{FF2B5EF4-FFF2-40B4-BE49-F238E27FC236}">
                  <a16:creationId xmlns="" xmlns:a16="http://schemas.microsoft.com/office/drawing/2014/main" id="{39480EBF-67A5-4BB2-BADB-2A11984A403C}"/>
                </a:ext>
              </a:extLst>
            </p:cNvPr>
            <p:cNvSpPr>
              <a:spLocks noEditPoints="1"/>
            </p:cNvSpPr>
            <p:nvPr/>
          </p:nvSpPr>
          <p:spPr bwMode="auto">
            <a:xfrm>
              <a:off x="11323201" y="215487"/>
              <a:ext cx="18529" cy="22825"/>
            </a:xfrm>
            <a:custGeom>
              <a:avLst/>
              <a:gdLst>
                <a:gd name="T0" fmla="*/ 8 w 29"/>
                <a:gd name="T1" fmla="*/ 33 h 36"/>
                <a:gd name="T2" fmla="*/ 7 w 29"/>
                <a:gd name="T3" fmla="*/ 28 h 36"/>
                <a:gd name="T4" fmla="*/ 6 w 29"/>
                <a:gd name="T5" fmla="*/ 27 h 36"/>
                <a:gd name="T6" fmla="*/ 3 w 29"/>
                <a:gd name="T7" fmla="*/ 26 h 36"/>
                <a:gd name="T8" fmla="*/ 1 w 29"/>
                <a:gd name="T9" fmla="*/ 20 h 36"/>
                <a:gd name="T10" fmla="*/ 0 w 29"/>
                <a:gd name="T11" fmla="*/ 13 h 36"/>
                <a:gd name="T12" fmla="*/ 6 w 29"/>
                <a:gd name="T13" fmla="*/ 2 h 36"/>
                <a:gd name="T14" fmla="*/ 11 w 29"/>
                <a:gd name="T15" fmla="*/ 0 h 36"/>
                <a:gd name="T16" fmla="*/ 11 w 29"/>
                <a:gd name="T17" fmla="*/ 1 h 36"/>
                <a:gd name="T18" fmla="*/ 13 w 29"/>
                <a:gd name="T19" fmla="*/ 8 h 36"/>
                <a:gd name="T20" fmla="*/ 14 w 29"/>
                <a:gd name="T21" fmla="*/ 3 h 36"/>
                <a:gd name="T22" fmla="*/ 15 w 29"/>
                <a:gd name="T23" fmla="*/ 3 h 36"/>
                <a:gd name="T24" fmla="*/ 15 w 29"/>
                <a:gd name="T25" fmla="*/ 7 h 36"/>
                <a:gd name="T26" fmla="*/ 16 w 29"/>
                <a:gd name="T27" fmla="*/ 7 h 36"/>
                <a:gd name="T28" fmla="*/ 17 w 29"/>
                <a:gd name="T29" fmla="*/ 1 h 36"/>
                <a:gd name="T30" fmla="*/ 18 w 29"/>
                <a:gd name="T31" fmla="*/ 0 h 36"/>
                <a:gd name="T32" fmla="*/ 23 w 29"/>
                <a:gd name="T33" fmla="*/ 2 h 36"/>
                <a:gd name="T34" fmla="*/ 29 w 29"/>
                <a:gd name="T35" fmla="*/ 13 h 36"/>
                <a:gd name="T36" fmla="*/ 28 w 29"/>
                <a:gd name="T37" fmla="*/ 20 h 36"/>
                <a:gd name="T38" fmla="*/ 24 w 29"/>
                <a:gd name="T39" fmla="*/ 27 h 36"/>
                <a:gd name="T40" fmla="*/ 22 w 29"/>
                <a:gd name="T41" fmla="*/ 28 h 36"/>
                <a:gd name="T42" fmla="*/ 21 w 29"/>
                <a:gd name="T43" fmla="*/ 36 h 36"/>
                <a:gd name="T44" fmla="*/ 15 w 29"/>
                <a:gd name="T45" fmla="*/ 30 h 36"/>
                <a:gd name="T46" fmla="*/ 15 w 29"/>
                <a:gd name="T47" fmla="*/ 29 h 36"/>
                <a:gd name="T48" fmla="*/ 14 w 29"/>
                <a:gd name="T49" fmla="*/ 29 h 36"/>
                <a:gd name="T50" fmla="*/ 14 w 29"/>
                <a:gd name="T51" fmla="*/ 36 h 36"/>
                <a:gd name="T52" fmla="*/ 6 w 29"/>
                <a:gd name="T53" fmla="*/ 23 h 36"/>
                <a:gd name="T54" fmla="*/ 6 w 29"/>
                <a:gd name="T55" fmla="*/ 21 h 36"/>
                <a:gd name="T56" fmla="*/ 7 w 29"/>
                <a:gd name="T57" fmla="*/ 11 h 36"/>
                <a:gd name="T58" fmla="*/ 6 w 29"/>
                <a:gd name="T59" fmla="*/ 11 h 36"/>
                <a:gd name="T60" fmla="*/ 4 w 29"/>
                <a:gd name="T61" fmla="*/ 16 h 36"/>
                <a:gd name="T62" fmla="*/ 22 w 29"/>
                <a:gd name="T63" fmla="*/ 11 h 36"/>
                <a:gd name="T64" fmla="*/ 22 w 29"/>
                <a:gd name="T65" fmla="*/ 11 h 36"/>
                <a:gd name="T66" fmla="*/ 23 w 29"/>
                <a:gd name="T67" fmla="*/ 23 h 36"/>
                <a:gd name="T68" fmla="*/ 23 w 29"/>
                <a:gd name="T69" fmla="*/ 21 h 36"/>
                <a:gd name="T70" fmla="*/ 24 w 29"/>
                <a:gd name="T71" fmla="*/ 14 h 36"/>
                <a:gd name="T72" fmla="*/ 22 w 29"/>
                <a:gd name="T73" fmla="*/ 1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 h="36">
                  <a:moveTo>
                    <a:pt x="8" y="36"/>
                  </a:moveTo>
                  <a:cubicBezTo>
                    <a:pt x="8" y="35"/>
                    <a:pt x="8" y="34"/>
                    <a:pt x="8" y="33"/>
                  </a:cubicBezTo>
                  <a:cubicBezTo>
                    <a:pt x="7" y="32"/>
                    <a:pt x="7" y="31"/>
                    <a:pt x="7" y="30"/>
                  </a:cubicBezTo>
                  <a:cubicBezTo>
                    <a:pt x="7" y="30"/>
                    <a:pt x="7" y="29"/>
                    <a:pt x="7" y="28"/>
                  </a:cubicBezTo>
                  <a:cubicBezTo>
                    <a:pt x="7" y="28"/>
                    <a:pt x="7" y="28"/>
                    <a:pt x="6" y="28"/>
                  </a:cubicBezTo>
                  <a:cubicBezTo>
                    <a:pt x="6" y="28"/>
                    <a:pt x="6" y="27"/>
                    <a:pt x="6" y="27"/>
                  </a:cubicBezTo>
                  <a:cubicBezTo>
                    <a:pt x="6" y="27"/>
                    <a:pt x="6" y="27"/>
                    <a:pt x="6" y="27"/>
                  </a:cubicBezTo>
                  <a:cubicBezTo>
                    <a:pt x="5" y="28"/>
                    <a:pt x="4" y="27"/>
                    <a:pt x="3" y="26"/>
                  </a:cubicBezTo>
                  <a:cubicBezTo>
                    <a:pt x="3" y="25"/>
                    <a:pt x="3" y="24"/>
                    <a:pt x="2" y="24"/>
                  </a:cubicBezTo>
                  <a:cubicBezTo>
                    <a:pt x="2" y="22"/>
                    <a:pt x="1" y="21"/>
                    <a:pt x="1" y="20"/>
                  </a:cubicBezTo>
                  <a:cubicBezTo>
                    <a:pt x="1" y="18"/>
                    <a:pt x="0" y="17"/>
                    <a:pt x="0" y="15"/>
                  </a:cubicBezTo>
                  <a:cubicBezTo>
                    <a:pt x="0" y="14"/>
                    <a:pt x="0" y="14"/>
                    <a:pt x="0" y="13"/>
                  </a:cubicBezTo>
                  <a:cubicBezTo>
                    <a:pt x="1" y="9"/>
                    <a:pt x="3" y="6"/>
                    <a:pt x="5" y="3"/>
                  </a:cubicBezTo>
                  <a:cubicBezTo>
                    <a:pt x="5" y="3"/>
                    <a:pt x="5" y="3"/>
                    <a:pt x="6" y="2"/>
                  </a:cubicBezTo>
                  <a:cubicBezTo>
                    <a:pt x="6" y="2"/>
                    <a:pt x="6" y="2"/>
                    <a:pt x="6" y="2"/>
                  </a:cubicBezTo>
                  <a:cubicBezTo>
                    <a:pt x="8" y="1"/>
                    <a:pt x="9" y="1"/>
                    <a:pt x="11" y="0"/>
                  </a:cubicBezTo>
                  <a:cubicBezTo>
                    <a:pt x="11" y="0"/>
                    <a:pt x="11" y="0"/>
                    <a:pt x="11" y="0"/>
                  </a:cubicBezTo>
                  <a:cubicBezTo>
                    <a:pt x="11" y="1"/>
                    <a:pt x="11" y="1"/>
                    <a:pt x="11" y="1"/>
                  </a:cubicBezTo>
                  <a:cubicBezTo>
                    <a:pt x="12" y="3"/>
                    <a:pt x="12" y="5"/>
                    <a:pt x="13" y="6"/>
                  </a:cubicBezTo>
                  <a:cubicBezTo>
                    <a:pt x="13" y="7"/>
                    <a:pt x="13" y="7"/>
                    <a:pt x="13" y="8"/>
                  </a:cubicBezTo>
                  <a:cubicBezTo>
                    <a:pt x="14" y="7"/>
                    <a:pt x="13" y="7"/>
                    <a:pt x="13" y="7"/>
                  </a:cubicBezTo>
                  <a:cubicBezTo>
                    <a:pt x="14" y="6"/>
                    <a:pt x="14" y="5"/>
                    <a:pt x="14" y="3"/>
                  </a:cubicBezTo>
                  <a:cubicBezTo>
                    <a:pt x="14" y="3"/>
                    <a:pt x="14" y="3"/>
                    <a:pt x="14" y="3"/>
                  </a:cubicBezTo>
                  <a:cubicBezTo>
                    <a:pt x="15" y="3"/>
                    <a:pt x="15" y="3"/>
                    <a:pt x="15" y="3"/>
                  </a:cubicBezTo>
                  <a:cubicBezTo>
                    <a:pt x="15" y="5"/>
                    <a:pt x="15" y="6"/>
                    <a:pt x="15" y="7"/>
                  </a:cubicBezTo>
                  <a:cubicBezTo>
                    <a:pt x="15" y="7"/>
                    <a:pt x="15" y="7"/>
                    <a:pt x="15" y="7"/>
                  </a:cubicBezTo>
                  <a:cubicBezTo>
                    <a:pt x="15" y="7"/>
                    <a:pt x="16" y="8"/>
                    <a:pt x="16" y="8"/>
                  </a:cubicBezTo>
                  <a:cubicBezTo>
                    <a:pt x="16" y="7"/>
                    <a:pt x="16" y="7"/>
                    <a:pt x="16" y="7"/>
                  </a:cubicBezTo>
                  <a:cubicBezTo>
                    <a:pt x="16" y="6"/>
                    <a:pt x="17" y="4"/>
                    <a:pt x="17" y="3"/>
                  </a:cubicBezTo>
                  <a:cubicBezTo>
                    <a:pt x="17" y="2"/>
                    <a:pt x="17" y="2"/>
                    <a:pt x="17" y="1"/>
                  </a:cubicBezTo>
                  <a:cubicBezTo>
                    <a:pt x="17" y="1"/>
                    <a:pt x="18" y="1"/>
                    <a:pt x="18" y="0"/>
                  </a:cubicBezTo>
                  <a:cubicBezTo>
                    <a:pt x="18" y="0"/>
                    <a:pt x="18" y="0"/>
                    <a:pt x="18" y="0"/>
                  </a:cubicBezTo>
                  <a:cubicBezTo>
                    <a:pt x="20" y="1"/>
                    <a:pt x="21" y="1"/>
                    <a:pt x="23" y="2"/>
                  </a:cubicBezTo>
                  <a:cubicBezTo>
                    <a:pt x="23" y="2"/>
                    <a:pt x="23" y="2"/>
                    <a:pt x="23" y="2"/>
                  </a:cubicBezTo>
                  <a:cubicBezTo>
                    <a:pt x="24" y="3"/>
                    <a:pt x="24" y="4"/>
                    <a:pt x="25" y="5"/>
                  </a:cubicBezTo>
                  <a:cubicBezTo>
                    <a:pt x="27" y="8"/>
                    <a:pt x="28" y="10"/>
                    <a:pt x="29" y="13"/>
                  </a:cubicBezTo>
                  <a:cubicBezTo>
                    <a:pt x="29" y="14"/>
                    <a:pt x="29" y="15"/>
                    <a:pt x="29" y="15"/>
                  </a:cubicBezTo>
                  <a:cubicBezTo>
                    <a:pt x="29" y="17"/>
                    <a:pt x="28" y="19"/>
                    <a:pt x="28" y="20"/>
                  </a:cubicBezTo>
                  <a:cubicBezTo>
                    <a:pt x="27" y="22"/>
                    <a:pt x="26" y="24"/>
                    <a:pt x="26" y="26"/>
                  </a:cubicBezTo>
                  <a:cubicBezTo>
                    <a:pt x="26" y="27"/>
                    <a:pt x="25" y="27"/>
                    <a:pt x="24" y="27"/>
                  </a:cubicBezTo>
                  <a:cubicBezTo>
                    <a:pt x="23" y="27"/>
                    <a:pt x="23" y="27"/>
                    <a:pt x="23" y="27"/>
                  </a:cubicBezTo>
                  <a:cubicBezTo>
                    <a:pt x="23" y="27"/>
                    <a:pt x="23" y="28"/>
                    <a:pt x="22" y="28"/>
                  </a:cubicBezTo>
                  <a:cubicBezTo>
                    <a:pt x="22" y="28"/>
                    <a:pt x="22" y="28"/>
                    <a:pt x="22" y="28"/>
                  </a:cubicBezTo>
                  <a:cubicBezTo>
                    <a:pt x="21" y="31"/>
                    <a:pt x="21" y="34"/>
                    <a:pt x="21" y="36"/>
                  </a:cubicBezTo>
                  <a:cubicBezTo>
                    <a:pt x="19" y="36"/>
                    <a:pt x="17" y="36"/>
                    <a:pt x="15" y="36"/>
                  </a:cubicBezTo>
                  <a:cubicBezTo>
                    <a:pt x="15" y="34"/>
                    <a:pt x="15" y="32"/>
                    <a:pt x="15" y="30"/>
                  </a:cubicBezTo>
                  <a:cubicBezTo>
                    <a:pt x="15" y="30"/>
                    <a:pt x="15" y="30"/>
                    <a:pt x="15" y="30"/>
                  </a:cubicBezTo>
                  <a:cubicBezTo>
                    <a:pt x="15" y="29"/>
                    <a:pt x="15" y="29"/>
                    <a:pt x="15" y="29"/>
                  </a:cubicBezTo>
                  <a:cubicBezTo>
                    <a:pt x="15" y="29"/>
                    <a:pt x="15" y="29"/>
                    <a:pt x="14" y="29"/>
                  </a:cubicBezTo>
                  <a:cubicBezTo>
                    <a:pt x="14" y="29"/>
                    <a:pt x="14" y="29"/>
                    <a:pt x="14" y="29"/>
                  </a:cubicBezTo>
                  <a:cubicBezTo>
                    <a:pt x="14" y="29"/>
                    <a:pt x="14" y="29"/>
                    <a:pt x="14" y="30"/>
                  </a:cubicBezTo>
                  <a:cubicBezTo>
                    <a:pt x="14" y="32"/>
                    <a:pt x="14" y="34"/>
                    <a:pt x="14" y="36"/>
                  </a:cubicBezTo>
                  <a:cubicBezTo>
                    <a:pt x="12" y="36"/>
                    <a:pt x="10" y="36"/>
                    <a:pt x="8" y="36"/>
                  </a:cubicBezTo>
                  <a:close/>
                  <a:moveTo>
                    <a:pt x="6" y="23"/>
                  </a:moveTo>
                  <a:cubicBezTo>
                    <a:pt x="6" y="23"/>
                    <a:pt x="6" y="23"/>
                    <a:pt x="6" y="23"/>
                  </a:cubicBezTo>
                  <a:cubicBezTo>
                    <a:pt x="6" y="23"/>
                    <a:pt x="6" y="22"/>
                    <a:pt x="6" y="21"/>
                  </a:cubicBezTo>
                  <a:cubicBezTo>
                    <a:pt x="6" y="20"/>
                    <a:pt x="7" y="18"/>
                    <a:pt x="7" y="17"/>
                  </a:cubicBezTo>
                  <a:cubicBezTo>
                    <a:pt x="7" y="15"/>
                    <a:pt x="7" y="13"/>
                    <a:pt x="7" y="11"/>
                  </a:cubicBezTo>
                  <a:cubicBezTo>
                    <a:pt x="7" y="11"/>
                    <a:pt x="7" y="11"/>
                    <a:pt x="7" y="10"/>
                  </a:cubicBezTo>
                  <a:cubicBezTo>
                    <a:pt x="7" y="11"/>
                    <a:pt x="6" y="11"/>
                    <a:pt x="6" y="11"/>
                  </a:cubicBezTo>
                  <a:cubicBezTo>
                    <a:pt x="6" y="12"/>
                    <a:pt x="5" y="14"/>
                    <a:pt x="4" y="15"/>
                  </a:cubicBezTo>
                  <a:cubicBezTo>
                    <a:pt x="4" y="15"/>
                    <a:pt x="4" y="15"/>
                    <a:pt x="4" y="16"/>
                  </a:cubicBezTo>
                  <a:cubicBezTo>
                    <a:pt x="5" y="18"/>
                    <a:pt x="6" y="21"/>
                    <a:pt x="6" y="23"/>
                  </a:cubicBezTo>
                  <a:close/>
                  <a:moveTo>
                    <a:pt x="22" y="11"/>
                  </a:moveTo>
                  <a:cubicBezTo>
                    <a:pt x="22" y="11"/>
                    <a:pt x="22" y="11"/>
                    <a:pt x="22" y="11"/>
                  </a:cubicBezTo>
                  <a:cubicBezTo>
                    <a:pt x="22" y="11"/>
                    <a:pt x="22" y="11"/>
                    <a:pt x="22" y="11"/>
                  </a:cubicBezTo>
                  <a:cubicBezTo>
                    <a:pt x="22" y="13"/>
                    <a:pt x="22" y="16"/>
                    <a:pt x="22" y="18"/>
                  </a:cubicBezTo>
                  <a:cubicBezTo>
                    <a:pt x="22" y="20"/>
                    <a:pt x="22" y="21"/>
                    <a:pt x="23" y="23"/>
                  </a:cubicBezTo>
                  <a:cubicBezTo>
                    <a:pt x="23" y="23"/>
                    <a:pt x="23" y="23"/>
                    <a:pt x="23" y="23"/>
                  </a:cubicBezTo>
                  <a:cubicBezTo>
                    <a:pt x="23" y="23"/>
                    <a:pt x="23" y="22"/>
                    <a:pt x="23" y="21"/>
                  </a:cubicBezTo>
                  <a:cubicBezTo>
                    <a:pt x="24" y="19"/>
                    <a:pt x="24" y="18"/>
                    <a:pt x="24" y="16"/>
                  </a:cubicBezTo>
                  <a:cubicBezTo>
                    <a:pt x="25" y="15"/>
                    <a:pt x="25" y="15"/>
                    <a:pt x="24" y="14"/>
                  </a:cubicBezTo>
                  <a:cubicBezTo>
                    <a:pt x="24" y="13"/>
                    <a:pt x="23" y="12"/>
                    <a:pt x="23" y="11"/>
                  </a:cubicBezTo>
                  <a:cubicBezTo>
                    <a:pt x="23" y="11"/>
                    <a:pt x="22" y="11"/>
                    <a:pt x="22" y="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00" name="Freeform 1229">
              <a:extLst>
                <a:ext uri="{FF2B5EF4-FFF2-40B4-BE49-F238E27FC236}">
                  <a16:creationId xmlns="" xmlns:a16="http://schemas.microsoft.com/office/drawing/2014/main" id="{DA652D31-BC29-488C-9A04-AB407A6D2E59}"/>
                </a:ext>
              </a:extLst>
            </p:cNvPr>
            <p:cNvSpPr>
              <a:spLocks/>
            </p:cNvSpPr>
            <p:nvPr/>
          </p:nvSpPr>
          <p:spPr bwMode="auto">
            <a:xfrm>
              <a:off x="11329636" y="207161"/>
              <a:ext cx="5639" cy="7519"/>
            </a:xfrm>
            <a:custGeom>
              <a:avLst/>
              <a:gdLst>
                <a:gd name="T0" fmla="*/ 9 w 9"/>
                <a:gd name="T1" fmla="*/ 5 h 12"/>
                <a:gd name="T2" fmla="*/ 7 w 9"/>
                <a:gd name="T3" fmla="*/ 11 h 12"/>
                <a:gd name="T4" fmla="*/ 2 w 9"/>
                <a:gd name="T5" fmla="*/ 11 h 12"/>
                <a:gd name="T6" fmla="*/ 0 w 9"/>
                <a:gd name="T7" fmla="*/ 6 h 12"/>
                <a:gd name="T8" fmla="*/ 1 w 9"/>
                <a:gd name="T9" fmla="*/ 3 h 12"/>
                <a:gd name="T10" fmla="*/ 7 w 9"/>
                <a:gd name="T11" fmla="*/ 2 h 12"/>
                <a:gd name="T12" fmla="*/ 9 w 9"/>
                <a:gd name="T13" fmla="*/ 5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9" y="5"/>
                  </a:moveTo>
                  <a:cubicBezTo>
                    <a:pt x="9" y="7"/>
                    <a:pt x="8" y="9"/>
                    <a:pt x="7" y="11"/>
                  </a:cubicBezTo>
                  <a:cubicBezTo>
                    <a:pt x="5" y="12"/>
                    <a:pt x="3" y="12"/>
                    <a:pt x="2" y="11"/>
                  </a:cubicBezTo>
                  <a:cubicBezTo>
                    <a:pt x="1" y="9"/>
                    <a:pt x="1" y="8"/>
                    <a:pt x="0" y="6"/>
                  </a:cubicBezTo>
                  <a:cubicBezTo>
                    <a:pt x="0" y="5"/>
                    <a:pt x="0" y="4"/>
                    <a:pt x="1" y="3"/>
                  </a:cubicBezTo>
                  <a:cubicBezTo>
                    <a:pt x="2" y="1"/>
                    <a:pt x="5" y="0"/>
                    <a:pt x="7" y="2"/>
                  </a:cubicBezTo>
                  <a:cubicBezTo>
                    <a:pt x="8" y="3"/>
                    <a:pt x="9" y="4"/>
                    <a:pt x="9"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nvGrpSpPr>
            <p:cNvPr id="501" name="Group 500">
              <a:extLst>
                <a:ext uri="{FF2B5EF4-FFF2-40B4-BE49-F238E27FC236}">
                  <a16:creationId xmlns="" xmlns:a16="http://schemas.microsoft.com/office/drawing/2014/main" id="{48A36ADA-737B-492E-B659-3B0DEE8591BC}"/>
                </a:ext>
              </a:extLst>
            </p:cNvPr>
            <p:cNvGrpSpPr/>
            <p:nvPr userDrawn="1"/>
          </p:nvGrpSpPr>
          <p:grpSpPr>
            <a:xfrm>
              <a:off x="10742293" y="29404"/>
              <a:ext cx="91761" cy="82990"/>
              <a:chOff x="11217670" y="865594"/>
              <a:chExt cx="109560" cy="99088"/>
            </a:xfrm>
          </p:grpSpPr>
          <p:sp>
            <p:nvSpPr>
              <p:cNvPr id="502" name="Freeform 1166">
                <a:extLst>
                  <a:ext uri="{FF2B5EF4-FFF2-40B4-BE49-F238E27FC236}">
                    <a16:creationId xmlns="" xmlns:a16="http://schemas.microsoft.com/office/drawing/2014/main" id="{1826C1B8-FEC4-422A-BDD1-9FB911925AC1}"/>
                  </a:ext>
                </a:extLst>
              </p:cNvPr>
              <p:cNvSpPr>
                <a:spLocks noEditPoints="1"/>
              </p:cNvSpPr>
              <p:nvPr/>
            </p:nvSpPr>
            <p:spPr bwMode="auto">
              <a:xfrm>
                <a:off x="11217670" y="878752"/>
                <a:ext cx="73309" cy="73846"/>
              </a:xfrm>
              <a:custGeom>
                <a:avLst/>
                <a:gdLst>
                  <a:gd name="T0" fmla="*/ 89 w 115"/>
                  <a:gd name="T1" fmla="*/ 104 h 116"/>
                  <a:gd name="T2" fmla="*/ 81 w 115"/>
                  <a:gd name="T3" fmla="*/ 98 h 116"/>
                  <a:gd name="T4" fmla="*/ 75 w 115"/>
                  <a:gd name="T5" fmla="*/ 96 h 116"/>
                  <a:gd name="T6" fmla="*/ 69 w 115"/>
                  <a:gd name="T7" fmla="*/ 102 h 116"/>
                  <a:gd name="T8" fmla="*/ 57 w 115"/>
                  <a:gd name="T9" fmla="*/ 113 h 116"/>
                  <a:gd name="T10" fmla="*/ 45 w 115"/>
                  <a:gd name="T11" fmla="*/ 104 h 116"/>
                  <a:gd name="T12" fmla="*/ 33 w 115"/>
                  <a:gd name="T13" fmla="*/ 99 h 116"/>
                  <a:gd name="T14" fmla="*/ 29 w 115"/>
                  <a:gd name="T15" fmla="*/ 102 h 116"/>
                  <a:gd name="T16" fmla="*/ 22 w 115"/>
                  <a:gd name="T17" fmla="*/ 101 h 116"/>
                  <a:gd name="T18" fmla="*/ 13 w 115"/>
                  <a:gd name="T19" fmla="*/ 93 h 116"/>
                  <a:gd name="T20" fmla="*/ 13 w 115"/>
                  <a:gd name="T21" fmla="*/ 85 h 116"/>
                  <a:gd name="T22" fmla="*/ 17 w 115"/>
                  <a:gd name="T23" fmla="*/ 80 h 116"/>
                  <a:gd name="T24" fmla="*/ 13 w 115"/>
                  <a:gd name="T25" fmla="*/ 69 h 116"/>
                  <a:gd name="T26" fmla="*/ 12 w 115"/>
                  <a:gd name="T27" fmla="*/ 69 h 116"/>
                  <a:gd name="T28" fmla="*/ 1 w 115"/>
                  <a:gd name="T29" fmla="*/ 66 h 116"/>
                  <a:gd name="T30" fmla="*/ 1 w 115"/>
                  <a:gd name="T31" fmla="*/ 48 h 116"/>
                  <a:gd name="T32" fmla="*/ 4 w 115"/>
                  <a:gd name="T33" fmla="*/ 46 h 116"/>
                  <a:gd name="T34" fmla="*/ 12 w 115"/>
                  <a:gd name="T35" fmla="*/ 44 h 116"/>
                  <a:gd name="T36" fmla="*/ 16 w 115"/>
                  <a:gd name="T37" fmla="*/ 34 h 116"/>
                  <a:gd name="T38" fmla="*/ 18 w 115"/>
                  <a:gd name="T39" fmla="*/ 16 h 116"/>
                  <a:gd name="T40" fmla="*/ 21 w 115"/>
                  <a:gd name="T41" fmla="*/ 13 h 116"/>
                  <a:gd name="T42" fmla="*/ 30 w 115"/>
                  <a:gd name="T43" fmla="*/ 13 h 116"/>
                  <a:gd name="T44" fmla="*/ 35 w 115"/>
                  <a:gd name="T45" fmla="*/ 17 h 116"/>
                  <a:gd name="T46" fmla="*/ 45 w 115"/>
                  <a:gd name="T47" fmla="*/ 13 h 116"/>
                  <a:gd name="T48" fmla="*/ 48 w 115"/>
                  <a:gd name="T49" fmla="*/ 1 h 116"/>
                  <a:gd name="T50" fmla="*/ 65 w 115"/>
                  <a:gd name="T51" fmla="*/ 1 h 116"/>
                  <a:gd name="T52" fmla="*/ 68 w 115"/>
                  <a:gd name="T53" fmla="*/ 4 h 116"/>
                  <a:gd name="T54" fmla="*/ 69 w 115"/>
                  <a:gd name="T55" fmla="*/ 12 h 116"/>
                  <a:gd name="T56" fmla="*/ 80 w 115"/>
                  <a:gd name="T57" fmla="*/ 16 h 116"/>
                  <a:gd name="T58" fmla="*/ 80 w 115"/>
                  <a:gd name="T59" fmla="*/ 16 h 116"/>
                  <a:gd name="T60" fmla="*/ 90 w 115"/>
                  <a:gd name="T61" fmla="*/ 11 h 116"/>
                  <a:gd name="T62" fmla="*/ 103 w 115"/>
                  <a:gd name="T63" fmla="*/ 24 h 116"/>
                  <a:gd name="T64" fmla="*/ 100 w 115"/>
                  <a:gd name="T65" fmla="*/ 30 h 116"/>
                  <a:gd name="T66" fmla="*/ 96 w 115"/>
                  <a:gd name="T67" fmla="*/ 37 h 116"/>
                  <a:gd name="T68" fmla="*/ 103 w 115"/>
                  <a:gd name="T69" fmla="*/ 45 h 116"/>
                  <a:gd name="T70" fmla="*/ 114 w 115"/>
                  <a:gd name="T71" fmla="*/ 57 h 116"/>
                  <a:gd name="T72" fmla="*/ 104 w 115"/>
                  <a:gd name="T73" fmla="*/ 69 h 116"/>
                  <a:gd name="T74" fmla="*/ 99 w 115"/>
                  <a:gd name="T75" fmla="*/ 81 h 116"/>
                  <a:gd name="T76" fmla="*/ 102 w 115"/>
                  <a:gd name="T77" fmla="*/ 85 h 116"/>
                  <a:gd name="T78" fmla="*/ 101 w 115"/>
                  <a:gd name="T79" fmla="*/ 93 h 116"/>
                  <a:gd name="T80" fmla="*/ 93 w 115"/>
                  <a:gd name="T81" fmla="*/ 101 h 116"/>
                  <a:gd name="T82" fmla="*/ 89 w 115"/>
                  <a:gd name="T83" fmla="*/ 104 h 116"/>
                  <a:gd name="T84" fmla="*/ 34 w 115"/>
                  <a:gd name="T85" fmla="*/ 57 h 116"/>
                  <a:gd name="T86" fmla="*/ 57 w 115"/>
                  <a:gd name="T87" fmla="*/ 80 h 116"/>
                  <a:gd name="T88" fmla="*/ 80 w 115"/>
                  <a:gd name="T89" fmla="*/ 57 h 116"/>
                  <a:gd name="T90" fmla="*/ 57 w 115"/>
                  <a:gd name="T91" fmla="*/ 34 h 116"/>
                  <a:gd name="T92" fmla="*/ 34 w 115"/>
                  <a:gd name="T93" fmla="*/ 5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5" h="116">
                    <a:moveTo>
                      <a:pt x="89" y="104"/>
                    </a:moveTo>
                    <a:cubicBezTo>
                      <a:pt x="86" y="102"/>
                      <a:pt x="84" y="100"/>
                      <a:pt x="81" y="98"/>
                    </a:cubicBezTo>
                    <a:cubicBezTo>
                      <a:pt x="79" y="97"/>
                      <a:pt x="77" y="96"/>
                      <a:pt x="75" y="96"/>
                    </a:cubicBezTo>
                    <a:cubicBezTo>
                      <a:pt x="72" y="96"/>
                      <a:pt x="70" y="99"/>
                      <a:pt x="69" y="102"/>
                    </a:cubicBezTo>
                    <a:cubicBezTo>
                      <a:pt x="68" y="116"/>
                      <a:pt x="68" y="113"/>
                      <a:pt x="57" y="113"/>
                    </a:cubicBezTo>
                    <a:cubicBezTo>
                      <a:pt x="46" y="113"/>
                      <a:pt x="47" y="115"/>
                      <a:pt x="45" y="104"/>
                    </a:cubicBezTo>
                    <a:cubicBezTo>
                      <a:pt x="44" y="95"/>
                      <a:pt x="39" y="94"/>
                      <a:pt x="33" y="99"/>
                    </a:cubicBezTo>
                    <a:cubicBezTo>
                      <a:pt x="31" y="100"/>
                      <a:pt x="30" y="101"/>
                      <a:pt x="29" y="102"/>
                    </a:cubicBezTo>
                    <a:cubicBezTo>
                      <a:pt x="26" y="104"/>
                      <a:pt x="24" y="104"/>
                      <a:pt x="22" y="101"/>
                    </a:cubicBezTo>
                    <a:cubicBezTo>
                      <a:pt x="19" y="98"/>
                      <a:pt x="16" y="95"/>
                      <a:pt x="13" y="93"/>
                    </a:cubicBezTo>
                    <a:cubicBezTo>
                      <a:pt x="10" y="90"/>
                      <a:pt x="10" y="87"/>
                      <a:pt x="13" y="85"/>
                    </a:cubicBezTo>
                    <a:cubicBezTo>
                      <a:pt x="14" y="83"/>
                      <a:pt x="16" y="81"/>
                      <a:pt x="17" y="80"/>
                    </a:cubicBezTo>
                    <a:cubicBezTo>
                      <a:pt x="20" y="76"/>
                      <a:pt x="18" y="70"/>
                      <a:pt x="13" y="69"/>
                    </a:cubicBezTo>
                    <a:cubicBezTo>
                      <a:pt x="13" y="69"/>
                      <a:pt x="12" y="69"/>
                      <a:pt x="12" y="69"/>
                    </a:cubicBezTo>
                    <a:cubicBezTo>
                      <a:pt x="8" y="68"/>
                      <a:pt x="2" y="67"/>
                      <a:pt x="1" y="66"/>
                    </a:cubicBezTo>
                    <a:cubicBezTo>
                      <a:pt x="0" y="60"/>
                      <a:pt x="1" y="54"/>
                      <a:pt x="1" y="48"/>
                    </a:cubicBezTo>
                    <a:cubicBezTo>
                      <a:pt x="1" y="47"/>
                      <a:pt x="3" y="46"/>
                      <a:pt x="4" y="46"/>
                    </a:cubicBezTo>
                    <a:cubicBezTo>
                      <a:pt x="7" y="45"/>
                      <a:pt x="10" y="45"/>
                      <a:pt x="12" y="44"/>
                    </a:cubicBezTo>
                    <a:cubicBezTo>
                      <a:pt x="18" y="43"/>
                      <a:pt x="20" y="38"/>
                      <a:pt x="16" y="34"/>
                    </a:cubicBezTo>
                    <a:cubicBezTo>
                      <a:pt x="9" y="24"/>
                      <a:pt x="9" y="24"/>
                      <a:pt x="18" y="16"/>
                    </a:cubicBezTo>
                    <a:cubicBezTo>
                      <a:pt x="19" y="15"/>
                      <a:pt x="20" y="14"/>
                      <a:pt x="21" y="13"/>
                    </a:cubicBezTo>
                    <a:cubicBezTo>
                      <a:pt x="24" y="10"/>
                      <a:pt x="26" y="10"/>
                      <a:pt x="30" y="13"/>
                    </a:cubicBezTo>
                    <a:cubicBezTo>
                      <a:pt x="31" y="14"/>
                      <a:pt x="33" y="16"/>
                      <a:pt x="35" y="17"/>
                    </a:cubicBezTo>
                    <a:cubicBezTo>
                      <a:pt x="39" y="19"/>
                      <a:pt x="44" y="17"/>
                      <a:pt x="45" y="13"/>
                    </a:cubicBezTo>
                    <a:cubicBezTo>
                      <a:pt x="46" y="9"/>
                      <a:pt x="46" y="2"/>
                      <a:pt x="48" y="1"/>
                    </a:cubicBezTo>
                    <a:cubicBezTo>
                      <a:pt x="53" y="0"/>
                      <a:pt x="59" y="0"/>
                      <a:pt x="65" y="1"/>
                    </a:cubicBezTo>
                    <a:cubicBezTo>
                      <a:pt x="66" y="1"/>
                      <a:pt x="68" y="3"/>
                      <a:pt x="68" y="4"/>
                    </a:cubicBezTo>
                    <a:cubicBezTo>
                      <a:pt x="69" y="7"/>
                      <a:pt x="69" y="9"/>
                      <a:pt x="69" y="12"/>
                    </a:cubicBezTo>
                    <a:cubicBezTo>
                      <a:pt x="70" y="18"/>
                      <a:pt x="75" y="20"/>
                      <a:pt x="80" y="16"/>
                    </a:cubicBezTo>
                    <a:cubicBezTo>
                      <a:pt x="80" y="16"/>
                      <a:pt x="80" y="16"/>
                      <a:pt x="80" y="16"/>
                    </a:cubicBezTo>
                    <a:cubicBezTo>
                      <a:pt x="84" y="14"/>
                      <a:pt x="88" y="10"/>
                      <a:pt x="90" y="11"/>
                    </a:cubicBezTo>
                    <a:cubicBezTo>
                      <a:pt x="95" y="14"/>
                      <a:pt x="99" y="19"/>
                      <a:pt x="103" y="24"/>
                    </a:cubicBezTo>
                    <a:cubicBezTo>
                      <a:pt x="103" y="25"/>
                      <a:pt x="102" y="28"/>
                      <a:pt x="100" y="30"/>
                    </a:cubicBezTo>
                    <a:cubicBezTo>
                      <a:pt x="99" y="32"/>
                      <a:pt x="97" y="34"/>
                      <a:pt x="96" y="37"/>
                    </a:cubicBezTo>
                    <a:cubicBezTo>
                      <a:pt x="95" y="40"/>
                      <a:pt x="99" y="44"/>
                      <a:pt x="103" y="45"/>
                    </a:cubicBezTo>
                    <a:cubicBezTo>
                      <a:pt x="115" y="47"/>
                      <a:pt x="114" y="45"/>
                      <a:pt x="114" y="57"/>
                    </a:cubicBezTo>
                    <a:cubicBezTo>
                      <a:pt x="114" y="69"/>
                      <a:pt x="115" y="67"/>
                      <a:pt x="104" y="69"/>
                    </a:cubicBezTo>
                    <a:cubicBezTo>
                      <a:pt x="96" y="70"/>
                      <a:pt x="94" y="75"/>
                      <a:pt x="99" y="81"/>
                    </a:cubicBezTo>
                    <a:cubicBezTo>
                      <a:pt x="100" y="83"/>
                      <a:pt x="101" y="84"/>
                      <a:pt x="102" y="85"/>
                    </a:cubicBezTo>
                    <a:cubicBezTo>
                      <a:pt x="104" y="88"/>
                      <a:pt x="104" y="90"/>
                      <a:pt x="101" y="93"/>
                    </a:cubicBezTo>
                    <a:cubicBezTo>
                      <a:pt x="98" y="95"/>
                      <a:pt x="96" y="98"/>
                      <a:pt x="93" y="101"/>
                    </a:cubicBezTo>
                    <a:cubicBezTo>
                      <a:pt x="92" y="102"/>
                      <a:pt x="90" y="103"/>
                      <a:pt x="89" y="104"/>
                    </a:cubicBezTo>
                    <a:close/>
                    <a:moveTo>
                      <a:pt x="34" y="57"/>
                    </a:moveTo>
                    <a:cubicBezTo>
                      <a:pt x="34" y="69"/>
                      <a:pt x="45" y="80"/>
                      <a:pt x="57" y="80"/>
                    </a:cubicBezTo>
                    <a:cubicBezTo>
                      <a:pt x="69" y="80"/>
                      <a:pt x="80" y="69"/>
                      <a:pt x="80" y="57"/>
                    </a:cubicBezTo>
                    <a:cubicBezTo>
                      <a:pt x="80" y="45"/>
                      <a:pt x="70" y="34"/>
                      <a:pt x="57" y="34"/>
                    </a:cubicBezTo>
                    <a:cubicBezTo>
                      <a:pt x="44" y="34"/>
                      <a:pt x="34" y="44"/>
                      <a:pt x="34" y="5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03" name="Freeform 1167">
                <a:extLst>
                  <a:ext uri="{FF2B5EF4-FFF2-40B4-BE49-F238E27FC236}">
                    <a16:creationId xmlns="" xmlns:a16="http://schemas.microsoft.com/office/drawing/2014/main" id="{1EDF252F-D2AE-49A8-B9FE-E8BD3FA6B7EE}"/>
                  </a:ext>
                </a:extLst>
              </p:cNvPr>
              <p:cNvSpPr>
                <a:spLocks noEditPoints="1"/>
              </p:cNvSpPr>
              <p:nvPr/>
            </p:nvSpPr>
            <p:spPr bwMode="auto">
              <a:xfrm>
                <a:off x="11281311" y="922791"/>
                <a:ext cx="45919" cy="41891"/>
              </a:xfrm>
              <a:custGeom>
                <a:avLst/>
                <a:gdLst>
                  <a:gd name="T0" fmla="*/ 47 w 72"/>
                  <a:gd name="T1" fmla="*/ 65 h 66"/>
                  <a:gd name="T2" fmla="*/ 42 w 72"/>
                  <a:gd name="T3" fmla="*/ 60 h 66"/>
                  <a:gd name="T4" fmla="*/ 30 w 72"/>
                  <a:gd name="T5" fmla="*/ 60 h 66"/>
                  <a:gd name="T6" fmla="*/ 25 w 72"/>
                  <a:gd name="T7" fmla="*/ 65 h 66"/>
                  <a:gd name="T8" fmla="*/ 15 w 72"/>
                  <a:gd name="T9" fmla="*/ 59 h 66"/>
                  <a:gd name="T10" fmla="*/ 15 w 72"/>
                  <a:gd name="T11" fmla="*/ 56 h 66"/>
                  <a:gd name="T12" fmla="*/ 16 w 72"/>
                  <a:gd name="T13" fmla="*/ 51 h 66"/>
                  <a:gd name="T14" fmla="*/ 11 w 72"/>
                  <a:gd name="T15" fmla="*/ 41 h 66"/>
                  <a:gd name="T16" fmla="*/ 3 w 72"/>
                  <a:gd name="T17" fmla="*/ 28 h 66"/>
                  <a:gd name="T18" fmla="*/ 6 w 72"/>
                  <a:gd name="T19" fmla="*/ 26 h 66"/>
                  <a:gd name="T20" fmla="*/ 13 w 72"/>
                  <a:gd name="T21" fmla="*/ 25 h 66"/>
                  <a:gd name="T22" fmla="*/ 17 w 72"/>
                  <a:gd name="T23" fmla="*/ 17 h 66"/>
                  <a:gd name="T24" fmla="*/ 16 w 72"/>
                  <a:gd name="T25" fmla="*/ 13 h 66"/>
                  <a:gd name="T26" fmla="*/ 18 w 72"/>
                  <a:gd name="T27" fmla="*/ 4 h 66"/>
                  <a:gd name="T28" fmla="*/ 31 w 72"/>
                  <a:gd name="T29" fmla="*/ 7 h 66"/>
                  <a:gd name="T30" fmla="*/ 42 w 72"/>
                  <a:gd name="T31" fmla="*/ 7 h 66"/>
                  <a:gd name="T32" fmla="*/ 58 w 72"/>
                  <a:gd name="T33" fmla="*/ 7 h 66"/>
                  <a:gd name="T34" fmla="*/ 58 w 72"/>
                  <a:gd name="T35" fmla="*/ 11 h 66"/>
                  <a:gd name="T36" fmla="*/ 56 w 72"/>
                  <a:gd name="T37" fmla="*/ 18 h 66"/>
                  <a:gd name="T38" fmla="*/ 59 w 72"/>
                  <a:gd name="T39" fmla="*/ 24 h 66"/>
                  <a:gd name="T40" fmla="*/ 62 w 72"/>
                  <a:gd name="T41" fmla="*/ 25 h 66"/>
                  <a:gd name="T42" fmla="*/ 70 w 72"/>
                  <a:gd name="T43" fmla="*/ 37 h 66"/>
                  <a:gd name="T44" fmla="*/ 67 w 72"/>
                  <a:gd name="T45" fmla="*/ 41 h 66"/>
                  <a:gd name="T46" fmla="*/ 60 w 72"/>
                  <a:gd name="T47" fmla="*/ 42 h 66"/>
                  <a:gd name="T48" fmla="*/ 56 w 72"/>
                  <a:gd name="T49" fmla="*/ 49 h 66"/>
                  <a:gd name="T50" fmla="*/ 57 w 72"/>
                  <a:gd name="T51" fmla="*/ 53 h 66"/>
                  <a:gd name="T52" fmla="*/ 47 w 72"/>
                  <a:gd name="T53" fmla="*/ 65 h 66"/>
                  <a:gd name="T54" fmla="*/ 36 w 72"/>
                  <a:gd name="T55" fmla="*/ 22 h 66"/>
                  <a:gd name="T56" fmla="*/ 25 w 72"/>
                  <a:gd name="T57" fmla="*/ 33 h 66"/>
                  <a:gd name="T58" fmla="*/ 36 w 72"/>
                  <a:gd name="T59" fmla="*/ 45 h 66"/>
                  <a:gd name="T60" fmla="*/ 48 w 72"/>
                  <a:gd name="T61" fmla="*/ 33 h 66"/>
                  <a:gd name="T62" fmla="*/ 36 w 72"/>
                  <a:gd name="T63" fmla="*/ 2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2" h="66">
                    <a:moveTo>
                      <a:pt x="47" y="65"/>
                    </a:moveTo>
                    <a:cubicBezTo>
                      <a:pt x="46" y="64"/>
                      <a:pt x="44" y="62"/>
                      <a:pt x="42" y="60"/>
                    </a:cubicBezTo>
                    <a:cubicBezTo>
                      <a:pt x="37" y="54"/>
                      <a:pt x="36" y="54"/>
                      <a:pt x="30" y="60"/>
                    </a:cubicBezTo>
                    <a:cubicBezTo>
                      <a:pt x="29" y="62"/>
                      <a:pt x="26" y="65"/>
                      <a:pt x="25" y="65"/>
                    </a:cubicBezTo>
                    <a:cubicBezTo>
                      <a:pt x="21" y="64"/>
                      <a:pt x="18" y="62"/>
                      <a:pt x="15" y="59"/>
                    </a:cubicBezTo>
                    <a:cubicBezTo>
                      <a:pt x="14" y="59"/>
                      <a:pt x="14" y="57"/>
                      <a:pt x="15" y="56"/>
                    </a:cubicBezTo>
                    <a:cubicBezTo>
                      <a:pt x="15" y="54"/>
                      <a:pt x="16" y="53"/>
                      <a:pt x="16" y="51"/>
                    </a:cubicBezTo>
                    <a:cubicBezTo>
                      <a:pt x="19" y="45"/>
                      <a:pt x="17" y="42"/>
                      <a:pt x="11" y="41"/>
                    </a:cubicBezTo>
                    <a:cubicBezTo>
                      <a:pt x="3" y="40"/>
                      <a:pt x="0" y="36"/>
                      <a:pt x="3" y="28"/>
                    </a:cubicBezTo>
                    <a:cubicBezTo>
                      <a:pt x="3" y="27"/>
                      <a:pt x="5" y="26"/>
                      <a:pt x="6" y="26"/>
                    </a:cubicBezTo>
                    <a:cubicBezTo>
                      <a:pt x="8" y="25"/>
                      <a:pt x="10" y="25"/>
                      <a:pt x="13" y="25"/>
                    </a:cubicBezTo>
                    <a:cubicBezTo>
                      <a:pt x="17" y="24"/>
                      <a:pt x="18" y="21"/>
                      <a:pt x="17" y="17"/>
                    </a:cubicBezTo>
                    <a:cubicBezTo>
                      <a:pt x="17" y="16"/>
                      <a:pt x="16" y="14"/>
                      <a:pt x="16" y="13"/>
                    </a:cubicBezTo>
                    <a:cubicBezTo>
                      <a:pt x="13" y="9"/>
                      <a:pt x="14" y="7"/>
                      <a:pt x="18" y="4"/>
                    </a:cubicBezTo>
                    <a:cubicBezTo>
                      <a:pt x="26" y="0"/>
                      <a:pt x="25" y="0"/>
                      <a:pt x="31" y="7"/>
                    </a:cubicBezTo>
                    <a:cubicBezTo>
                      <a:pt x="35" y="12"/>
                      <a:pt x="38" y="12"/>
                      <a:pt x="42" y="7"/>
                    </a:cubicBezTo>
                    <a:cubicBezTo>
                      <a:pt x="47" y="1"/>
                      <a:pt x="53" y="1"/>
                      <a:pt x="58" y="7"/>
                    </a:cubicBezTo>
                    <a:cubicBezTo>
                      <a:pt x="58" y="8"/>
                      <a:pt x="59" y="9"/>
                      <a:pt x="58" y="11"/>
                    </a:cubicBezTo>
                    <a:cubicBezTo>
                      <a:pt x="58" y="13"/>
                      <a:pt x="56" y="15"/>
                      <a:pt x="56" y="18"/>
                    </a:cubicBezTo>
                    <a:cubicBezTo>
                      <a:pt x="56" y="20"/>
                      <a:pt x="58" y="22"/>
                      <a:pt x="59" y="24"/>
                    </a:cubicBezTo>
                    <a:cubicBezTo>
                      <a:pt x="59" y="25"/>
                      <a:pt x="61" y="25"/>
                      <a:pt x="62" y="25"/>
                    </a:cubicBezTo>
                    <a:cubicBezTo>
                      <a:pt x="71" y="26"/>
                      <a:pt x="72" y="29"/>
                      <a:pt x="70" y="37"/>
                    </a:cubicBezTo>
                    <a:cubicBezTo>
                      <a:pt x="70" y="39"/>
                      <a:pt x="68" y="40"/>
                      <a:pt x="67" y="41"/>
                    </a:cubicBezTo>
                    <a:cubicBezTo>
                      <a:pt x="65" y="42"/>
                      <a:pt x="62" y="41"/>
                      <a:pt x="60" y="42"/>
                    </a:cubicBezTo>
                    <a:cubicBezTo>
                      <a:pt x="56" y="43"/>
                      <a:pt x="55" y="46"/>
                      <a:pt x="56" y="49"/>
                    </a:cubicBezTo>
                    <a:cubicBezTo>
                      <a:pt x="56" y="51"/>
                      <a:pt x="57" y="52"/>
                      <a:pt x="57" y="53"/>
                    </a:cubicBezTo>
                    <a:cubicBezTo>
                      <a:pt x="59" y="58"/>
                      <a:pt x="54" y="66"/>
                      <a:pt x="47" y="65"/>
                    </a:cubicBezTo>
                    <a:close/>
                    <a:moveTo>
                      <a:pt x="36" y="22"/>
                    </a:moveTo>
                    <a:cubicBezTo>
                      <a:pt x="31" y="22"/>
                      <a:pt x="25" y="28"/>
                      <a:pt x="25" y="33"/>
                    </a:cubicBezTo>
                    <a:cubicBezTo>
                      <a:pt x="25" y="39"/>
                      <a:pt x="31" y="45"/>
                      <a:pt x="36" y="45"/>
                    </a:cubicBezTo>
                    <a:cubicBezTo>
                      <a:pt x="42" y="45"/>
                      <a:pt x="48" y="39"/>
                      <a:pt x="48" y="33"/>
                    </a:cubicBezTo>
                    <a:cubicBezTo>
                      <a:pt x="48" y="27"/>
                      <a:pt x="42" y="22"/>
                      <a:pt x="36" y="2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sp>
            <p:nvSpPr>
              <p:cNvPr id="504" name="Freeform 1168">
                <a:extLst>
                  <a:ext uri="{FF2B5EF4-FFF2-40B4-BE49-F238E27FC236}">
                    <a16:creationId xmlns="" xmlns:a16="http://schemas.microsoft.com/office/drawing/2014/main" id="{D13BE01E-C7F0-407D-9B97-CB9059C37EDC}"/>
                  </a:ext>
                </a:extLst>
              </p:cNvPr>
              <p:cNvSpPr>
                <a:spLocks noEditPoints="1"/>
              </p:cNvSpPr>
              <p:nvPr/>
            </p:nvSpPr>
            <p:spPr bwMode="auto">
              <a:xfrm>
                <a:off x="11281311" y="865594"/>
                <a:ext cx="45919" cy="41354"/>
              </a:xfrm>
              <a:custGeom>
                <a:avLst/>
                <a:gdLst>
                  <a:gd name="T0" fmla="*/ 59 w 72"/>
                  <a:gd name="T1" fmla="*/ 9 h 65"/>
                  <a:gd name="T2" fmla="*/ 56 w 72"/>
                  <a:gd name="T3" fmla="*/ 16 h 65"/>
                  <a:gd name="T4" fmla="*/ 60 w 72"/>
                  <a:gd name="T5" fmla="*/ 24 h 65"/>
                  <a:gd name="T6" fmla="*/ 62 w 72"/>
                  <a:gd name="T7" fmla="*/ 24 h 65"/>
                  <a:gd name="T8" fmla="*/ 70 w 72"/>
                  <a:gd name="T9" fmla="*/ 37 h 65"/>
                  <a:gd name="T10" fmla="*/ 67 w 72"/>
                  <a:gd name="T11" fmla="*/ 40 h 65"/>
                  <a:gd name="T12" fmla="*/ 61 w 72"/>
                  <a:gd name="T13" fmla="*/ 41 h 65"/>
                  <a:gd name="T14" fmla="*/ 56 w 72"/>
                  <a:gd name="T15" fmla="*/ 49 h 65"/>
                  <a:gd name="T16" fmla="*/ 56 w 72"/>
                  <a:gd name="T17" fmla="*/ 50 h 65"/>
                  <a:gd name="T18" fmla="*/ 49 w 72"/>
                  <a:gd name="T19" fmla="*/ 64 h 65"/>
                  <a:gd name="T20" fmla="*/ 46 w 72"/>
                  <a:gd name="T21" fmla="*/ 63 h 65"/>
                  <a:gd name="T22" fmla="*/ 41 w 72"/>
                  <a:gd name="T23" fmla="*/ 58 h 65"/>
                  <a:gd name="T24" fmla="*/ 31 w 72"/>
                  <a:gd name="T25" fmla="*/ 58 h 65"/>
                  <a:gd name="T26" fmla="*/ 31 w 72"/>
                  <a:gd name="T27" fmla="*/ 59 h 65"/>
                  <a:gd name="T28" fmla="*/ 15 w 72"/>
                  <a:gd name="T29" fmla="*/ 59 h 65"/>
                  <a:gd name="T30" fmla="*/ 15 w 72"/>
                  <a:gd name="T31" fmla="*/ 55 h 65"/>
                  <a:gd name="T32" fmla="*/ 17 w 72"/>
                  <a:gd name="T33" fmla="*/ 50 h 65"/>
                  <a:gd name="T34" fmla="*/ 12 w 72"/>
                  <a:gd name="T35" fmla="*/ 41 h 65"/>
                  <a:gd name="T36" fmla="*/ 11 w 72"/>
                  <a:gd name="T37" fmla="*/ 41 h 65"/>
                  <a:gd name="T38" fmla="*/ 3 w 72"/>
                  <a:gd name="T39" fmla="*/ 28 h 65"/>
                  <a:gd name="T40" fmla="*/ 5 w 72"/>
                  <a:gd name="T41" fmla="*/ 25 h 65"/>
                  <a:gd name="T42" fmla="*/ 11 w 72"/>
                  <a:gd name="T43" fmla="*/ 24 h 65"/>
                  <a:gd name="T44" fmla="*/ 17 w 72"/>
                  <a:gd name="T45" fmla="*/ 15 h 65"/>
                  <a:gd name="T46" fmla="*/ 15 w 72"/>
                  <a:gd name="T47" fmla="*/ 11 h 65"/>
                  <a:gd name="T48" fmla="*/ 17 w 72"/>
                  <a:gd name="T49" fmla="*/ 5 h 65"/>
                  <a:gd name="T50" fmla="*/ 20 w 72"/>
                  <a:gd name="T51" fmla="*/ 3 h 65"/>
                  <a:gd name="T52" fmla="*/ 30 w 72"/>
                  <a:gd name="T53" fmla="*/ 5 h 65"/>
                  <a:gd name="T54" fmla="*/ 43 w 72"/>
                  <a:gd name="T55" fmla="*/ 5 h 65"/>
                  <a:gd name="T56" fmla="*/ 48 w 72"/>
                  <a:gd name="T57" fmla="*/ 1 h 65"/>
                  <a:gd name="T58" fmla="*/ 58 w 72"/>
                  <a:gd name="T59" fmla="*/ 6 h 65"/>
                  <a:gd name="T60" fmla="*/ 59 w 72"/>
                  <a:gd name="T61" fmla="*/ 9 h 65"/>
                  <a:gd name="T62" fmla="*/ 48 w 72"/>
                  <a:gd name="T63" fmla="*/ 33 h 65"/>
                  <a:gd name="T64" fmla="*/ 37 w 72"/>
                  <a:gd name="T65" fmla="*/ 21 h 65"/>
                  <a:gd name="T66" fmla="*/ 25 w 72"/>
                  <a:gd name="T67" fmla="*/ 33 h 65"/>
                  <a:gd name="T68" fmla="*/ 36 w 72"/>
                  <a:gd name="T69" fmla="*/ 44 h 65"/>
                  <a:gd name="T70" fmla="*/ 48 w 72"/>
                  <a:gd name="T71" fmla="*/ 3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65">
                    <a:moveTo>
                      <a:pt x="59" y="9"/>
                    </a:moveTo>
                    <a:cubicBezTo>
                      <a:pt x="58" y="11"/>
                      <a:pt x="57" y="14"/>
                      <a:pt x="56" y="16"/>
                    </a:cubicBezTo>
                    <a:cubicBezTo>
                      <a:pt x="54" y="20"/>
                      <a:pt x="56" y="23"/>
                      <a:pt x="60" y="24"/>
                    </a:cubicBezTo>
                    <a:cubicBezTo>
                      <a:pt x="61" y="24"/>
                      <a:pt x="61" y="24"/>
                      <a:pt x="62" y="24"/>
                    </a:cubicBezTo>
                    <a:cubicBezTo>
                      <a:pt x="71" y="26"/>
                      <a:pt x="72" y="28"/>
                      <a:pt x="70" y="37"/>
                    </a:cubicBezTo>
                    <a:cubicBezTo>
                      <a:pt x="70" y="38"/>
                      <a:pt x="68" y="39"/>
                      <a:pt x="67" y="40"/>
                    </a:cubicBezTo>
                    <a:cubicBezTo>
                      <a:pt x="65" y="41"/>
                      <a:pt x="63" y="41"/>
                      <a:pt x="61" y="41"/>
                    </a:cubicBezTo>
                    <a:cubicBezTo>
                      <a:pt x="56" y="42"/>
                      <a:pt x="54" y="45"/>
                      <a:pt x="56" y="49"/>
                    </a:cubicBezTo>
                    <a:cubicBezTo>
                      <a:pt x="56" y="50"/>
                      <a:pt x="56" y="50"/>
                      <a:pt x="56" y="50"/>
                    </a:cubicBezTo>
                    <a:cubicBezTo>
                      <a:pt x="60" y="58"/>
                      <a:pt x="57" y="63"/>
                      <a:pt x="49" y="64"/>
                    </a:cubicBezTo>
                    <a:cubicBezTo>
                      <a:pt x="48" y="65"/>
                      <a:pt x="47" y="64"/>
                      <a:pt x="46" y="63"/>
                    </a:cubicBezTo>
                    <a:cubicBezTo>
                      <a:pt x="44" y="62"/>
                      <a:pt x="43" y="60"/>
                      <a:pt x="41" y="58"/>
                    </a:cubicBezTo>
                    <a:cubicBezTo>
                      <a:pt x="38" y="54"/>
                      <a:pt x="35" y="54"/>
                      <a:pt x="31" y="58"/>
                    </a:cubicBezTo>
                    <a:cubicBezTo>
                      <a:pt x="31" y="58"/>
                      <a:pt x="31" y="59"/>
                      <a:pt x="31" y="59"/>
                    </a:cubicBezTo>
                    <a:cubicBezTo>
                      <a:pt x="26" y="65"/>
                      <a:pt x="21" y="65"/>
                      <a:pt x="15" y="59"/>
                    </a:cubicBezTo>
                    <a:cubicBezTo>
                      <a:pt x="14" y="58"/>
                      <a:pt x="14" y="57"/>
                      <a:pt x="15" y="55"/>
                    </a:cubicBezTo>
                    <a:cubicBezTo>
                      <a:pt x="15" y="53"/>
                      <a:pt x="16" y="52"/>
                      <a:pt x="17" y="50"/>
                    </a:cubicBezTo>
                    <a:cubicBezTo>
                      <a:pt x="19" y="45"/>
                      <a:pt x="17" y="42"/>
                      <a:pt x="12" y="41"/>
                    </a:cubicBezTo>
                    <a:cubicBezTo>
                      <a:pt x="12" y="41"/>
                      <a:pt x="11" y="41"/>
                      <a:pt x="11" y="41"/>
                    </a:cubicBezTo>
                    <a:cubicBezTo>
                      <a:pt x="3" y="40"/>
                      <a:pt x="0" y="36"/>
                      <a:pt x="3" y="28"/>
                    </a:cubicBezTo>
                    <a:cubicBezTo>
                      <a:pt x="3" y="27"/>
                      <a:pt x="4" y="26"/>
                      <a:pt x="5" y="25"/>
                    </a:cubicBezTo>
                    <a:cubicBezTo>
                      <a:pt x="7" y="25"/>
                      <a:pt x="9" y="24"/>
                      <a:pt x="11" y="24"/>
                    </a:cubicBezTo>
                    <a:cubicBezTo>
                      <a:pt x="17" y="23"/>
                      <a:pt x="19" y="21"/>
                      <a:pt x="17" y="15"/>
                    </a:cubicBezTo>
                    <a:cubicBezTo>
                      <a:pt x="16" y="14"/>
                      <a:pt x="15" y="12"/>
                      <a:pt x="15" y="11"/>
                    </a:cubicBezTo>
                    <a:cubicBezTo>
                      <a:pt x="14" y="8"/>
                      <a:pt x="14" y="6"/>
                      <a:pt x="17" y="5"/>
                    </a:cubicBezTo>
                    <a:cubicBezTo>
                      <a:pt x="18" y="4"/>
                      <a:pt x="19" y="4"/>
                      <a:pt x="20" y="3"/>
                    </a:cubicBezTo>
                    <a:cubicBezTo>
                      <a:pt x="26" y="0"/>
                      <a:pt x="26" y="0"/>
                      <a:pt x="30" y="5"/>
                    </a:cubicBezTo>
                    <a:cubicBezTo>
                      <a:pt x="35" y="12"/>
                      <a:pt x="37" y="12"/>
                      <a:pt x="43" y="5"/>
                    </a:cubicBezTo>
                    <a:cubicBezTo>
                      <a:pt x="44" y="3"/>
                      <a:pt x="47" y="0"/>
                      <a:pt x="48" y="1"/>
                    </a:cubicBezTo>
                    <a:cubicBezTo>
                      <a:pt x="52" y="2"/>
                      <a:pt x="55" y="4"/>
                      <a:pt x="58" y="6"/>
                    </a:cubicBezTo>
                    <a:cubicBezTo>
                      <a:pt x="59" y="7"/>
                      <a:pt x="59" y="8"/>
                      <a:pt x="59" y="9"/>
                    </a:cubicBezTo>
                    <a:close/>
                    <a:moveTo>
                      <a:pt x="48" y="33"/>
                    </a:moveTo>
                    <a:cubicBezTo>
                      <a:pt x="48" y="27"/>
                      <a:pt x="43" y="21"/>
                      <a:pt x="37" y="21"/>
                    </a:cubicBezTo>
                    <a:cubicBezTo>
                      <a:pt x="31" y="21"/>
                      <a:pt x="25" y="27"/>
                      <a:pt x="25" y="33"/>
                    </a:cubicBezTo>
                    <a:cubicBezTo>
                      <a:pt x="25" y="38"/>
                      <a:pt x="30" y="44"/>
                      <a:pt x="36" y="44"/>
                    </a:cubicBezTo>
                    <a:cubicBezTo>
                      <a:pt x="42" y="44"/>
                      <a:pt x="48" y="39"/>
                      <a:pt x="48" y="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799" dirty="0"/>
              </a:p>
            </p:txBody>
          </p:sp>
        </p:grpSp>
      </p:grpSp>
    </p:spTree>
    <p:extLst>
      <p:ext uri="{BB962C8B-B14F-4D97-AF65-F5344CB8AC3E}">
        <p14:creationId xmlns:p14="http://schemas.microsoft.com/office/powerpoint/2010/main" val="42929982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 xmlns:a16="http://schemas.microsoft.com/office/drawing/2014/main" id="{C2494EE8-01CA-4F14-B3DE-D4D5C80F6307}"/>
              </a:ext>
            </a:extLst>
          </p:cNvPr>
          <p:cNvGraphicFramePr>
            <a:graphicFrameLocks noChangeAspect="1"/>
          </p:cNvGraphicFramePr>
          <p:nvPr userDrawn="1">
            <p:custDataLst>
              <p:tags r:id="rId2"/>
            </p:custDataLst>
            <p:extLst>
              <p:ext uri="{D42A27DB-BD31-4B8C-83A1-F6EECF244321}">
                <p14:modId xmlns:p14="http://schemas.microsoft.com/office/powerpoint/2010/main" val="34710505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71" name="think-cell Slide" r:id="rId5" imgW="425" imgH="424" progId="TCLayout.ActiveDocument.1">
                  <p:embed/>
                </p:oleObj>
              </mc:Choice>
              <mc:Fallback>
                <p:oleObj name="think-cell Slide" r:id="rId5" imgW="425" imgH="424" progId="TCLayout.ActiveDocument.1">
                  <p:embed/>
                  <p:pic>
                    <p:nvPicPr>
                      <p:cNvPr id="5" name="Object 4" hidden="1">
                        <a:extLst>
                          <a:ext uri="{FF2B5EF4-FFF2-40B4-BE49-F238E27FC236}">
                            <a16:creationId xmlns="" xmlns:a16="http://schemas.microsoft.com/office/drawing/2014/main" id="{C2494EE8-01CA-4F14-B3DE-D4D5C80F63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 xmlns:a16="http://schemas.microsoft.com/office/drawing/2014/main" id="{8641E976-2AB2-492B-BA72-641E08A830EE}"/>
              </a:ext>
            </a:extLst>
          </p:cNvPr>
          <p:cNvSpPr/>
          <p:nvPr userDrawn="1">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ctr"/>
            <a:endParaRPr lang="en-US" sz="2999" b="0" i="0" baseline="0" dirty="0">
              <a:solidFill>
                <a:schemeClr val="tx1"/>
              </a:solidFill>
              <a:latin typeface="EYInterstate Light" panose="02000506000000020004" pitchFamily="2" charset="0"/>
              <a:ea typeface="+mj-ea"/>
              <a:cs typeface="Arial" panose="020B0604020202020204" pitchFamily="34" charset="0"/>
              <a:sym typeface="EYInterstate Light" panose="02000506000000020004" pitchFamily="2" charset="0"/>
            </a:endParaRPr>
          </a:p>
        </p:txBody>
      </p:sp>
      <p:pic>
        <p:nvPicPr>
          <p:cNvPr id="3" name="Picture 2">
            <a:extLst>
              <a:ext uri="{FF2B5EF4-FFF2-40B4-BE49-F238E27FC236}">
                <a16:creationId xmlns="" xmlns:a16="http://schemas.microsoft.com/office/drawing/2014/main" id="{5885FC45-F5B6-44B6-BED0-EF5C39B68022}"/>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8350" cy="6858000"/>
          </a:xfrm>
          <a:prstGeom prst="rect">
            <a:avLst/>
          </a:prstGeom>
        </p:spPr>
      </p:pic>
      <p:sp>
        <p:nvSpPr>
          <p:cNvPr id="16" name="Freeform 56">
            <a:extLst>
              <a:ext uri="{FF2B5EF4-FFF2-40B4-BE49-F238E27FC236}">
                <a16:creationId xmlns="" xmlns:a16="http://schemas.microsoft.com/office/drawing/2014/main" id="{13A7AC18-CF42-4EC5-8D40-441EAE30A06C}"/>
              </a:ext>
            </a:extLst>
          </p:cNvPr>
          <p:cNvSpPr/>
          <p:nvPr userDrawn="1"/>
        </p:nvSpPr>
        <p:spPr>
          <a:xfrm>
            <a:off x="6659926" y="795662"/>
            <a:ext cx="4930412"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dirty="0"/>
          </a:p>
        </p:txBody>
      </p:sp>
      <p:sp>
        <p:nvSpPr>
          <p:cNvPr id="11" name="Title 1"/>
          <p:cNvSpPr>
            <a:spLocks noGrp="1"/>
          </p:cNvSpPr>
          <p:nvPr>
            <p:ph type="ctrTitle"/>
          </p:nvPr>
        </p:nvSpPr>
        <p:spPr>
          <a:xfrm>
            <a:off x="6937315" y="1954221"/>
            <a:ext cx="4328932" cy="979702"/>
          </a:xfrm>
        </p:spPr>
        <p:txBody>
          <a:bodyPr/>
          <a:lstStyle>
            <a:lvl1pPr>
              <a:defRPr sz="2999" b="0">
                <a:solidFill>
                  <a:schemeClr val="tx1"/>
                </a:solidFill>
                <a:latin typeface="EYInterstate Light" panose="02000506000000020004" pitchFamily="2" charset="0"/>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6937315" y="3046160"/>
            <a:ext cx="4328932" cy="1046323"/>
          </a:xfrm>
        </p:spPr>
        <p:txBody>
          <a:bodyPr/>
          <a:lstStyle>
            <a:lvl1pPr marL="0" indent="0" algn="l">
              <a:spcAft>
                <a:spcPts val="1199"/>
              </a:spcAft>
              <a:buNone/>
              <a:defRPr sz="1999">
                <a:solidFill>
                  <a:schemeClr val="tx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dirty="0"/>
              <a:t>Click to edit Master subtitle style</a:t>
            </a:r>
            <a:endParaRPr lang="en-GB" dirty="0"/>
          </a:p>
        </p:txBody>
      </p:sp>
      <p:grpSp>
        <p:nvGrpSpPr>
          <p:cNvPr id="14" name="Group 4">
            <a:extLst>
              <a:ext uri="{FF2B5EF4-FFF2-40B4-BE49-F238E27FC236}">
                <a16:creationId xmlns="" xmlns:a16="http://schemas.microsoft.com/office/drawing/2014/main" id="{C8422AE9-8257-41A9-AB41-1F10585C886F}"/>
              </a:ext>
            </a:extLst>
          </p:cNvPr>
          <p:cNvGrpSpPr>
            <a:grpSpLocks noChangeAspect="1"/>
          </p:cNvGrpSpPr>
          <p:nvPr userDrawn="1"/>
        </p:nvGrpSpPr>
        <p:grpSpPr bwMode="auto">
          <a:xfrm>
            <a:off x="10364788" y="4960938"/>
            <a:ext cx="1225550" cy="1435100"/>
            <a:chOff x="6529" y="3125"/>
            <a:chExt cx="772" cy="904"/>
          </a:xfrm>
        </p:grpSpPr>
        <p:sp>
          <p:nvSpPr>
            <p:cNvPr id="15" name="Freeform 5">
              <a:extLst>
                <a:ext uri="{FF2B5EF4-FFF2-40B4-BE49-F238E27FC236}">
                  <a16:creationId xmlns=""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p>
          </p:txBody>
        </p:sp>
        <p:sp>
          <p:nvSpPr>
            <p:cNvPr id="17" name="Freeform 6">
              <a:extLst>
                <a:ext uri="{FF2B5EF4-FFF2-40B4-BE49-F238E27FC236}">
                  <a16:creationId xmlns=""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p>
          </p:txBody>
        </p:sp>
      </p:grpSp>
    </p:spTree>
    <p:extLst>
      <p:ext uri="{BB962C8B-B14F-4D97-AF65-F5344CB8AC3E}">
        <p14:creationId xmlns:p14="http://schemas.microsoft.com/office/powerpoint/2010/main" val="1921930981"/>
      </p:ext>
    </p:extLst>
  </p:cSld>
  <p:clrMapOvr>
    <a:masterClrMapping/>
  </p:clrMapOvr>
  <p:extLst>
    <p:ext uri="{DCECCB84-F9BA-43D5-87BE-67443E8EF086}">
      <p15:sldGuideLst xmlns="" xmlns:p15="http://schemas.microsoft.com/office/powerpoint/2012/main">
        <p15:guide id="1" orient="horz" pos="2160">
          <p15:clr>
            <a:srgbClr val="FBAE40"/>
          </p15:clr>
        </p15:guide>
        <p15:guide id="2" pos="384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25C6CB0-FA65-6ABD-E127-24D12C5EA7B9}"/>
              </a:ext>
            </a:extLst>
          </p:cNvPr>
          <p:cNvSpPr>
            <a:spLocks noGrp="1"/>
          </p:cNvSpPr>
          <p:nvPr>
            <p:ph type="dt" sz="half" idx="10"/>
          </p:nvPr>
        </p:nvSpPr>
        <p:spPr/>
        <p:txBody>
          <a:bodyPr/>
          <a:lstStyle/>
          <a:p>
            <a:fld id="{CF66C5CF-955D-4CBE-B74F-E28A818BF6DB}" type="datetimeFigureOut">
              <a:rPr lang="en-IN" smtClean="0"/>
              <a:t>10-03-2026</a:t>
            </a:fld>
            <a:endParaRPr lang="en-IN"/>
          </a:p>
        </p:txBody>
      </p:sp>
      <p:sp>
        <p:nvSpPr>
          <p:cNvPr id="3" name="Footer Placeholder 2">
            <a:extLst>
              <a:ext uri="{FF2B5EF4-FFF2-40B4-BE49-F238E27FC236}">
                <a16:creationId xmlns="" xmlns:a16="http://schemas.microsoft.com/office/drawing/2014/main" id="{9B8CDCAC-CB84-90E6-DA63-38308DA668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2011B4A4-E274-B746-1FBF-D5B177207B16}"/>
              </a:ext>
            </a:extLst>
          </p:cNvPr>
          <p:cNvSpPr>
            <a:spLocks noGrp="1"/>
          </p:cNvSpPr>
          <p:nvPr>
            <p:ph type="sldNum" sz="quarter" idx="12"/>
          </p:nvPr>
        </p:nvSpPr>
        <p:spPr/>
        <p:txBody>
          <a:bodyPr/>
          <a:lstStyle/>
          <a:p>
            <a:fld id="{61E14BDF-3D70-484A-B42F-3934D7390BBA}" type="slidenum">
              <a:rPr lang="en-IN" smtClean="0"/>
              <a:t>‹#›</a:t>
            </a:fld>
            <a:endParaRPr lang="en-IN"/>
          </a:p>
        </p:txBody>
      </p:sp>
    </p:spTree>
    <p:extLst>
      <p:ext uri="{BB962C8B-B14F-4D97-AF65-F5344CB8AC3E}">
        <p14:creationId xmlns:p14="http://schemas.microsoft.com/office/powerpoint/2010/main" val="1738525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919" y="294200"/>
            <a:ext cx="10978515" cy="590400"/>
          </a:xfrm>
        </p:spPr>
        <p:txBody>
          <a:bodyPr/>
          <a:lstStyle>
            <a:lvl1pPr>
              <a:defRPr sz="2399">
                <a:solidFill>
                  <a:schemeClr val="bg1"/>
                </a:solidFill>
              </a:defRPr>
            </a:lvl1pPr>
          </a:lstStyle>
          <a:p>
            <a:r>
              <a:rPr lang="en-US" dirty="0"/>
              <a:t>Standard slide</a:t>
            </a:r>
            <a:endParaRPr lang="en-GB" dirty="0"/>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9918" y="907750"/>
            <a:ext cx="109800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dirty="0">
              <a:solidFill>
                <a:schemeClr val="bg1"/>
              </a:solidFill>
            </a:endParaRPr>
          </a:p>
        </p:txBody>
      </p:sp>
    </p:spTree>
    <p:extLst>
      <p:ext uri="{BB962C8B-B14F-4D97-AF65-F5344CB8AC3E}">
        <p14:creationId xmlns:p14="http://schemas.microsoft.com/office/powerpoint/2010/main" val="6994385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E254C6-A793-101F-705A-5AD41210DA00}"/>
              </a:ext>
            </a:extLst>
          </p:cNvPr>
          <p:cNvSpPr>
            <a:spLocks noGrp="1"/>
          </p:cNvSpPr>
          <p:nvPr>
            <p:ph type="title"/>
          </p:nvPr>
        </p:nvSpPr>
        <p:spPr>
          <a:xfrm>
            <a:off x="832283" y="1709739"/>
            <a:ext cx="10521077"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11D0797-0650-2DC2-4413-1D0541052168}"/>
              </a:ext>
            </a:extLst>
          </p:cNvPr>
          <p:cNvSpPr>
            <a:spLocks noGrp="1"/>
          </p:cNvSpPr>
          <p:nvPr>
            <p:ph type="body" idx="1"/>
          </p:nvPr>
        </p:nvSpPr>
        <p:spPr>
          <a:xfrm>
            <a:off x="832283" y="4589464"/>
            <a:ext cx="1052107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98A7E9FB-E627-C718-D906-D089CD0988FC}"/>
              </a:ext>
            </a:extLst>
          </p:cNvPr>
          <p:cNvSpPr>
            <a:spLocks noGrp="1"/>
          </p:cNvSpPr>
          <p:nvPr>
            <p:ph type="dt" sz="half" idx="10"/>
          </p:nvPr>
        </p:nvSpPr>
        <p:spPr/>
        <p:txBody>
          <a:bodyPr/>
          <a:lstStyle/>
          <a:p>
            <a:fld id="{CF66C5CF-955D-4CBE-B74F-E28A818BF6DB}" type="datetimeFigureOut">
              <a:rPr lang="en-IN" smtClean="0"/>
              <a:t>10-03-2026</a:t>
            </a:fld>
            <a:endParaRPr lang="en-IN"/>
          </a:p>
        </p:txBody>
      </p:sp>
      <p:sp>
        <p:nvSpPr>
          <p:cNvPr id="5" name="Footer Placeholder 4">
            <a:extLst>
              <a:ext uri="{FF2B5EF4-FFF2-40B4-BE49-F238E27FC236}">
                <a16:creationId xmlns="" xmlns:a16="http://schemas.microsoft.com/office/drawing/2014/main" id="{EFE98A56-4A17-89D4-7972-4144A27AFE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33CE3A6-22A9-06C4-1368-A28400267445}"/>
              </a:ext>
            </a:extLst>
          </p:cNvPr>
          <p:cNvSpPr>
            <a:spLocks noGrp="1"/>
          </p:cNvSpPr>
          <p:nvPr>
            <p:ph type="sldNum" sz="quarter" idx="12"/>
          </p:nvPr>
        </p:nvSpPr>
        <p:spPr/>
        <p:txBody>
          <a:bodyPr/>
          <a:lstStyle/>
          <a:p>
            <a:fld id="{61E14BDF-3D70-484A-B42F-3934D7390BBA}" type="slidenum">
              <a:rPr lang="en-IN" smtClean="0"/>
              <a:t>‹#›</a:t>
            </a:fld>
            <a:endParaRPr lang="en-IN"/>
          </a:p>
        </p:txBody>
      </p:sp>
    </p:spTree>
    <p:extLst>
      <p:ext uri="{BB962C8B-B14F-4D97-AF65-F5344CB8AC3E}">
        <p14:creationId xmlns:p14="http://schemas.microsoft.com/office/powerpoint/2010/main" val="1047809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image" Target="../media/image8.png"/><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94200"/>
            <a:ext cx="10978515" cy="59088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918" y="1137920"/>
            <a:ext cx="10978515" cy="494792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9" name="Group 4">
            <a:extLst>
              <a:ext uri="{FF2B5EF4-FFF2-40B4-BE49-F238E27FC236}">
                <a16:creationId xmlns="" xmlns:a16="http://schemas.microsoft.com/office/drawing/2014/main" id="{ABA621AC-91DA-4716-A450-56540FA39C36}"/>
              </a:ext>
            </a:extLst>
          </p:cNvPr>
          <p:cNvGrpSpPr>
            <a:grpSpLocks noChangeAspect="1"/>
          </p:cNvGrpSpPr>
          <p:nvPr userDrawn="1"/>
        </p:nvGrpSpPr>
        <p:grpSpPr bwMode="auto">
          <a:xfrm>
            <a:off x="11287125" y="6356350"/>
            <a:ext cx="303213" cy="311150"/>
            <a:chOff x="7110" y="4004"/>
            <a:chExt cx="191" cy="196"/>
          </a:xfrm>
        </p:grpSpPr>
        <p:sp>
          <p:nvSpPr>
            <p:cNvPr id="11" name="Freeform 5">
              <a:extLst>
                <a:ext uri="{FF2B5EF4-FFF2-40B4-BE49-F238E27FC236}">
                  <a16:creationId xmlns="" xmlns:a16="http://schemas.microsoft.com/office/drawing/2014/main" id="{76E3EDA9-8EAC-419E-8C11-4E1E158AF762}"/>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 name="Freeform 6">
              <a:extLst>
                <a:ext uri="{FF2B5EF4-FFF2-40B4-BE49-F238E27FC236}">
                  <a16:creationId xmlns="" xmlns:a16="http://schemas.microsoft.com/office/drawing/2014/main" id="{ABC9458B-8C2C-486A-8ADE-F22CCDC7E2F8}"/>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7">
              <a:extLst>
                <a:ext uri="{FF2B5EF4-FFF2-40B4-BE49-F238E27FC236}">
                  <a16:creationId xmlns="" xmlns:a16="http://schemas.microsoft.com/office/drawing/2014/main" id="{0A4C4046-69B4-41DA-AA2E-E892AEC9AA90}"/>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
        <p:nvSpPr>
          <p:cNvPr id="17" name="Date Placeholder 1">
            <a:extLst>
              <a:ext uri="{FF2B5EF4-FFF2-40B4-BE49-F238E27FC236}">
                <a16:creationId xmlns="" xmlns:a16="http://schemas.microsoft.com/office/drawing/2014/main" id="{3E9075B3-954F-4542-99DC-9D38337796E8}"/>
              </a:ext>
            </a:extLst>
          </p:cNvPr>
          <p:cNvSpPr txBox="1">
            <a:spLocks/>
          </p:cNvSpPr>
          <p:nvPr userDrawn="1"/>
        </p:nvSpPr>
        <p:spPr>
          <a:xfrm>
            <a:off x="1352728" y="6471244"/>
            <a:ext cx="1191258"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7DBDBB20-DA7B-4EA8-9594-84A1D3A4EA29}" type="datetime3">
              <a:rPr lang="en-US" smtClean="0"/>
              <a:t>10 March 2026</a:t>
            </a:fld>
            <a:endParaRPr lang="en-IN" dirty="0"/>
          </a:p>
        </p:txBody>
      </p:sp>
      <p:sp>
        <p:nvSpPr>
          <p:cNvPr id="18" name="Footer Placeholder 2">
            <a:extLst>
              <a:ext uri="{FF2B5EF4-FFF2-40B4-BE49-F238E27FC236}">
                <a16:creationId xmlns="" xmlns:a16="http://schemas.microsoft.com/office/drawing/2014/main" id="{FE280278-22FE-4F3D-8D37-B8FB096E9C4C}"/>
              </a:ext>
            </a:extLst>
          </p:cNvPr>
          <p:cNvSpPr txBox="1">
            <a:spLocks/>
          </p:cNvSpPr>
          <p:nvPr userDrawn="1"/>
        </p:nvSpPr>
        <p:spPr>
          <a:xfrm>
            <a:off x="3162988" y="6471244"/>
            <a:ext cx="3086100"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Presentation title</a:t>
            </a:r>
          </a:p>
        </p:txBody>
      </p:sp>
      <p:sp>
        <p:nvSpPr>
          <p:cNvPr id="22" name="Slide Number Placeholder 4">
            <a:extLst>
              <a:ext uri="{FF2B5EF4-FFF2-40B4-BE49-F238E27FC236}">
                <a16:creationId xmlns="" xmlns:a16="http://schemas.microsoft.com/office/drawing/2014/main" id="{4093714F-0FA2-4BA1-B9F9-9CDFDB009BD4}"/>
              </a:ext>
            </a:extLst>
          </p:cNvPr>
          <p:cNvSpPr txBox="1">
            <a:spLocks/>
          </p:cNvSpPr>
          <p:nvPr userDrawn="1"/>
        </p:nvSpPr>
        <p:spPr>
          <a:xfrm>
            <a:off x="609600" y="6471244"/>
            <a:ext cx="663066" cy="180000"/>
          </a:xfrm>
          <a:prstGeom prst="rect">
            <a:avLst/>
          </a:prstGeom>
        </p:spPr>
        <p:txBody>
          <a:bodyPr lIns="0"/>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dirty="0"/>
              <a:t>Page </a:t>
            </a:r>
            <a:fld id="{D5B76411-544C-4F9A-8EDE-9EEB2BD21F95}" type="slidenum">
              <a:rPr lang="en-IN" smtClean="0"/>
              <a:t>‹#›</a:t>
            </a:fld>
            <a:endParaRPr dirty="0"/>
          </a:p>
        </p:txBody>
      </p:sp>
    </p:spTree>
    <p:extLst>
      <p:ext uri="{BB962C8B-B14F-4D97-AF65-F5344CB8AC3E}">
        <p14:creationId xmlns:p14="http://schemas.microsoft.com/office/powerpoint/2010/main" val="1919714218"/>
      </p:ext>
    </p:extLst>
  </p:cSld>
  <p:clrMap bg1="lt1" tx1="dk1" bg2="lt2" tx2="dk2" accent1="accent1" accent2="accent2" accent3="accent3" accent4="accent4" accent5="accent5" accent6="accent6" hlink="hlink" folHlink="folHlink"/>
  <p:sldLayoutIdLst>
    <p:sldLayoutId id="2147483887" r:id="rId1"/>
    <p:sldLayoutId id="2147483890" r:id="rId2"/>
    <p:sldLayoutId id="2147483825" r:id="rId3"/>
    <p:sldLayoutId id="2147483826" r:id="rId4"/>
    <p:sldLayoutId id="2147483827" r:id="rId5"/>
    <p:sldLayoutId id="2147483875" r:id="rId6"/>
    <p:sldLayoutId id="2147483873" r:id="rId7"/>
    <p:sldLayoutId id="2147483872" r:id="rId8"/>
    <p:sldLayoutId id="2147483828" r:id="rId9"/>
    <p:sldLayoutId id="2147483877" r:id="rId10"/>
    <p:sldLayoutId id="2147483876" r:id="rId11"/>
    <p:sldLayoutId id="2147483871" r:id="rId12"/>
    <p:sldLayoutId id="2147483829" r:id="rId13"/>
    <p:sldLayoutId id="2147483923" r:id="rId14"/>
    <p:sldLayoutId id="2147483921" r:id="rId15"/>
    <p:sldLayoutId id="2147483830" r:id="rId16"/>
    <p:sldLayoutId id="2147483831" r:id="rId17"/>
    <p:sldLayoutId id="2147483832" r:id="rId18"/>
    <p:sldLayoutId id="2147483833" r:id="rId19"/>
    <p:sldLayoutId id="2147483834" r:id="rId20"/>
    <p:sldLayoutId id="2147483835" r:id="rId21"/>
    <p:sldLayoutId id="2147483836" r:id="rId22"/>
    <p:sldLayoutId id="2147483837" r:id="rId23"/>
    <p:sldLayoutId id="2147483838" r:id="rId24"/>
    <p:sldLayoutId id="2147483874" r:id="rId25"/>
    <p:sldLayoutId id="2147483926" r:id="rId26"/>
    <p:sldLayoutId id="2147483839" r:id="rId27"/>
    <p:sldLayoutId id="2147483925" r:id="rId28"/>
    <p:sldLayoutId id="2147483840" r:id="rId29"/>
    <p:sldLayoutId id="2147483948" r:id="rId30"/>
    <p:sldLayoutId id="2147483949" r:id="rId31"/>
    <p:sldLayoutId id="2147483951" r:id="rId32"/>
    <p:sldLayoutId id="2147483954" r:id="rId33"/>
    <p:sldLayoutId id="2147483955" r:id="rId34"/>
    <p:sldLayoutId id="2147483961" r:id="rId35"/>
    <p:sldLayoutId id="2147483964" r:id="rId36"/>
    <p:sldLayoutId id="2147483966" r:id="rId37"/>
  </p:sldLayoutIdLst>
  <p:hf hdr="0"/>
  <p:txStyles>
    <p:titleStyle>
      <a:lvl1pPr algn="l" defTabSz="914400" rtl="0" eaLnBrk="1" latinLnBrk="0" hangingPunct="1">
        <a:lnSpc>
          <a:spcPct val="85000"/>
        </a:lnSpc>
        <a:spcBef>
          <a:spcPct val="0"/>
        </a:spcBef>
        <a:buNone/>
        <a:defRPr sz="2400" b="0"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94200"/>
            <a:ext cx="10978515" cy="59088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918" y="1137920"/>
            <a:ext cx="10978515" cy="494792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Slide Number Placeholder 4">
            <a:extLst>
              <a:ext uri="{FF2B5EF4-FFF2-40B4-BE49-F238E27FC236}">
                <a16:creationId xmlns="" xmlns:a16="http://schemas.microsoft.com/office/drawing/2014/main" id="{FA0C3EA0-3C85-4236-8D60-88634AF47AD8}"/>
              </a:ext>
            </a:extLst>
          </p:cNvPr>
          <p:cNvSpPr txBox="1">
            <a:spLocks/>
          </p:cNvSpPr>
          <p:nvPr userDrawn="1"/>
        </p:nvSpPr>
        <p:spPr>
          <a:xfrm>
            <a:off x="609600" y="6530236"/>
            <a:ext cx="663066" cy="180000"/>
          </a:xfrm>
          <a:prstGeom prst="rect">
            <a:avLst/>
          </a:prstGeom>
        </p:spPr>
        <p:txBody>
          <a:bodyPr lIns="0"/>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dirty="0">
                <a:solidFill>
                  <a:schemeClr val="bg2"/>
                </a:solidFill>
              </a:rPr>
              <a:t>Page </a:t>
            </a:r>
            <a:fld id="{D5B76411-544C-4F9A-8EDE-9EEB2BD21F95}" type="slidenum">
              <a:rPr lang="en-IN" smtClean="0">
                <a:solidFill>
                  <a:schemeClr val="bg2"/>
                </a:solidFill>
              </a:rPr>
              <a:t>‹#›</a:t>
            </a:fld>
            <a:endParaRPr dirty="0">
              <a:solidFill>
                <a:schemeClr val="bg2"/>
              </a:solidFill>
            </a:endParaRPr>
          </a:p>
        </p:txBody>
      </p:sp>
      <p:pic>
        <p:nvPicPr>
          <p:cNvPr id="7" name="Picture 6" descr="A black and yellow logo&#10;&#10;Description automatically generated">
            <a:extLst>
              <a:ext uri="{FF2B5EF4-FFF2-40B4-BE49-F238E27FC236}">
                <a16:creationId xmlns="" xmlns:a16="http://schemas.microsoft.com/office/drawing/2014/main" id="{FE1E66E9-4561-A78B-DE28-B39C063E090D}"/>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1145577" y="6134813"/>
            <a:ext cx="545943" cy="575423"/>
          </a:xfrm>
          <a:prstGeom prst="rect">
            <a:avLst/>
          </a:prstGeom>
        </p:spPr>
      </p:pic>
    </p:spTree>
    <p:extLst>
      <p:ext uri="{BB962C8B-B14F-4D97-AF65-F5344CB8AC3E}">
        <p14:creationId xmlns:p14="http://schemas.microsoft.com/office/powerpoint/2010/main" val="294501000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7" r:id="rId4"/>
    <p:sldLayoutId id="2147483898" r:id="rId5"/>
    <p:sldLayoutId id="2147483899" r:id="rId6"/>
    <p:sldLayoutId id="2147483900" r:id="rId7"/>
    <p:sldLayoutId id="2147483901" r:id="rId8"/>
    <p:sldLayoutId id="2147483903" r:id="rId9"/>
    <p:sldLayoutId id="2147483919" r:id="rId10"/>
    <p:sldLayoutId id="2147483922" r:id="rId11"/>
    <p:sldLayoutId id="2147483924" r:id="rId12"/>
    <p:sldLayoutId id="2147483904" r:id="rId13"/>
    <p:sldLayoutId id="2147483905" r:id="rId14"/>
    <p:sldLayoutId id="2147483906" r:id="rId15"/>
    <p:sldLayoutId id="2147483907" r:id="rId16"/>
    <p:sldLayoutId id="2147483908" r:id="rId17"/>
    <p:sldLayoutId id="2147483909" r:id="rId18"/>
    <p:sldLayoutId id="2147483910" r:id="rId19"/>
    <p:sldLayoutId id="2147483911" r:id="rId20"/>
    <p:sldLayoutId id="2147483917" r:id="rId21"/>
    <p:sldLayoutId id="2147484006" r:id="rId22"/>
    <p:sldLayoutId id="2147484212" r:id="rId23"/>
    <p:sldLayoutId id="2147484213" r:id="rId24"/>
    <p:sldLayoutId id="2147484214" r:id="rId25"/>
    <p:sldLayoutId id="2147484215" r:id="rId26"/>
  </p:sldLayoutIdLst>
  <p:hf hdr="0"/>
  <p:txStyles>
    <p:titleStyle>
      <a:lvl1pPr algn="l" defTabSz="914400" rtl="0" eaLnBrk="1" latinLnBrk="0" hangingPunct="1">
        <a:lnSpc>
          <a:spcPct val="85000"/>
        </a:lnSpc>
        <a:spcBef>
          <a:spcPct val="0"/>
        </a:spcBef>
        <a:buNone/>
        <a:defRPr sz="2400" b="0"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9" y="294200"/>
            <a:ext cx="10978515" cy="59088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919" y="1137920"/>
            <a:ext cx="10978515" cy="494792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Group 4">
            <a:extLst>
              <a:ext uri="{FF2B5EF4-FFF2-40B4-BE49-F238E27FC236}">
                <a16:creationId xmlns="" xmlns:a16="http://schemas.microsoft.com/office/drawing/2014/main" id="{3CDF1934-D2B2-4AA9-8EA1-1E5186579043}"/>
              </a:ext>
            </a:extLst>
          </p:cNvPr>
          <p:cNvGrpSpPr>
            <a:grpSpLocks noChangeAspect="1"/>
          </p:cNvGrpSpPr>
          <p:nvPr userDrawn="1"/>
        </p:nvGrpSpPr>
        <p:grpSpPr bwMode="auto">
          <a:xfrm>
            <a:off x="11287126" y="6356350"/>
            <a:ext cx="303213" cy="311150"/>
            <a:chOff x="7110" y="4004"/>
            <a:chExt cx="191" cy="196"/>
          </a:xfrm>
        </p:grpSpPr>
        <p:sp>
          <p:nvSpPr>
            <p:cNvPr id="12" name="Freeform 5">
              <a:extLst>
                <a:ext uri="{FF2B5EF4-FFF2-40B4-BE49-F238E27FC236}">
                  <a16:creationId xmlns="" xmlns:a16="http://schemas.microsoft.com/office/drawing/2014/main" id="{CD35872E-4184-4A23-95E6-82765736F9D7}"/>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6">
              <a:extLst>
                <a:ext uri="{FF2B5EF4-FFF2-40B4-BE49-F238E27FC236}">
                  <a16:creationId xmlns="" xmlns:a16="http://schemas.microsoft.com/office/drawing/2014/main" id="{9F1107F2-2963-451C-9226-045532588C4E}"/>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7">
              <a:extLst>
                <a:ext uri="{FF2B5EF4-FFF2-40B4-BE49-F238E27FC236}">
                  <a16:creationId xmlns="" xmlns:a16="http://schemas.microsoft.com/office/drawing/2014/main" id="{0DA7FBA8-90E2-4391-A0BA-B3AB3437530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1" name="Date Placeholder 1">
            <a:extLst>
              <a:ext uri="{FF2B5EF4-FFF2-40B4-BE49-F238E27FC236}">
                <a16:creationId xmlns="" xmlns:a16="http://schemas.microsoft.com/office/drawing/2014/main" id="{A9B702AF-19B6-4F5E-8D83-4C8DC525EA2D}"/>
              </a:ext>
            </a:extLst>
          </p:cNvPr>
          <p:cNvSpPr txBox="1">
            <a:spLocks/>
          </p:cNvSpPr>
          <p:nvPr userDrawn="1"/>
        </p:nvSpPr>
        <p:spPr>
          <a:xfrm>
            <a:off x="1352728" y="6471244"/>
            <a:ext cx="1191258"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7DBDBB20-DA7B-4EA8-9594-84A1D3A4EA29}" type="datetime3">
              <a:rPr lang="en-US" sz="800" smtClean="0"/>
              <a:t>10 March 2026</a:t>
            </a:fld>
            <a:endParaRPr lang="en-IN" sz="800" dirty="0"/>
          </a:p>
        </p:txBody>
      </p:sp>
      <p:sp>
        <p:nvSpPr>
          <p:cNvPr id="22" name="Footer Placeholder 2">
            <a:extLst>
              <a:ext uri="{FF2B5EF4-FFF2-40B4-BE49-F238E27FC236}">
                <a16:creationId xmlns="" xmlns:a16="http://schemas.microsoft.com/office/drawing/2014/main" id="{F5D667A6-D967-4BCE-95CA-C796E5DCAADD}"/>
              </a:ext>
            </a:extLst>
          </p:cNvPr>
          <p:cNvSpPr txBox="1">
            <a:spLocks/>
          </p:cNvSpPr>
          <p:nvPr userDrawn="1"/>
        </p:nvSpPr>
        <p:spPr>
          <a:xfrm>
            <a:off x="3162989" y="6471244"/>
            <a:ext cx="3086100"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800" dirty="0"/>
              <a:t>Presentation title</a:t>
            </a:r>
          </a:p>
        </p:txBody>
      </p:sp>
      <p:sp>
        <p:nvSpPr>
          <p:cNvPr id="24" name="Slide Number Placeholder 4">
            <a:extLst>
              <a:ext uri="{FF2B5EF4-FFF2-40B4-BE49-F238E27FC236}">
                <a16:creationId xmlns="" xmlns:a16="http://schemas.microsoft.com/office/drawing/2014/main" id="{E59D4E9C-D280-4A0D-B23D-22954AB0CEC9}"/>
              </a:ext>
            </a:extLst>
          </p:cNvPr>
          <p:cNvSpPr txBox="1">
            <a:spLocks/>
          </p:cNvSpPr>
          <p:nvPr userDrawn="1"/>
        </p:nvSpPr>
        <p:spPr>
          <a:xfrm>
            <a:off x="609601" y="6471244"/>
            <a:ext cx="663066" cy="180000"/>
          </a:xfrm>
          <a:prstGeom prst="rect">
            <a:avLst/>
          </a:prstGeom>
        </p:spPr>
        <p:txBody>
          <a:bodyPr lIns="0"/>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800" dirty="0"/>
              <a:t>Page </a:t>
            </a:r>
            <a:fld id="{D5B76411-544C-4F9A-8EDE-9EEB2BD21F95}" type="slidenum">
              <a:rPr lang="en-IN" sz="800" smtClean="0"/>
              <a:t>‹#›</a:t>
            </a:fld>
            <a:endParaRPr sz="800" dirty="0"/>
          </a:p>
        </p:txBody>
      </p:sp>
    </p:spTree>
    <p:extLst>
      <p:ext uri="{BB962C8B-B14F-4D97-AF65-F5344CB8AC3E}">
        <p14:creationId xmlns:p14="http://schemas.microsoft.com/office/powerpoint/2010/main" val="1340716868"/>
      </p:ext>
    </p:extLst>
  </p:cSld>
  <p:clrMap bg1="lt1" tx1="dk1" bg2="lt2" tx2="dk2" accent1="accent1" accent2="accent2" accent3="accent3" accent4="accent4" accent5="accent5" accent6="accent6" hlink="hlink" folHlink="folHlink"/>
  <p:hf hdr="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04C760C2-5B6E-9780-0209-73B01D7CF369}"/>
              </a:ext>
            </a:extLst>
          </p:cNvPr>
          <p:cNvSpPr/>
          <p:nvPr/>
        </p:nvSpPr>
        <p:spPr>
          <a:xfrm>
            <a:off x="1984310" y="2202938"/>
            <a:ext cx="7538720" cy="21336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sp>
        <p:nvSpPr>
          <p:cNvPr id="13" name="Rectangle 12">
            <a:extLst>
              <a:ext uri="{FF2B5EF4-FFF2-40B4-BE49-F238E27FC236}">
                <a16:creationId xmlns="" xmlns:a16="http://schemas.microsoft.com/office/drawing/2014/main" id="{D0532A0D-6E8C-4E9B-5320-9258064608DC}"/>
              </a:ext>
            </a:extLst>
          </p:cNvPr>
          <p:cNvSpPr/>
          <p:nvPr/>
        </p:nvSpPr>
        <p:spPr>
          <a:xfrm>
            <a:off x="267269" y="182881"/>
            <a:ext cx="7538720" cy="21336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sp>
        <p:nvSpPr>
          <p:cNvPr id="11" name="Rectangle 10">
            <a:extLst>
              <a:ext uri="{FF2B5EF4-FFF2-40B4-BE49-F238E27FC236}">
                <a16:creationId xmlns="" xmlns:a16="http://schemas.microsoft.com/office/drawing/2014/main" id="{7B59ABB4-5DAF-6B11-66AF-0513BF93AF69}"/>
              </a:ext>
            </a:extLst>
          </p:cNvPr>
          <p:cNvSpPr/>
          <p:nvPr/>
        </p:nvSpPr>
        <p:spPr>
          <a:xfrm>
            <a:off x="7966040" y="2579455"/>
            <a:ext cx="4229134" cy="4276759"/>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pic>
        <p:nvPicPr>
          <p:cNvPr id="7" name="Picture 6">
            <a:extLst>
              <a:ext uri="{FF2B5EF4-FFF2-40B4-BE49-F238E27FC236}">
                <a16:creationId xmlns="" xmlns:a16="http://schemas.microsoft.com/office/drawing/2014/main" id="{4C0B900F-DC2E-5CC7-203F-9B5EF5E12F7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174" y="0"/>
            <a:ext cx="12192000" cy="6854430"/>
          </a:xfrm>
          <a:prstGeom prst="rect">
            <a:avLst/>
          </a:prstGeom>
        </p:spPr>
      </p:pic>
      <p:sp>
        <p:nvSpPr>
          <p:cNvPr id="10" name="Rectangle 9">
            <a:extLst>
              <a:ext uri="{FF2B5EF4-FFF2-40B4-BE49-F238E27FC236}">
                <a16:creationId xmlns="" xmlns:a16="http://schemas.microsoft.com/office/drawing/2014/main" id="{E5791553-87C2-4EA4-8202-CB0E4B4A56B2}"/>
              </a:ext>
            </a:extLst>
          </p:cNvPr>
          <p:cNvSpPr/>
          <p:nvPr/>
        </p:nvSpPr>
        <p:spPr>
          <a:xfrm>
            <a:off x="1984310" y="2204721"/>
            <a:ext cx="7538720" cy="2133600"/>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sp>
        <p:nvSpPr>
          <p:cNvPr id="6" name="Title 3">
            <a:extLst>
              <a:ext uri="{FF2B5EF4-FFF2-40B4-BE49-F238E27FC236}">
                <a16:creationId xmlns="" xmlns:a16="http://schemas.microsoft.com/office/drawing/2014/main" id="{9DFF527A-87F0-452E-AD36-6BE281B76E90}"/>
              </a:ext>
            </a:extLst>
          </p:cNvPr>
          <p:cNvSpPr txBox="1">
            <a:spLocks/>
          </p:cNvSpPr>
          <p:nvPr/>
        </p:nvSpPr>
        <p:spPr>
          <a:xfrm>
            <a:off x="1902668" y="2382744"/>
            <a:ext cx="7780413" cy="1041175"/>
          </a:xfrm>
          <a:prstGeom prst="rect">
            <a:avLst/>
          </a:prstGeom>
        </p:spPr>
        <p:txBody>
          <a:bodyPr vert="horz" lIns="91392" tIns="45696" rIns="91392" bIns="45696" rtlCol="0" anchor="b">
            <a:normAutofit fontScale="925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algn="ctr"/>
            <a:r>
              <a:rPr lang="en-IN" sz="7196">
                <a:solidFill>
                  <a:srgbClr val="FFE600"/>
                </a:solidFill>
                <a:latin typeface="EYInterstate" panose="02000503020000020004"/>
                <a:cs typeface="Arial" panose="020B0604020202020204" pitchFamily="34" charset="0"/>
              </a:rPr>
              <a:t>LOOP STATEMENT</a:t>
            </a:r>
            <a:endParaRPr lang="en-IN" sz="7196" dirty="0">
              <a:solidFill>
                <a:srgbClr val="FFE600"/>
              </a:solidFill>
              <a:latin typeface="EYInterstate" panose="02000503020000020004"/>
              <a:cs typeface="Arial" panose="020B0604020202020204" pitchFamily="34" charset="0"/>
            </a:endParaRPr>
          </a:p>
        </p:txBody>
      </p:sp>
      <p:sp>
        <p:nvSpPr>
          <p:cNvPr id="8" name="Text Placeholder 4">
            <a:extLst>
              <a:ext uri="{FF2B5EF4-FFF2-40B4-BE49-F238E27FC236}">
                <a16:creationId xmlns="" xmlns:a16="http://schemas.microsoft.com/office/drawing/2014/main" id="{CA1211D5-1F23-47AD-8F3B-90D1655805C7}"/>
              </a:ext>
            </a:extLst>
          </p:cNvPr>
          <p:cNvSpPr txBox="1">
            <a:spLocks/>
          </p:cNvSpPr>
          <p:nvPr/>
        </p:nvSpPr>
        <p:spPr>
          <a:xfrm>
            <a:off x="2288621" y="3673429"/>
            <a:ext cx="6550783" cy="466183"/>
          </a:xfrm>
          <a:prstGeom prst="rect">
            <a:avLst/>
          </a:prstGeom>
        </p:spPr>
        <p:txBody>
          <a:bodyPr vert="horz" lIns="91392" tIns="45696" rIns="91392" bIns="45696"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399" dirty="0">
                <a:latin typeface="EYInterstate" panose="02000503020000020004"/>
                <a:cs typeface="Arial" panose="020B0604020202020204" pitchFamily="34" charset="0"/>
              </a:rPr>
              <a:t>LOOP Control STATEMENT</a:t>
            </a:r>
          </a:p>
        </p:txBody>
      </p:sp>
      <p:cxnSp>
        <p:nvCxnSpPr>
          <p:cNvPr id="12" name="Straight Connector 11">
            <a:extLst>
              <a:ext uri="{FF2B5EF4-FFF2-40B4-BE49-F238E27FC236}">
                <a16:creationId xmlns="" xmlns:a16="http://schemas.microsoft.com/office/drawing/2014/main" id="{8532426A-5F5D-4775-AFF8-AA12B3EB8B7D}"/>
              </a:ext>
            </a:extLst>
          </p:cNvPr>
          <p:cNvCxnSpPr>
            <a:cxnSpLocks/>
          </p:cNvCxnSpPr>
          <p:nvPr/>
        </p:nvCxnSpPr>
        <p:spPr>
          <a:xfrm>
            <a:off x="2308941" y="3475904"/>
            <a:ext cx="64216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686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68758"/>
            <a:ext cx="10978515" cy="590400"/>
          </a:xfrm>
        </p:spPr>
        <p:txBody>
          <a:bodyPr/>
          <a:lstStyle/>
          <a:p>
            <a:r>
              <a:rPr lang="en-US" dirty="0">
                <a:solidFill>
                  <a:schemeClr val="bg2"/>
                </a:solidFill>
                <a:latin typeface="EYInterstate Light" panose="02000506000000020004"/>
              </a:rPr>
              <a:t>DETAIL OF WHILE LOOP:</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646331"/>
          </a:xfrm>
          <a:prstGeom prst="rect">
            <a:avLst/>
          </a:prstGeom>
          <a:noFill/>
        </p:spPr>
        <p:txBody>
          <a:bodyPr wrap="square">
            <a:spAutoFit/>
          </a:bodyPr>
          <a:lstStyle/>
          <a:p>
            <a:r>
              <a:rPr lang="en-US" dirty="0">
                <a:solidFill>
                  <a:schemeClr val="bg2"/>
                </a:solidFill>
                <a:latin typeface="EYInterstate" panose="02000503020000020004"/>
              </a:rPr>
              <a:t>The while loop is a control flow statement that allows you to execute a block of code repeatedly as long as a specified condition is true. The general syntax of a while loop in Python is:</a:t>
            </a:r>
            <a:endParaRPr lang="en-IN" dirty="0">
              <a:solidFill>
                <a:schemeClr val="bg2"/>
              </a:solidFill>
              <a:latin typeface="EYInterstate" panose="02000503020000020004"/>
            </a:endParaRPr>
          </a:p>
        </p:txBody>
      </p:sp>
      <p:pic>
        <p:nvPicPr>
          <p:cNvPr id="2" name="Picture 1">
            <a:extLst>
              <a:ext uri="{FF2B5EF4-FFF2-40B4-BE49-F238E27FC236}">
                <a16:creationId xmlns="" xmlns:a16="http://schemas.microsoft.com/office/drawing/2014/main" id="{2A96D611-D22A-8D2C-98AB-7EAE795F4379}"/>
              </a:ext>
            </a:extLst>
          </p:cNvPr>
          <p:cNvPicPr>
            <a:picLocks noChangeAspect="1"/>
          </p:cNvPicPr>
          <p:nvPr/>
        </p:nvPicPr>
        <p:blipFill>
          <a:blip r:embed="rId2"/>
          <a:stretch>
            <a:fillRect/>
          </a:stretch>
        </p:blipFill>
        <p:spPr>
          <a:xfrm>
            <a:off x="760095" y="2237487"/>
            <a:ext cx="9931400" cy="1275479"/>
          </a:xfrm>
          <a:prstGeom prst="rect">
            <a:avLst/>
          </a:prstGeom>
        </p:spPr>
      </p:pic>
      <p:pic>
        <p:nvPicPr>
          <p:cNvPr id="4" name="Picture 3">
            <a:extLst>
              <a:ext uri="{FF2B5EF4-FFF2-40B4-BE49-F238E27FC236}">
                <a16:creationId xmlns="" xmlns:a16="http://schemas.microsoft.com/office/drawing/2014/main" id="{5525B3A6-7001-3BBE-843D-6E5E6CA413A7}"/>
              </a:ext>
            </a:extLst>
          </p:cNvPr>
          <p:cNvPicPr>
            <a:picLocks noChangeAspect="1"/>
          </p:cNvPicPr>
          <p:nvPr/>
        </p:nvPicPr>
        <p:blipFill rotWithShape="1">
          <a:blip r:embed="rId3"/>
          <a:srcRect r="47521"/>
          <a:stretch/>
        </p:blipFill>
        <p:spPr>
          <a:xfrm>
            <a:off x="760095" y="3778964"/>
            <a:ext cx="4394200" cy="2260185"/>
          </a:xfrm>
          <a:prstGeom prst="rect">
            <a:avLst/>
          </a:prstGeom>
          <a:ln>
            <a:solidFill>
              <a:schemeClr val="tx1"/>
            </a:solidFill>
          </a:ln>
        </p:spPr>
      </p:pic>
    </p:spTree>
    <p:extLst>
      <p:ext uri="{BB962C8B-B14F-4D97-AF65-F5344CB8AC3E}">
        <p14:creationId xmlns:p14="http://schemas.microsoft.com/office/powerpoint/2010/main" val="1898870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7060" y="525783"/>
            <a:ext cx="10978515" cy="590400"/>
          </a:xfrm>
        </p:spPr>
        <p:txBody>
          <a:bodyPr/>
          <a:lstStyle/>
          <a:p>
            <a:r>
              <a:rPr lang="en-US" dirty="0">
                <a:solidFill>
                  <a:schemeClr val="bg2"/>
                </a:solidFill>
                <a:latin typeface="EYInterstate Light" panose="02000506000000020004"/>
              </a:rPr>
              <a:t>THE RANGE () FUNCTION</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1200329"/>
          </a:xfrm>
          <a:prstGeom prst="rect">
            <a:avLst/>
          </a:prstGeom>
          <a:noFill/>
        </p:spPr>
        <p:txBody>
          <a:bodyPr wrap="square">
            <a:spAutoFit/>
          </a:bodyPr>
          <a:lstStyle/>
          <a:p>
            <a:r>
              <a:rPr lang="en-US" dirty="0">
                <a:solidFill>
                  <a:schemeClr val="bg2"/>
                </a:solidFill>
                <a:latin typeface="EYInterstate" panose="02000503020000020004"/>
              </a:rPr>
              <a:t>The range() function in Python is used to generate a sequence of numbers. It takes three arguments: start, stop, and step. The start argument is optional and defaults to 0, while the step argument is also optional and defaults to 1. The stop argument is required and specifies the upper limit of the sequence, but this upper limit is not included in the sequence.</a:t>
            </a:r>
            <a:endParaRPr lang="en-IN" dirty="0">
              <a:solidFill>
                <a:schemeClr val="bg2"/>
              </a:solidFill>
              <a:latin typeface="EYInterstate" panose="02000503020000020004"/>
            </a:endParaRPr>
          </a:p>
        </p:txBody>
      </p:sp>
      <p:pic>
        <p:nvPicPr>
          <p:cNvPr id="5" name="Picture 4">
            <a:extLst>
              <a:ext uri="{FF2B5EF4-FFF2-40B4-BE49-F238E27FC236}">
                <a16:creationId xmlns="" xmlns:a16="http://schemas.microsoft.com/office/drawing/2014/main" id="{32E50C31-883D-18CE-D22E-5C69E4893219}"/>
              </a:ext>
            </a:extLst>
          </p:cNvPr>
          <p:cNvPicPr>
            <a:picLocks noChangeAspect="1"/>
          </p:cNvPicPr>
          <p:nvPr/>
        </p:nvPicPr>
        <p:blipFill>
          <a:blip r:embed="rId2"/>
          <a:stretch>
            <a:fillRect/>
          </a:stretch>
        </p:blipFill>
        <p:spPr>
          <a:xfrm>
            <a:off x="1076979" y="3324860"/>
            <a:ext cx="10044392" cy="2334260"/>
          </a:xfrm>
          <a:prstGeom prst="rect">
            <a:avLst/>
          </a:prstGeom>
          <a:ln>
            <a:solidFill>
              <a:schemeClr val="tx1"/>
            </a:solidFill>
          </a:ln>
        </p:spPr>
      </p:pic>
    </p:spTree>
    <p:extLst>
      <p:ext uri="{BB962C8B-B14F-4D97-AF65-F5344CB8AC3E}">
        <p14:creationId xmlns:p14="http://schemas.microsoft.com/office/powerpoint/2010/main" val="182417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23389" y="496209"/>
            <a:ext cx="10978515" cy="590400"/>
          </a:xfrm>
        </p:spPr>
        <p:txBody>
          <a:bodyPr/>
          <a:lstStyle/>
          <a:p>
            <a:r>
              <a:rPr lang="en-US" dirty="0">
                <a:solidFill>
                  <a:schemeClr val="bg2"/>
                </a:solidFill>
                <a:latin typeface="EYInterstate Light" panose="02000506000000020004"/>
              </a:rPr>
              <a:t>THE FOR LOOP </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646331"/>
          </a:xfrm>
          <a:prstGeom prst="rect">
            <a:avLst/>
          </a:prstGeom>
          <a:noFill/>
        </p:spPr>
        <p:txBody>
          <a:bodyPr wrap="square">
            <a:spAutoFit/>
          </a:bodyPr>
          <a:lstStyle/>
          <a:p>
            <a:r>
              <a:rPr lang="en-US" dirty="0">
                <a:solidFill>
                  <a:schemeClr val="bg2"/>
                </a:solidFill>
                <a:latin typeface="EYInterstate" panose="02000503020000020004"/>
              </a:rPr>
              <a:t>The for loop is a control flow statement in Python that allows you to iterate over a sequence of elements, such as a list, tuple, string, or range. The general syntax for a for loop in Python is as follows:</a:t>
            </a:r>
            <a:endParaRPr lang="en-IN" dirty="0">
              <a:solidFill>
                <a:schemeClr val="bg2"/>
              </a:solidFill>
              <a:latin typeface="EYInterstate" panose="02000503020000020004"/>
            </a:endParaRPr>
          </a:p>
        </p:txBody>
      </p:sp>
      <p:pic>
        <p:nvPicPr>
          <p:cNvPr id="2" name="Picture 1">
            <a:extLst>
              <a:ext uri="{FF2B5EF4-FFF2-40B4-BE49-F238E27FC236}">
                <a16:creationId xmlns="" xmlns:a16="http://schemas.microsoft.com/office/drawing/2014/main" id="{4A4E6A52-8136-3248-5655-1EA9BAA193C2}"/>
              </a:ext>
            </a:extLst>
          </p:cNvPr>
          <p:cNvPicPr>
            <a:picLocks noChangeAspect="1"/>
          </p:cNvPicPr>
          <p:nvPr/>
        </p:nvPicPr>
        <p:blipFill rotWithShape="1">
          <a:blip r:embed="rId2"/>
          <a:srcRect r="46658"/>
          <a:stretch/>
        </p:blipFill>
        <p:spPr>
          <a:xfrm>
            <a:off x="734695" y="2145923"/>
            <a:ext cx="4135121" cy="995778"/>
          </a:xfrm>
          <a:prstGeom prst="rect">
            <a:avLst/>
          </a:prstGeom>
        </p:spPr>
      </p:pic>
      <p:pic>
        <p:nvPicPr>
          <p:cNvPr id="4" name="Picture 3">
            <a:extLst>
              <a:ext uri="{FF2B5EF4-FFF2-40B4-BE49-F238E27FC236}">
                <a16:creationId xmlns="" xmlns:a16="http://schemas.microsoft.com/office/drawing/2014/main" id="{62D09916-61A5-7A50-9C70-886965208667}"/>
              </a:ext>
            </a:extLst>
          </p:cNvPr>
          <p:cNvPicPr>
            <a:picLocks noChangeAspect="1"/>
          </p:cNvPicPr>
          <p:nvPr/>
        </p:nvPicPr>
        <p:blipFill>
          <a:blip r:embed="rId3"/>
          <a:stretch>
            <a:fillRect/>
          </a:stretch>
        </p:blipFill>
        <p:spPr>
          <a:xfrm>
            <a:off x="1675765" y="3461893"/>
            <a:ext cx="6922770" cy="2849243"/>
          </a:xfrm>
          <a:prstGeom prst="rect">
            <a:avLst/>
          </a:prstGeom>
          <a:ln>
            <a:solidFill>
              <a:schemeClr val="tx1"/>
            </a:solidFill>
          </a:ln>
        </p:spPr>
      </p:pic>
    </p:spTree>
    <p:extLst>
      <p:ext uri="{BB962C8B-B14F-4D97-AF65-F5344CB8AC3E}">
        <p14:creationId xmlns:p14="http://schemas.microsoft.com/office/powerpoint/2010/main" val="3126861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500392"/>
            <a:ext cx="10978515" cy="590400"/>
          </a:xfrm>
        </p:spPr>
        <p:txBody>
          <a:bodyPr/>
          <a:lstStyle/>
          <a:p>
            <a:r>
              <a:rPr lang="en-US" dirty="0">
                <a:solidFill>
                  <a:schemeClr val="bg2"/>
                </a:solidFill>
                <a:latin typeface="EYInterstate Light" panose="02000506000000020004"/>
              </a:rPr>
              <a:t>THE BREAK STATEMENT </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6"/>
            <a:ext cx="10972799" cy="923330"/>
          </a:xfrm>
          <a:prstGeom prst="rect">
            <a:avLst/>
          </a:prstGeom>
          <a:noFill/>
        </p:spPr>
        <p:txBody>
          <a:bodyPr wrap="square">
            <a:spAutoFit/>
          </a:bodyPr>
          <a:lstStyle/>
          <a:p>
            <a:r>
              <a:rPr lang="en-US" dirty="0">
                <a:solidFill>
                  <a:schemeClr val="bg2"/>
                </a:solidFill>
                <a:latin typeface="EYInterstate" panose="02000503020000020004"/>
              </a:rPr>
              <a:t>In Python, the break statement is used to exit a loop prematurely, before the loop has completed all iterations. The break statement is usually placed inside a conditional statement, and when executed, it causes the loop to terminate immediately and execution continues with the next statement after the loop.</a:t>
            </a:r>
            <a:endParaRPr lang="en-IN" dirty="0">
              <a:solidFill>
                <a:schemeClr val="bg2"/>
              </a:solidFill>
              <a:latin typeface="EYInterstate" panose="02000503020000020004"/>
            </a:endParaRPr>
          </a:p>
        </p:txBody>
      </p:sp>
      <p:pic>
        <p:nvPicPr>
          <p:cNvPr id="2" name="Picture 1">
            <a:extLst>
              <a:ext uri="{FF2B5EF4-FFF2-40B4-BE49-F238E27FC236}">
                <a16:creationId xmlns="" xmlns:a16="http://schemas.microsoft.com/office/drawing/2014/main" id="{549BC4F0-DA94-51C7-EF17-DE342F539E17}"/>
              </a:ext>
            </a:extLst>
          </p:cNvPr>
          <p:cNvPicPr>
            <a:picLocks noChangeAspect="1"/>
          </p:cNvPicPr>
          <p:nvPr/>
        </p:nvPicPr>
        <p:blipFill>
          <a:blip r:embed="rId2"/>
          <a:stretch>
            <a:fillRect/>
          </a:stretch>
        </p:blipFill>
        <p:spPr>
          <a:xfrm>
            <a:off x="942975" y="2482850"/>
            <a:ext cx="8488680" cy="3457142"/>
          </a:xfrm>
          <a:prstGeom prst="rect">
            <a:avLst/>
          </a:prstGeom>
          <a:ln>
            <a:solidFill>
              <a:schemeClr val="tx1"/>
            </a:solidFill>
          </a:ln>
        </p:spPr>
      </p:pic>
      <p:sp>
        <p:nvSpPr>
          <p:cNvPr id="4" name="Rectangle 3">
            <a:extLst>
              <a:ext uri="{FF2B5EF4-FFF2-40B4-BE49-F238E27FC236}">
                <a16:creationId xmlns="" xmlns:a16="http://schemas.microsoft.com/office/drawing/2014/main" id="{0B80C6E2-6EB7-39F1-26C9-2F57A31E88E0}"/>
              </a:ext>
            </a:extLst>
          </p:cNvPr>
          <p:cNvSpPr/>
          <p:nvPr/>
        </p:nvSpPr>
        <p:spPr>
          <a:xfrm>
            <a:off x="2644775" y="3840480"/>
            <a:ext cx="1239520"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1857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dirty="0">
                <a:solidFill>
                  <a:schemeClr val="bg2"/>
                </a:solidFill>
                <a:latin typeface="EYInterstate Light" panose="02000506000000020004"/>
              </a:rPr>
              <a:t>THE CONTINUE STATEMENT </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1200329"/>
          </a:xfrm>
          <a:prstGeom prst="rect">
            <a:avLst/>
          </a:prstGeom>
          <a:noFill/>
        </p:spPr>
        <p:txBody>
          <a:bodyPr wrap="square">
            <a:spAutoFit/>
          </a:bodyPr>
          <a:lstStyle/>
          <a:p>
            <a:r>
              <a:rPr lang="en-US" dirty="0">
                <a:solidFill>
                  <a:schemeClr val="bg2"/>
                </a:solidFill>
                <a:latin typeface="EYInterstate" panose="02000503020000020004"/>
              </a:rPr>
              <a:t>In Python, the continue statement is used to skip the current iteration of a loop and move on to the next iteration, without executing any of the remaining statements in the loop for the current iteration. The continue statement is usually placed inside a conditional statement, and when executed, it causes the loop to skip the current iteration and move on to the next iteration.</a:t>
            </a:r>
            <a:endParaRPr lang="en-IN" dirty="0">
              <a:solidFill>
                <a:schemeClr val="bg2"/>
              </a:solidFill>
              <a:latin typeface="EYInterstate" panose="02000503020000020004"/>
            </a:endParaRPr>
          </a:p>
        </p:txBody>
      </p:sp>
      <p:pic>
        <p:nvPicPr>
          <p:cNvPr id="2" name="Picture 1">
            <a:extLst>
              <a:ext uri="{FF2B5EF4-FFF2-40B4-BE49-F238E27FC236}">
                <a16:creationId xmlns="" xmlns:a16="http://schemas.microsoft.com/office/drawing/2014/main" id="{9B8CAD1B-F9CE-6978-C089-199852A8E613}"/>
              </a:ext>
            </a:extLst>
          </p:cNvPr>
          <p:cNvPicPr>
            <a:picLocks noChangeAspect="1"/>
          </p:cNvPicPr>
          <p:nvPr/>
        </p:nvPicPr>
        <p:blipFill>
          <a:blip r:embed="rId2"/>
          <a:stretch>
            <a:fillRect/>
          </a:stretch>
        </p:blipFill>
        <p:spPr>
          <a:xfrm>
            <a:off x="1262380" y="2964717"/>
            <a:ext cx="7437755" cy="3495849"/>
          </a:xfrm>
          <a:prstGeom prst="rect">
            <a:avLst/>
          </a:prstGeom>
          <a:ln>
            <a:solidFill>
              <a:schemeClr val="tx1"/>
            </a:solidFill>
          </a:ln>
        </p:spPr>
      </p:pic>
    </p:spTree>
    <p:extLst>
      <p:ext uri="{BB962C8B-B14F-4D97-AF65-F5344CB8AC3E}">
        <p14:creationId xmlns:p14="http://schemas.microsoft.com/office/powerpoint/2010/main" val="1655705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dirty="0"/>
              <a:t>What are Data Structures?</a:t>
            </a:r>
            <a:endParaRPr lang="en-US"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2862322"/>
          </a:xfrm>
          <a:prstGeom prst="rect">
            <a:avLst/>
          </a:prstGeom>
          <a:noFill/>
        </p:spPr>
        <p:txBody>
          <a:bodyPr wrap="square">
            <a:spAutoFit/>
          </a:bodyPr>
          <a:lstStyle/>
          <a:p>
            <a:r>
              <a:rPr lang="en-US" sz="2000" dirty="0">
                <a:solidFill>
                  <a:schemeClr val="bg1"/>
                </a:solidFill>
              </a:rPr>
              <a:t>• Data structures help us </a:t>
            </a:r>
            <a:r>
              <a:rPr lang="en-US" sz="2000" b="1" dirty="0">
                <a:solidFill>
                  <a:schemeClr val="bg1"/>
                </a:solidFill>
              </a:rPr>
              <a:t>store and organize data efficiently</a:t>
            </a:r>
            <a:r>
              <a:rPr lang="en-US" sz="2000" dirty="0">
                <a:solidFill>
                  <a:schemeClr val="bg1"/>
                </a:solidFill>
              </a:rPr>
              <a:t>.</a:t>
            </a:r>
            <a:br>
              <a:rPr lang="en-US" sz="2000" dirty="0">
                <a:solidFill>
                  <a:schemeClr val="bg1"/>
                </a:solidFill>
              </a:rPr>
            </a:br>
            <a:r>
              <a:rPr lang="en-US" sz="2000" dirty="0">
                <a:solidFill>
                  <a:schemeClr val="bg1"/>
                </a:solidFill>
              </a:rPr>
              <a:t>• Python provides built-in data structures.</a:t>
            </a:r>
            <a:br>
              <a:rPr lang="en-US" sz="2000" dirty="0">
                <a:solidFill>
                  <a:schemeClr val="bg1"/>
                </a:solidFill>
              </a:rPr>
            </a:br>
            <a:r>
              <a:rPr lang="en-US" sz="2000" dirty="0">
                <a:solidFill>
                  <a:schemeClr val="bg1"/>
                </a:solidFill>
              </a:rPr>
              <a:t>• They allow us to store </a:t>
            </a:r>
            <a:r>
              <a:rPr lang="en-US" sz="2000" b="1" dirty="0">
                <a:solidFill>
                  <a:schemeClr val="bg1"/>
                </a:solidFill>
              </a:rPr>
              <a:t>multiple values in one variable</a:t>
            </a:r>
            <a:r>
              <a:rPr lang="en-US" sz="2000" dirty="0">
                <a:solidFill>
                  <a:schemeClr val="bg1"/>
                </a:solidFill>
              </a:rPr>
              <a:t>.</a:t>
            </a:r>
            <a:br>
              <a:rPr lang="en-US" sz="2000" dirty="0">
                <a:solidFill>
                  <a:schemeClr val="bg1"/>
                </a:solidFill>
              </a:rPr>
            </a:br>
            <a:r>
              <a:rPr lang="en-US" sz="2000" dirty="0">
                <a:solidFill>
                  <a:schemeClr val="bg1"/>
                </a:solidFill>
              </a:rPr>
              <a:t>• Useful for </a:t>
            </a:r>
            <a:r>
              <a:rPr lang="en-US" sz="2000" b="1" dirty="0">
                <a:solidFill>
                  <a:schemeClr val="bg1"/>
                </a:solidFill>
              </a:rPr>
              <a:t>data analysis and programming tasks</a:t>
            </a:r>
            <a:r>
              <a:rPr lang="en-US" sz="2000" dirty="0">
                <a:solidFill>
                  <a:schemeClr val="bg1"/>
                </a:solidFill>
              </a:rPr>
              <a:t>.</a:t>
            </a:r>
          </a:p>
          <a:p>
            <a:r>
              <a:rPr lang="en-US" sz="2000" b="1" dirty="0">
                <a:solidFill>
                  <a:schemeClr val="bg1"/>
                </a:solidFill>
              </a:rPr>
              <a:t>Main Python Data Structures:</a:t>
            </a:r>
          </a:p>
          <a:p>
            <a:pPr lvl="1"/>
            <a:r>
              <a:rPr lang="en-US" sz="2000" dirty="0">
                <a:solidFill>
                  <a:schemeClr val="bg1"/>
                </a:solidFill>
              </a:rPr>
              <a:t>• Lists</a:t>
            </a:r>
            <a:br>
              <a:rPr lang="en-US" sz="2000" dirty="0">
                <a:solidFill>
                  <a:schemeClr val="bg1"/>
                </a:solidFill>
              </a:rPr>
            </a:br>
            <a:r>
              <a:rPr lang="en-US" sz="2000" dirty="0">
                <a:solidFill>
                  <a:schemeClr val="bg1"/>
                </a:solidFill>
              </a:rPr>
              <a:t>• Tuples</a:t>
            </a:r>
            <a:br>
              <a:rPr lang="en-US" sz="2000" dirty="0">
                <a:solidFill>
                  <a:schemeClr val="bg1"/>
                </a:solidFill>
              </a:rPr>
            </a:br>
            <a:r>
              <a:rPr lang="en-US" sz="2000" dirty="0">
                <a:solidFill>
                  <a:schemeClr val="bg1"/>
                </a:solidFill>
              </a:rPr>
              <a:t>• Sets</a:t>
            </a:r>
            <a:br>
              <a:rPr lang="en-US" sz="2000" dirty="0">
                <a:solidFill>
                  <a:schemeClr val="bg1"/>
                </a:solidFill>
              </a:rPr>
            </a:br>
            <a:r>
              <a:rPr lang="en-US" sz="2000" dirty="0">
                <a:solidFill>
                  <a:schemeClr val="bg1"/>
                </a:solidFill>
              </a:rPr>
              <a:t>• Dictionaries</a:t>
            </a:r>
          </a:p>
        </p:txBody>
      </p:sp>
    </p:spTree>
    <p:extLst>
      <p:ext uri="{BB962C8B-B14F-4D97-AF65-F5344CB8AC3E}">
        <p14:creationId xmlns:p14="http://schemas.microsoft.com/office/powerpoint/2010/main" val="511055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dirty="0"/>
              <a:t>Lists in Python – Introduction &amp; Creating Lists</a:t>
            </a:r>
            <a:endParaRPr lang="en-US"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4708981"/>
          </a:xfrm>
          <a:prstGeom prst="rect">
            <a:avLst/>
          </a:prstGeom>
          <a:noFill/>
        </p:spPr>
        <p:txBody>
          <a:bodyPr wrap="square">
            <a:spAutoFit/>
          </a:bodyPr>
          <a:lstStyle/>
          <a:p>
            <a:r>
              <a:rPr lang="en-US" sz="2000" dirty="0">
                <a:solidFill>
                  <a:schemeClr val="bg1"/>
                </a:solidFill>
              </a:rPr>
              <a:t>• A </a:t>
            </a:r>
            <a:r>
              <a:rPr lang="en-US" sz="2000" b="1" dirty="0">
                <a:solidFill>
                  <a:schemeClr val="bg1"/>
                </a:solidFill>
              </a:rPr>
              <a:t>list</a:t>
            </a:r>
            <a:r>
              <a:rPr lang="en-US" sz="2000" dirty="0">
                <a:solidFill>
                  <a:schemeClr val="bg1"/>
                </a:solidFill>
              </a:rPr>
              <a:t> is a collection of items stored in an </a:t>
            </a:r>
            <a:r>
              <a:rPr lang="en-US" sz="2000" b="1" dirty="0">
                <a:solidFill>
                  <a:schemeClr val="bg1"/>
                </a:solidFill>
              </a:rPr>
              <a:t>ordered sequence</a:t>
            </a:r>
            <a:r>
              <a:rPr lang="en-US" sz="2000" dirty="0">
                <a:solidFill>
                  <a:schemeClr val="bg1"/>
                </a:solidFill>
              </a:rPr>
              <a:t>.</a:t>
            </a:r>
            <a:br>
              <a:rPr lang="en-US" sz="2000" dirty="0">
                <a:solidFill>
                  <a:schemeClr val="bg1"/>
                </a:solidFill>
              </a:rPr>
            </a:br>
            <a:r>
              <a:rPr lang="en-US" sz="2000" dirty="0">
                <a:solidFill>
                  <a:schemeClr val="bg1"/>
                </a:solidFill>
              </a:rPr>
              <a:t>• Lists are </a:t>
            </a:r>
            <a:r>
              <a:rPr lang="en-US" sz="2000" b="1" dirty="0">
                <a:solidFill>
                  <a:schemeClr val="bg1"/>
                </a:solidFill>
              </a:rPr>
              <a:t>mutable</a:t>
            </a:r>
            <a:r>
              <a:rPr lang="en-US" sz="2000" dirty="0">
                <a:solidFill>
                  <a:schemeClr val="bg1"/>
                </a:solidFill>
              </a:rPr>
              <a:t>, meaning we can </a:t>
            </a:r>
            <a:r>
              <a:rPr lang="en-US" sz="2000" b="1" dirty="0">
                <a:solidFill>
                  <a:schemeClr val="bg1"/>
                </a:solidFill>
              </a:rPr>
              <a:t>add, remove, or change elements</a:t>
            </a:r>
            <a:r>
              <a:rPr lang="en-US" sz="2000" dirty="0">
                <a:solidFill>
                  <a:schemeClr val="bg1"/>
                </a:solidFill>
              </a:rPr>
              <a:t>.</a:t>
            </a:r>
            <a:br>
              <a:rPr lang="en-US" sz="2000" dirty="0">
                <a:solidFill>
                  <a:schemeClr val="bg1"/>
                </a:solidFill>
              </a:rPr>
            </a:br>
            <a:r>
              <a:rPr lang="en-US" sz="2000" dirty="0">
                <a:solidFill>
                  <a:schemeClr val="bg1"/>
                </a:solidFill>
              </a:rPr>
              <a:t>• Lists allow </a:t>
            </a:r>
            <a:r>
              <a:rPr lang="en-US" sz="2000" b="1" dirty="0">
                <a:solidFill>
                  <a:schemeClr val="bg1"/>
                </a:solidFill>
              </a:rPr>
              <a:t>duplicate values</a:t>
            </a:r>
            <a:r>
              <a:rPr lang="en-US" sz="2000" dirty="0">
                <a:solidFill>
                  <a:schemeClr val="bg1"/>
                </a:solidFill>
              </a:rPr>
              <a:t>.</a:t>
            </a:r>
            <a:br>
              <a:rPr lang="en-US" sz="2000" dirty="0">
                <a:solidFill>
                  <a:schemeClr val="bg1"/>
                </a:solidFill>
              </a:rPr>
            </a:br>
            <a:r>
              <a:rPr lang="en-US" sz="2000" dirty="0">
                <a:solidFill>
                  <a:schemeClr val="bg1"/>
                </a:solidFill>
              </a:rPr>
              <a:t>• Elements are written inside </a:t>
            </a:r>
            <a:r>
              <a:rPr lang="en-US" sz="2000" b="1" dirty="0">
                <a:solidFill>
                  <a:schemeClr val="bg1"/>
                </a:solidFill>
              </a:rPr>
              <a:t>square brackets [ ]</a:t>
            </a:r>
            <a:r>
              <a:rPr lang="en-US" sz="2000" dirty="0">
                <a:solidFill>
                  <a:schemeClr val="bg1"/>
                </a:solidFill>
              </a:rPr>
              <a:t>.</a:t>
            </a:r>
            <a:br>
              <a:rPr lang="en-US" sz="2000" dirty="0">
                <a:solidFill>
                  <a:schemeClr val="bg1"/>
                </a:solidFill>
              </a:rPr>
            </a:br>
            <a:r>
              <a:rPr lang="en-US" sz="2000" dirty="0">
                <a:solidFill>
                  <a:schemeClr val="bg1"/>
                </a:solidFill>
              </a:rPr>
              <a:t>• Lists can store </a:t>
            </a:r>
            <a:r>
              <a:rPr lang="en-US" sz="2000" b="1" dirty="0">
                <a:solidFill>
                  <a:schemeClr val="bg1"/>
                </a:solidFill>
              </a:rPr>
              <a:t>different data types</a:t>
            </a:r>
            <a:r>
              <a:rPr lang="en-US" sz="2000" dirty="0">
                <a:solidFill>
                  <a:schemeClr val="bg1"/>
                </a:solidFill>
              </a:rPr>
              <a:t> (numbers, strings, </a:t>
            </a:r>
            <a:r>
              <a:rPr lang="en-US" sz="2000" dirty="0" err="1">
                <a:solidFill>
                  <a:schemeClr val="bg1"/>
                </a:solidFill>
              </a:rPr>
              <a:t>booleans</a:t>
            </a:r>
            <a:r>
              <a:rPr lang="en-US" sz="2000" dirty="0" smtClean="0">
                <a:solidFill>
                  <a:schemeClr val="bg1"/>
                </a:solidFill>
              </a:rPr>
              <a:t>).</a:t>
            </a:r>
          </a:p>
          <a:p>
            <a:endParaRPr lang="en-US" sz="2000" dirty="0">
              <a:solidFill>
                <a:schemeClr val="bg1"/>
              </a:solidFill>
            </a:endParaRPr>
          </a:p>
          <a:p>
            <a:r>
              <a:rPr lang="en-US" sz="2000" b="1" dirty="0">
                <a:solidFill>
                  <a:schemeClr val="bg1"/>
                </a:solidFill>
              </a:rPr>
              <a:t>Example:</a:t>
            </a:r>
          </a:p>
          <a:p>
            <a:r>
              <a:rPr lang="en-US" sz="2000" dirty="0">
                <a:solidFill>
                  <a:schemeClr val="bg1"/>
                </a:solidFill>
              </a:rPr>
              <a:t>fruits = ["apple", "banana", "mango"]</a:t>
            </a:r>
            <a:br>
              <a:rPr lang="en-US" sz="2000" dirty="0">
                <a:solidFill>
                  <a:schemeClr val="bg1"/>
                </a:solidFill>
              </a:rPr>
            </a:br>
            <a:r>
              <a:rPr lang="en-US" sz="2000" dirty="0">
                <a:solidFill>
                  <a:schemeClr val="bg1"/>
                </a:solidFill>
              </a:rPr>
              <a:t>numbers = [10, 20, 30]</a:t>
            </a:r>
            <a:br>
              <a:rPr lang="en-US" sz="2000" dirty="0">
                <a:solidFill>
                  <a:schemeClr val="bg1"/>
                </a:solidFill>
              </a:rPr>
            </a:br>
            <a:r>
              <a:rPr lang="en-US" sz="2000" dirty="0">
                <a:solidFill>
                  <a:schemeClr val="bg1"/>
                </a:solidFill>
              </a:rPr>
              <a:t>mixed = [10, "Python", True]</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print(fruits</a:t>
            </a:r>
            <a:r>
              <a:rPr lang="en-US" sz="2000" dirty="0" smtClean="0">
                <a:solidFill>
                  <a:schemeClr val="bg1"/>
                </a:solidFill>
              </a:rPr>
              <a:t>)</a:t>
            </a:r>
            <a:br>
              <a:rPr lang="en-US" sz="2000" dirty="0" smtClean="0">
                <a:solidFill>
                  <a:schemeClr val="bg1"/>
                </a:solidFill>
              </a:rPr>
            </a:br>
            <a:r>
              <a:rPr lang="en-US" sz="2000" b="1" dirty="0">
                <a:solidFill>
                  <a:schemeClr val="bg1"/>
                </a:solidFill>
              </a:rPr>
              <a:t>Real-life Example:</a:t>
            </a:r>
            <a:r>
              <a:rPr lang="en-US" sz="2000" dirty="0">
                <a:solidFill>
                  <a:schemeClr val="bg1"/>
                </a:solidFill>
              </a:rPr>
              <a:t/>
            </a:r>
            <a:br>
              <a:rPr lang="en-US" sz="2000" dirty="0">
                <a:solidFill>
                  <a:schemeClr val="bg1"/>
                </a:solidFill>
              </a:rPr>
            </a:br>
            <a:r>
              <a:rPr lang="en-US" sz="2000" dirty="0">
                <a:solidFill>
                  <a:schemeClr val="bg1"/>
                </a:solidFill>
              </a:rPr>
              <a:t>• A </a:t>
            </a:r>
            <a:r>
              <a:rPr lang="en-US" sz="2000" b="1" dirty="0">
                <a:solidFill>
                  <a:schemeClr val="bg1"/>
                </a:solidFill>
              </a:rPr>
              <a:t>shopping list</a:t>
            </a:r>
            <a:r>
              <a:rPr lang="en-US" sz="2000" dirty="0">
                <a:solidFill>
                  <a:schemeClr val="bg1"/>
                </a:solidFill>
              </a:rPr>
              <a:t> or </a:t>
            </a:r>
            <a:r>
              <a:rPr lang="en-US" sz="2000" b="1" dirty="0">
                <a:solidFill>
                  <a:schemeClr val="bg1"/>
                </a:solidFill>
              </a:rPr>
              <a:t>list of students in a class</a:t>
            </a:r>
            <a:r>
              <a:rPr lang="en-US" sz="2000" dirty="0">
                <a:solidFill>
                  <a:schemeClr val="bg1"/>
                </a:solidFill>
              </a:rPr>
              <a:t>.</a:t>
            </a:r>
          </a:p>
          <a:p>
            <a:endParaRPr lang="en-US" sz="2000" dirty="0">
              <a:solidFill>
                <a:schemeClr val="bg1"/>
              </a:solidFill>
            </a:endParaRPr>
          </a:p>
        </p:txBody>
      </p:sp>
    </p:spTree>
    <p:extLst>
      <p:ext uri="{BB962C8B-B14F-4D97-AF65-F5344CB8AC3E}">
        <p14:creationId xmlns:p14="http://schemas.microsoft.com/office/powerpoint/2010/main" val="2153281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dirty="0"/>
              <a:t>List Indexing, Slicing &amp; Methods</a:t>
            </a:r>
            <a:endParaRPr lang="en-US"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5016758"/>
          </a:xfrm>
          <a:prstGeom prst="rect">
            <a:avLst/>
          </a:prstGeom>
          <a:noFill/>
        </p:spPr>
        <p:txBody>
          <a:bodyPr wrap="square">
            <a:spAutoFit/>
          </a:bodyPr>
          <a:lstStyle/>
          <a:p>
            <a:r>
              <a:rPr lang="en-US" sz="2000" dirty="0">
                <a:solidFill>
                  <a:schemeClr val="bg1"/>
                </a:solidFill>
              </a:rPr>
              <a:t>• </a:t>
            </a:r>
            <a:r>
              <a:rPr lang="en-US" sz="2000" b="1" dirty="0">
                <a:solidFill>
                  <a:schemeClr val="bg1"/>
                </a:solidFill>
              </a:rPr>
              <a:t>Indexing</a:t>
            </a:r>
            <a:r>
              <a:rPr lang="en-US" sz="2000" dirty="0">
                <a:solidFill>
                  <a:schemeClr val="bg1"/>
                </a:solidFill>
              </a:rPr>
              <a:t> → Access elements using their position.</a:t>
            </a:r>
            <a:br>
              <a:rPr lang="en-US" sz="2000" dirty="0">
                <a:solidFill>
                  <a:schemeClr val="bg1"/>
                </a:solidFill>
              </a:rPr>
            </a:br>
            <a:r>
              <a:rPr lang="en-US" sz="2000" dirty="0">
                <a:solidFill>
                  <a:schemeClr val="bg1"/>
                </a:solidFill>
              </a:rPr>
              <a:t>• Python list index </a:t>
            </a:r>
            <a:r>
              <a:rPr lang="en-US" sz="2000" b="1" dirty="0">
                <a:solidFill>
                  <a:schemeClr val="bg1"/>
                </a:solidFill>
              </a:rPr>
              <a:t>starts from 0</a:t>
            </a:r>
            <a:r>
              <a:rPr lang="en-US" sz="2000" dirty="0">
                <a:solidFill>
                  <a:schemeClr val="bg1"/>
                </a:solidFill>
              </a:rPr>
              <a:t>.</a:t>
            </a:r>
            <a:br>
              <a:rPr lang="en-US" sz="2000" dirty="0">
                <a:solidFill>
                  <a:schemeClr val="bg1"/>
                </a:solidFill>
              </a:rPr>
            </a:br>
            <a:r>
              <a:rPr lang="en-US" sz="2000" dirty="0">
                <a:solidFill>
                  <a:schemeClr val="bg1"/>
                </a:solidFill>
              </a:rPr>
              <a:t>• </a:t>
            </a:r>
            <a:r>
              <a:rPr lang="en-US" sz="2000" b="1" dirty="0">
                <a:solidFill>
                  <a:schemeClr val="bg1"/>
                </a:solidFill>
              </a:rPr>
              <a:t>Slicing</a:t>
            </a:r>
            <a:r>
              <a:rPr lang="en-US" sz="2000" dirty="0">
                <a:solidFill>
                  <a:schemeClr val="bg1"/>
                </a:solidFill>
              </a:rPr>
              <a:t> → Extract a part of the list.</a:t>
            </a:r>
            <a:br>
              <a:rPr lang="en-US" sz="2000" dirty="0">
                <a:solidFill>
                  <a:schemeClr val="bg1"/>
                </a:solidFill>
              </a:rPr>
            </a:br>
            <a:r>
              <a:rPr lang="en-US" sz="2000" dirty="0">
                <a:solidFill>
                  <a:schemeClr val="bg1"/>
                </a:solidFill>
              </a:rPr>
              <a:t>• Lists provide built-in </a:t>
            </a:r>
            <a:r>
              <a:rPr lang="en-US" sz="2000" b="1" dirty="0">
                <a:solidFill>
                  <a:schemeClr val="bg1"/>
                </a:solidFill>
              </a:rPr>
              <a:t>methods to modify data</a:t>
            </a:r>
            <a:r>
              <a:rPr lang="en-US" sz="2000" dirty="0">
                <a:solidFill>
                  <a:schemeClr val="bg1"/>
                </a:solidFill>
              </a:rPr>
              <a:t>.</a:t>
            </a:r>
            <a:br>
              <a:rPr lang="en-US" sz="2000" dirty="0">
                <a:solidFill>
                  <a:schemeClr val="bg1"/>
                </a:solidFill>
              </a:rPr>
            </a:br>
            <a:r>
              <a:rPr lang="en-US" sz="2000" dirty="0">
                <a:solidFill>
                  <a:schemeClr val="bg1"/>
                </a:solidFill>
              </a:rPr>
              <a:t>• Common methods: append(), remove(), pop(), sort</a:t>
            </a:r>
            <a:r>
              <a:rPr lang="en-US" sz="2000" dirty="0" smtClean="0">
                <a:solidFill>
                  <a:schemeClr val="bg1"/>
                </a:solidFill>
              </a:rPr>
              <a:t>()</a:t>
            </a:r>
          </a:p>
          <a:p>
            <a:r>
              <a:rPr lang="en-US" sz="2000" b="1" dirty="0">
                <a:solidFill>
                  <a:schemeClr val="bg1"/>
                </a:solidFill>
              </a:rPr>
              <a:t>Example:</a:t>
            </a:r>
          </a:p>
          <a:p>
            <a:pPr lvl="1"/>
            <a:r>
              <a:rPr lang="en-US" sz="2000" dirty="0">
                <a:solidFill>
                  <a:schemeClr val="bg1"/>
                </a:solidFill>
              </a:rPr>
              <a:t>numbers = [10, 20, 30, 40, 50]</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print(numbers[0]) # Indexing</a:t>
            </a:r>
            <a:br>
              <a:rPr lang="en-US" sz="2000" dirty="0">
                <a:solidFill>
                  <a:schemeClr val="bg1"/>
                </a:solidFill>
              </a:rPr>
            </a:br>
            <a:r>
              <a:rPr lang="en-US" sz="2000" dirty="0">
                <a:solidFill>
                  <a:schemeClr val="bg1"/>
                </a:solidFill>
              </a:rPr>
              <a:t>print(numbers[1:4]) # Slicing</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err="1">
                <a:solidFill>
                  <a:schemeClr val="bg1"/>
                </a:solidFill>
              </a:rPr>
              <a:t>numbers.append</a:t>
            </a:r>
            <a:r>
              <a:rPr lang="en-US" sz="2000" dirty="0">
                <a:solidFill>
                  <a:schemeClr val="bg1"/>
                </a:solidFill>
              </a:rPr>
              <a:t>(60)</a:t>
            </a:r>
            <a:br>
              <a:rPr lang="en-US" sz="2000" dirty="0">
                <a:solidFill>
                  <a:schemeClr val="bg1"/>
                </a:solidFill>
              </a:rPr>
            </a:br>
            <a:r>
              <a:rPr lang="en-US" sz="2000" dirty="0" err="1">
                <a:solidFill>
                  <a:schemeClr val="bg1"/>
                </a:solidFill>
              </a:rPr>
              <a:t>numbers.remove</a:t>
            </a:r>
            <a:r>
              <a:rPr lang="en-US" sz="2000" dirty="0">
                <a:solidFill>
                  <a:schemeClr val="bg1"/>
                </a:solidFill>
              </a:rPr>
              <a:t>(20)</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print(numbers)</a:t>
            </a:r>
          </a:p>
          <a:p>
            <a:r>
              <a:rPr lang="en-US" sz="2000" dirty="0" smtClean="0">
                <a:solidFill>
                  <a:schemeClr val="bg1"/>
                </a:solidFill>
              </a:rPr>
              <a:t>.</a:t>
            </a:r>
            <a:endParaRPr lang="en-US" sz="2000" dirty="0">
              <a:solidFill>
                <a:schemeClr val="bg1"/>
              </a:solidFill>
            </a:endParaRPr>
          </a:p>
        </p:txBody>
      </p:sp>
    </p:spTree>
    <p:extLst>
      <p:ext uri="{BB962C8B-B14F-4D97-AF65-F5344CB8AC3E}">
        <p14:creationId xmlns:p14="http://schemas.microsoft.com/office/powerpoint/2010/main" val="832973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b="1" dirty="0"/>
              <a:t>Dictionary in Python</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5016758"/>
          </a:xfrm>
          <a:prstGeom prst="rect">
            <a:avLst/>
          </a:prstGeom>
          <a:noFill/>
        </p:spPr>
        <p:txBody>
          <a:bodyPr wrap="square">
            <a:spAutoFit/>
          </a:bodyPr>
          <a:lstStyle/>
          <a:p>
            <a:r>
              <a:rPr lang="en-US" sz="2000" dirty="0">
                <a:solidFill>
                  <a:schemeClr val="bg1"/>
                </a:solidFill>
              </a:rPr>
              <a:t>A dictionary is a data structure used to store data in key–value pairs.</a:t>
            </a:r>
          </a:p>
          <a:p>
            <a:endParaRPr lang="en-US" sz="2000" dirty="0">
              <a:solidFill>
                <a:schemeClr val="bg1"/>
              </a:solidFill>
            </a:endParaRPr>
          </a:p>
          <a:p>
            <a:r>
              <a:rPr lang="en-US" sz="2000" dirty="0">
                <a:solidFill>
                  <a:schemeClr val="bg1"/>
                </a:solidFill>
              </a:rPr>
              <a:t>Each key is used to access its corresponding value.</a:t>
            </a:r>
          </a:p>
          <a:p>
            <a:endParaRPr lang="en-US" sz="2000" dirty="0">
              <a:solidFill>
                <a:schemeClr val="bg1"/>
              </a:solidFill>
            </a:endParaRPr>
          </a:p>
          <a:p>
            <a:r>
              <a:rPr lang="en-US" sz="2000" dirty="0">
                <a:solidFill>
                  <a:schemeClr val="bg1"/>
                </a:solidFill>
              </a:rPr>
              <a:t>Dictionaries are written using curly braces {}.</a:t>
            </a:r>
          </a:p>
          <a:p>
            <a:endParaRPr lang="en-US" sz="2000" dirty="0">
              <a:solidFill>
                <a:schemeClr val="bg1"/>
              </a:solidFill>
            </a:endParaRPr>
          </a:p>
          <a:p>
            <a:r>
              <a:rPr lang="en-US" sz="2000" b="1" dirty="0">
                <a:solidFill>
                  <a:schemeClr val="bg1"/>
                </a:solidFill>
              </a:rPr>
              <a:t>Example</a:t>
            </a:r>
          </a:p>
          <a:p>
            <a:endParaRPr lang="en-US" sz="2000" dirty="0">
              <a:solidFill>
                <a:schemeClr val="bg1"/>
              </a:solidFill>
            </a:endParaRPr>
          </a:p>
          <a:p>
            <a:pPr lvl="1"/>
            <a:r>
              <a:rPr lang="en-US" sz="2000" dirty="0">
                <a:solidFill>
                  <a:schemeClr val="bg1"/>
                </a:solidFill>
              </a:rPr>
              <a:t>student = {</a:t>
            </a:r>
          </a:p>
          <a:p>
            <a:pPr lvl="1"/>
            <a:r>
              <a:rPr lang="en-US" sz="2000" dirty="0">
                <a:solidFill>
                  <a:schemeClr val="bg1"/>
                </a:solidFill>
              </a:rPr>
              <a:t>    "name": "Rahul",</a:t>
            </a:r>
          </a:p>
          <a:p>
            <a:pPr lvl="1"/>
            <a:r>
              <a:rPr lang="en-US" sz="2000" dirty="0">
                <a:solidFill>
                  <a:schemeClr val="bg1"/>
                </a:solidFill>
              </a:rPr>
              <a:t>    "age": 21,</a:t>
            </a:r>
          </a:p>
          <a:p>
            <a:pPr lvl="1"/>
            <a:r>
              <a:rPr lang="en-US" sz="2000" dirty="0">
                <a:solidFill>
                  <a:schemeClr val="bg1"/>
                </a:solidFill>
              </a:rPr>
              <a:t>    "course": "BBA"</a:t>
            </a:r>
          </a:p>
          <a:p>
            <a:pPr lvl="1"/>
            <a:r>
              <a:rPr lang="en-US" sz="2000" dirty="0">
                <a:solidFill>
                  <a:schemeClr val="bg1"/>
                </a:solidFill>
              </a:rPr>
              <a:t>}</a:t>
            </a:r>
          </a:p>
          <a:p>
            <a:endParaRPr lang="en-US" sz="2000" dirty="0">
              <a:solidFill>
                <a:schemeClr val="bg1"/>
              </a:solidFill>
            </a:endParaRPr>
          </a:p>
          <a:p>
            <a:r>
              <a:rPr lang="en-US" sz="2000" b="1" dirty="0" smtClean="0">
                <a:solidFill>
                  <a:schemeClr val="bg1"/>
                </a:solidFill>
              </a:rPr>
              <a:t>Output</a:t>
            </a:r>
            <a:endParaRPr lang="en-US" sz="2000" b="1" dirty="0">
              <a:solidFill>
                <a:schemeClr val="bg1"/>
              </a:solidFill>
            </a:endParaRPr>
          </a:p>
          <a:p>
            <a:pPr lvl="1"/>
            <a:r>
              <a:rPr lang="en-US" sz="2000" dirty="0">
                <a:solidFill>
                  <a:schemeClr val="bg1"/>
                </a:solidFill>
              </a:rPr>
              <a:t>{'name': 'Rahul', 'age': 21, 'course': 'BBA'}</a:t>
            </a:r>
          </a:p>
        </p:txBody>
      </p:sp>
    </p:spTree>
    <p:extLst>
      <p:ext uri="{BB962C8B-B14F-4D97-AF65-F5344CB8AC3E}">
        <p14:creationId xmlns:p14="http://schemas.microsoft.com/office/powerpoint/2010/main" val="4252626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b="1" dirty="0"/>
              <a:t>Key Features of Dictionary</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5016758"/>
          </a:xfrm>
          <a:prstGeom prst="rect">
            <a:avLst/>
          </a:prstGeom>
          <a:noFill/>
        </p:spPr>
        <p:txBody>
          <a:bodyPr wrap="square">
            <a:spAutoFit/>
          </a:bodyPr>
          <a:lstStyle/>
          <a:p>
            <a:r>
              <a:rPr lang="en-US" sz="2000" dirty="0">
                <a:solidFill>
                  <a:schemeClr val="bg1"/>
                </a:solidFill>
              </a:rPr>
              <a:t>A dictionary is a data structure used to store data in key–value pairs.</a:t>
            </a:r>
          </a:p>
          <a:p>
            <a:endParaRPr lang="en-US" sz="2000" dirty="0">
              <a:solidFill>
                <a:schemeClr val="bg1"/>
              </a:solidFill>
            </a:endParaRPr>
          </a:p>
          <a:p>
            <a:r>
              <a:rPr lang="en-US" sz="2000" dirty="0">
                <a:solidFill>
                  <a:schemeClr val="bg1"/>
                </a:solidFill>
              </a:rPr>
              <a:t>Each key is used to access its corresponding value.</a:t>
            </a:r>
          </a:p>
          <a:p>
            <a:endParaRPr lang="en-US" sz="2000" dirty="0">
              <a:solidFill>
                <a:schemeClr val="bg1"/>
              </a:solidFill>
            </a:endParaRPr>
          </a:p>
          <a:p>
            <a:r>
              <a:rPr lang="en-US" sz="2000" dirty="0">
                <a:solidFill>
                  <a:schemeClr val="bg1"/>
                </a:solidFill>
              </a:rPr>
              <a:t>Dictionaries are written using curly braces {}.</a:t>
            </a:r>
          </a:p>
          <a:p>
            <a:endParaRPr lang="en-US" sz="2000" dirty="0">
              <a:solidFill>
                <a:schemeClr val="bg1"/>
              </a:solidFill>
            </a:endParaRPr>
          </a:p>
          <a:p>
            <a:r>
              <a:rPr lang="en-US" sz="2000" b="1" dirty="0">
                <a:solidFill>
                  <a:schemeClr val="bg1"/>
                </a:solidFill>
              </a:rPr>
              <a:t>Example</a:t>
            </a:r>
          </a:p>
          <a:p>
            <a:endParaRPr lang="en-US" sz="2000" dirty="0">
              <a:solidFill>
                <a:schemeClr val="bg1"/>
              </a:solidFill>
            </a:endParaRPr>
          </a:p>
          <a:p>
            <a:pPr lvl="1"/>
            <a:r>
              <a:rPr lang="en-US" sz="2000" dirty="0">
                <a:solidFill>
                  <a:schemeClr val="bg1"/>
                </a:solidFill>
              </a:rPr>
              <a:t>student = {</a:t>
            </a:r>
          </a:p>
          <a:p>
            <a:pPr lvl="1"/>
            <a:r>
              <a:rPr lang="en-US" sz="2000" dirty="0">
                <a:solidFill>
                  <a:schemeClr val="bg1"/>
                </a:solidFill>
              </a:rPr>
              <a:t>    "name": "Rahul",</a:t>
            </a:r>
          </a:p>
          <a:p>
            <a:pPr lvl="1"/>
            <a:r>
              <a:rPr lang="en-US" sz="2000" dirty="0">
                <a:solidFill>
                  <a:schemeClr val="bg1"/>
                </a:solidFill>
              </a:rPr>
              <a:t>    "age": 21,</a:t>
            </a:r>
          </a:p>
          <a:p>
            <a:pPr lvl="1"/>
            <a:r>
              <a:rPr lang="en-US" sz="2000" dirty="0">
                <a:solidFill>
                  <a:schemeClr val="bg1"/>
                </a:solidFill>
              </a:rPr>
              <a:t>    "course": "BBA"</a:t>
            </a:r>
          </a:p>
          <a:p>
            <a:pPr lvl="1"/>
            <a:r>
              <a:rPr lang="en-US" sz="2000" dirty="0">
                <a:solidFill>
                  <a:schemeClr val="bg1"/>
                </a:solidFill>
              </a:rPr>
              <a:t>}</a:t>
            </a:r>
          </a:p>
          <a:p>
            <a:endParaRPr lang="en-US" sz="2000" dirty="0">
              <a:solidFill>
                <a:schemeClr val="bg1"/>
              </a:solidFill>
            </a:endParaRPr>
          </a:p>
          <a:p>
            <a:r>
              <a:rPr lang="en-US" sz="2000" b="1" dirty="0" smtClean="0">
                <a:solidFill>
                  <a:schemeClr val="bg1"/>
                </a:solidFill>
              </a:rPr>
              <a:t>Output</a:t>
            </a:r>
            <a:endParaRPr lang="en-US" sz="2000" b="1" dirty="0">
              <a:solidFill>
                <a:schemeClr val="bg1"/>
              </a:solidFill>
            </a:endParaRPr>
          </a:p>
          <a:p>
            <a:pPr lvl="1"/>
            <a:r>
              <a:rPr lang="en-US" sz="2000" dirty="0">
                <a:solidFill>
                  <a:schemeClr val="bg1"/>
                </a:solidFill>
              </a:rPr>
              <a:t>{'name': 'Rahul', 'age': 21, 'course': 'BBA'}</a:t>
            </a:r>
          </a:p>
        </p:txBody>
      </p:sp>
    </p:spTree>
    <p:extLst>
      <p:ext uri="{BB962C8B-B14F-4D97-AF65-F5344CB8AC3E}">
        <p14:creationId xmlns:p14="http://schemas.microsoft.com/office/powerpoint/2010/main" val="927289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b="1" dirty="0"/>
              <a:t>Accessing Dictionary Values</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4708981"/>
          </a:xfrm>
          <a:prstGeom prst="rect">
            <a:avLst/>
          </a:prstGeom>
          <a:noFill/>
        </p:spPr>
        <p:txBody>
          <a:bodyPr wrap="square">
            <a:spAutoFit/>
          </a:bodyPr>
          <a:lstStyle/>
          <a:p>
            <a:r>
              <a:rPr lang="en-US" sz="2000" dirty="0">
                <a:solidFill>
                  <a:schemeClr val="bg1"/>
                </a:solidFill>
              </a:rPr>
              <a:t>We access dictionary values using </a:t>
            </a:r>
            <a:r>
              <a:rPr lang="en-US" sz="2000" b="1" dirty="0">
                <a:solidFill>
                  <a:schemeClr val="bg1"/>
                </a:solidFill>
              </a:rPr>
              <a:t>keys</a:t>
            </a:r>
            <a:r>
              <a:rPr lang="en-US" sz="2000" dirty="0">
                <a:solidFill>
                  <a:schemeClr val="bg1"/>
                </a:solidFill>
              </a:rPr>
              <a:t>.</a:t>
            </a:r>
          </a:p>
          <a:p>
            <a:r>
              <a:rPr lang="en-US" sz="2000" b="1" dirty="0">
                <a:solidFill>
                  <a:schemeClr val="bg1"/>
                </a:solidFill>
              </a:rPr>
              <a:t>Syntax</a:t>
            </a:r>
            <a:endParaRPr lang="en-US" sz="2000" dirty="0">
              <a:solidFill>
                <a:schemeClr val="bg1"/>
              </a:solidFill>
            </a:endParaRPr>
          </a:p>
          <a:p>
            <a:pPr lvl="1"/>
            <a:r>
              <a:rPr lang="en-US" sz="2000" dirty="0">
                <a:solidFill>
                  <a:schemeClr val="bg1"/>
                </a:solidFill>
              </a:rPr>
              <a:t>dictionary[key]</a:t>
            </a:r>
          </a:p>
          <a:p>
            <a:r>
              <a:rPr lang="en-US" sz="2000" b="1" dirty="0">
                <a:solidFill>
                  <a:schemeClr val="bg1"/>
                </a:solidFill>
              </a:rPr>
              <a:t>Example</a:t>
            </a:r>
            <a:endParaRPr lang="en-US" sz="2000" dirty="0">
              <a:solidFill>
                <a:schemeClr val="bg1"/>
              </a:solidFill>
            </a:endParaRPr>
          </a:p>
          <a:p>
            <a:pPr lvl="1"/>
            <a:r>
              <a:rPr lang="en-US" sz="2000" dirty="0">
                <a:solidFill>
                  <a:schemeClr val="bg1"/>
                </a:solidFill>
              </a:rPr>
              <a:t>student = {</a:t>
            </a:r>
            <a:br>
              <a:rPr lang="en-US" sz="2000" dirty="0">
                <a:solidFill>
                  <a:schemeClr val="bg1"/>
                </a:solidFill>
              </a:rPr>
            </a:br>
            <a:r>
              <a:rPr lang="en-US" sz="2000" dirty="0">
                <a:solidFill>
                  <a:schemeClr val="bg1"/>
                </a:solidFill>
              </a:rPr>
              <a:t>"name": "Rahul",</a:t>
            </a:r>
            <a:br>
              <a:rPr lang="en-US" sz="2000" dirty="0">
                <a:solidFill>
                  <a:schemeClr val="bg1"/>
                </a:solidFill>
              </a:rPr>
            </a:br>
            <a:r>
              <a:rPr lang="en-US" sz="2000" dirty="0">
                <a:solidFill>
                  <a:schemeClr val="bg1"/>
                </a:solidFill>
              </a:rPr>
              <a:t>"age": 21,</a:t>
            </a:r>
            <a:br>
              <a:rPr lang="en-US" sz="2000" dirty="0">
                <a:solidFill>
                  <a:schemeClr val="bg1"/>
                </a:solidFill>
              </a:rPr>
            </a:br>
            <a:r>
              <a:rPr lang="en-US" sz="2000" dirty="0">
                <a:solidFill>
                  <a:schemeClr val="bg1"/>
                </a:solidFill>
              </a:rPr>
              <a:t>"course": "BBA"</a:t>
            </a:r>
            <a:br>
              <a:rPr lang="en-US" sz="2000" dirty="0">
                <a:solidFill>
                  <a:schemeClr val="bg1"/>
                </a:solidFill>
              </a:rPr>
            </a:br>
            <a:r>
              <a:rPr lang="en-US" sz="2000" dirty="0">
                <a:solidFill>
                  <a:schemeClr val="bg1"/>
                </a:solidFill>
              </a:rPr>
              <a:t>}</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print(student["name"])</a:t>
            </a:r>
            <a:br>
              <a:rPr lang="en-US" sz="2000" dirty="0">
                <a:solidFill>
                  <a:schemeClr val="bg1"/>
                </a:solidFill>
              </a:rPr>
            </a:br>
            <a:r>
              <a:rPr lang="en-US" sz="2000" dirty="0">
                <a:solidFill>
                  <a:schemeClr val="bg1"/>
                </a:solidFill>
              </a:rPr>
              <a:t>print(student["age"])</a:t>
            </a:r>
          </a:p>
          <a:p>
            <a:r>
              <a:rPr lang="en-US" sz="2000" b="1" dirty="0">
                <a:solidFill>
                  <a:schemeClr val="bg1"/>
                </a:solidFill>
              </a:rPr>
              <a:t>Output</a:t>
            </a:r>
            <a:endParaRPr lang="en-US" sz="2000" dirty="0">
              <a:solidFill>
                <a:schemeClr val="bg1"/>
              </a:solidFill>
            </a:endParaRPr>
          </a:p>
          <a:p>
            <a:pPr lvl="1"/>
            <a:r>
              <a:rPr lang="en-US" sz="2000" dirty="0">
                <a:solidFill>
                  <a:schemeClr val="bg1"/>
                </a:solidFill>
              </a:rPr>
              <a:t>Rahul</a:t>
            </a:r>
            <a:br>
              <a:rPr lang="en-US" sz="2000" dirty="0">
                <a:solidFill>
                  <a:schemeClr val="bg1"/>
                </a:solidFill>
              </a:rPr>
            </a:br>
            <a:r>
              <a:rPr lang="en-US" sz="2000" dirty="0">
                <a:solidFill>
                  <a:schemeClr val="bg1"/>
                </a:solidFill>
              </a:rPr>
              <a:t>21</a:t>
            </a:r>
          </a:p>
        </p:txBody>
      </p:sp>
    </p:spTree>
    <p:extLst>
      <p:ext uri="{BB962C8B-B14F-4D97-AF65-F5344CB8AC3E}">
        <p14:creationId xmlns:p14="http://schemas.microsoft.com/office/powerpoint/2010/main" val="303681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b="1" dirty="0"/>
              <a:t>Adding and Updating Values</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4401205"/>
          </a:xfrm>
          <a:prstGeom prst="rect">
            <a:avLst/>
          </a:prstGeom>
          <a:noFill/>
        </p:spPr>
        <p:txBody>
          <a:bodyPr wrap="square">
            <a:spAutoFit/>
          </a:bodyPr>
          <a:lstStyle/>
          <a:p>
            <a:r>
              <a:rPr lang="en-US" sz="2000" dirty="0">
                <a:solidFill>
                  <a:schemeClr val="bg1"/>
                </a:solidFill>
              </a:rPr>
              <a:t>We can </a:t>
            </a:r>
            <a:r>
              <a:rPr lang="en-US" sz="2000" b="1" dirty="0">
                <a:solidFill>
                  <a:schemeClr val="bg1"/>
                </a:solidFill>
              </a:rPr>
              <a:t>add or modify values</a:t>
            </a:r>
            <a:r>
              <a:rPr lang="en-US" sz="2000" dirty="0">
                <a:solidFill>
                  <a:schemeClr val="bg1"/>
                </a:solidFill>
              </a:rPr>
              <a:t> in a dictionary.</a:t>
            </a:r>
          </a:p>
          <a:p>
            <a:r>
              <a:rPr lang="en-US" sz="2000" b="1" dirty="0">
                <a:solidFill>
                  <a:schemeClr val="bg1"/>
                </a:solidFill>
              </a:rPr>
              <a:t>Example</a:t>
            </a:r>
            <a:endParaRPr lang="en-US" sz="2000" dirty="0">
              <a:solidFill>
                <a:schemeClr val="bg1"/>
              </a:solidFill>
            </a:endParaRPr>
          </a:p>
          <a:p>
            <a:pPr lvl="1"/>
            <a:r>
              <a:rPr lang="en-US" sz="2000" dirty="0">
                <a:solidFill>
                  <a:schemeClr val="bg1"/>
                </a:solidFill>
              </a:rPr>
              <a:t>student = {</a:t>
            </a:r>
            <a:br>
              <a:rPr lang="en-US" sz="2000" dirty="0">
                <a:solidFill>
                  <a:schemeClr val="bg1"/>
                </a:solidFill>
              </a:rPr>
            </a:br>
            <a:r>
              <a:rPr lang="en-US" sz="2000" dirty="0">
                <a:solidFill>
                  <a:schemeClr val="bg1"/>
                </a:solidFill>
              </a:rPr>
              <a:t>"name": "Rahul",</a:t>
            </a:r>
            <a:br>
              <a:rPr lang="en-US" sz="2000" dirty="0">
                <a:solidFill>
                  <a:schemeClr val="bg1"/>
                </a:solidFill>
              </a:rPr>
            </a:br>
            <a:r>
              <a:rPr lang="en-US" sz="2000" dirty="0">
                <a:solidFill>
                  <a:schemeClr val="bg1"/>
                </a:solidFill>
              </a:rPr>
              <a:t>"age": 21</a:t>
            </a:r>
            <a:br>
              <a:rPr lang="en-US" sz="2000" dirty="0">
                <a:solidFill>
                  <a:schemeClr val="bg1"/>
                </a:solidFill>
              </a:rPr>
            </a:br>
            <a:r>
              <a:rPr lang="en-US" sz="2000" dirty="0">
                <a:solidFill>
                  <a:schemeClr val="bg1"/>
                </a:solidFill>
              </a:rPr>
              <a:t>}</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student["city"] = "Delhi"</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student["age"] = 22</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print(student)</a:t>
            </a:r>
          </a:p>
          <a:p>
            <a:r>
              <a:rPr lang="en-US" sz="2000" b="1" dirty="0">
                <a:solidFill>
                  <a:schemeClr val="bg1"/>
                </a:solidFill>
              </a:rPr>
              <a:t>Output</a:t>
            </a:r>
            <a:endParaRPr lang="en-US" sz="2000" dirty="0">
              <a:solidFill>
                <a:schemeClr val="bg1"/>
              </a:solidFill>
            </a:endParaRPr>
          </a:p>
          <a:p>
            <a:pPr lvl="1"/>
            <a:r>
              <a:rPr lang="en-US" sz="2000" dirty="0">
                <a:solidFill>
                  <a:schemeClr val="bg1"/>
                </a:solidFill>
              </a:rPr>
              <a:t>{'name': 'Rahul', 'age': 22, 'city': 'Delhi'}</a:t>
            </a:r>
          </a:p>
        </p:txBody>
      </p:sp>
    </p:spTree>
    <p:extLst>
      <p:ext uri="{BB962C8B-B14F-4D97-AF65-F5344CB8AC3E}">
        <p14:creationId xmlns:p14="http://schemas.microsoft.com/office/powerpoint/2010/main" val="1039613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b="1" dirty="0"/>
              <a:t>Removing Items from Dictionary</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4401205"/>
          </a:xfrm>
          <a:prstGeom prst="rect">
            <a:avLst/>
          </a:prstGeom>
          <a:noFill/>
        </p:spPr>
        <p:txBody>
          <a:bodyPr wrap="square">
            <a:spAutoFit/>
          </a:bodyPr>
          <a:lstStyle/>
          <a:p>
            <a:r>
              <a:rPr lang="en-US" sz="2000" dirty="0">
                <a:solidFill>
                  <a:schemeClr val="bg1"/>
                </a:solidFill>
              </a:rPr>
              <a:t>We can </a:t>
            </a:r>
            <a:r>
              <a:rPr lang="en-US" sz="2000" b="1" dirty="0">
                <a:solidFill>
                  <a:schemeClr val="bg1"/>
                </a:solidFill>
              </a:rPr>
              <a:t>add or modify values</a:t>
            </a:r>
            <a:r>
              <a:rPr lang="en-US" sz="2000" dirty="0">
                <a:solidFill>
                  <a:schemeClr val="bg1"/>
                </a:solidFill>
              </a:rPr>
              <a:t> in a dictionary.</a:t>
            </a:r>
          </a:p>
          <a:p>
            <a:r>
              <a:rPr lang="en-US" sz="2000" b="1" dirty="0">
                <a:solidFill>
                  <a:schemeClr val="bg1"/>
                </a:solidFill>
              </a:rPr>
              <a:t>Example</a:t>
            </a:r>
            <a:endParaRPr lang="en-US" sz="2000" dirty="0">
              <a:solidFill>
                <a:schemeClr val="bg1"/>
              </a:solidFill>
            </a:endParaRPr>
          </a:p>
          <a:p>
            <a:pPr lvl="1"/>
            <a:r>
              <a:rPr lang="en-US" sz="2000" dirty="0">
                <a:solidFill>
                  <a:schemeClr val="bg1"/>
                </a:solidFill>
              </a:rPr>
              <a:t>student = {</a:t>
            </a:r>
            <a:br>
              <a:rPr lang="en-US" sz="2000" dirty="0">
                <a:solidFill>
                  <a:schemeClr val="bg1"/>
                </a:solidFill>
              </a:rPr>
            </a:br>
            <a:r>
              <a:rPr lang="en-US" sz="2000" dirty="0">
                <a:solidFill>
                  <a:schemeClr val="bg1"/>
                </a:solidFill>
              </a:rPr>
              <a:t>"name": "Rahul",</a:t>
            </a:r>
            <a:br>
              <a:rPr lang="en-US" sz="2000" dirty="0">
                <a:solidFill>
                  <a:schemeClr val="bg1"/>
                </a:solidFill>
              </a:rPr>
            </a:br>
            <a:r>
              <a:rPr lang="en-US" sz="2000" dirty="0">
                <a:solidFill>
                  <a:schemeClr val="bg1"/>
                </a:solidFill>
              </a:rPr>
              <a:t>"age": 21</a:t>
            </a:r>
            <a:br>
              <a:rPr lang="en-US" sz="2000" dirty="0">
                <a:solidFill>
                  <a:schemeClr val="bg1"/>
                </a:solidFill>
              </a:rPr>
            </a:br>
            <a:r>
              <a:rPr lang="en-US" sz="2000" dirty="0">
                <a:solidFill>
                  <a:schemeClr val="bg1"/>
                </a:solidFill>
              </a:rPr>
              <a:t>}</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student["city"] = "Delhi"</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student["age"] = 22</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print(student)</a:t>
            </a:r>
          </a:p>
          <a:p>
            <a:r>
              <a:rPr lang="en-US" sz="2000" b="1" dirty="0">
                <a:solidFill>
                  <a:schemeClr val="bg1"/>
                </a:solidFill>
              </a:rPr>
              <a:t>Output</a:t>
            </a:r>
            <a:endParaRPr lang="en-US" sz="2000" dirty="0">
              <a:solidFill>
                <a:schemeClr val="bg1"/>
              </a:solidFill>
            </a:endParaRPr>
          </a:p>
          <a:p>
            <a:pPr lvl="1"/>
            <a:r>
              <a:rPr lang="en-US" sz="2000" dirty="0">
                <a:solidFill>
                  <a:schemeClr val="bg1"/>
                </a:solidFill>
              </a:rPr>
              <a:t>{'name': 'Rahul', 'age': 22, 'city': 'Delhi'}</a:t>
            </a:r>
          </a:p>
        </p:txBody>
      </p:sp>
    </p:spTree>
    <p:extLst>
      <p:ext uri="{BB962C8B-B14F-4D97-AF65-F5344CB8AC3E}">
        <p14:creationId xmlns:p14="http://schemas.microsoft.com/office/powerpoint/2010/main" val="3744597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9277"/>
            <a:ext cx="10978515" cy="590400"/>
          </a:xfrm>
        </p:spPr>
        <p:txBody>
          <a:bodyPr/>
          <a:lstStyle/>
          <a:p>
            <a:r>
              <a:rPr lang="en-US" b="1" dirty="0"/>
              <a:t>Removing Items from Dictionary</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5016758"/>
          </a:xfrm>
          <a:prstGeom prst="rect">
            <a:avLst/>
          </a:prstGeom>
          <a:noFill/>
        </p:spPr>
        <p:txBody>
          <a:bodyPr wrap="square">
            <a:spAutoFit/>
          </a:bodyPr>
          <a:lstStyle/>
          <a:p>
            <a:r>
              <a:rPr lang="en-US" sz="2000" dirty="0">
                <a:solidFill>
                  <a:schemeClr val="bg1"/>
                </a:solidFill>
              </a:rPr>
              <a:t>Common methods to remove elements:</a:t>
            </a:r>
          </a:p>
          <a:p>
            <a:r>
              <a:rPr lang="en-US" sz="2000" dirty="0">
                <a:solidFill>
                  <a:schemeClr val="bg1"/>
                </a:solidFill>
              </a:rPr>
              <a:t>pop()</a:t>
            </a:r>
          </a:p>
          <a:p>
            <a:r>
              <a:rPr lang="en-US" sz="2000" dirty="0">
                <a:solidFill>
                  <a:schemeClr val="bg1"/>
                </a:solidFill>
              </a:rPr>
              <a:t>del</a:t>
            </a:r>
          </a:p>
          <a:p>
            <a:r>
              <a:rPr lang="en-US" sz="2000" dirty="0">
                <a:solidFill>
                  <a:schemeClr val="bg1"/>
                </a:solidFill>
              </a:rPr>
              <a:t>clear()</a:t>
            </a:r>
          </a:p>
          <a:p>
            <a:r>
              <a:rPr lang="en-US" sz="2000" b="1" dirty="0">
                <a:solidFill>
                  <a:schemeClr val="bg1"/>
                </a:solidFill>
              </a:rPr>
              <a:t>Example</a:t>
            </a:r>
            <a:endParaRPr lang="en-US" sz="2000" dirty="0">
              <a:solidFill>
                <a:schemeClr val="bg1"/>
              </a:solidFill>
            </a:endParaRPr>
          </a:p>
          <a:p>
            <a:pPr lvl="1"/>
            <a:r>
              <a:rPr lang="en-US" sz="2000" dirty="0">
                <a:solidFill>
                  <a:schemeClr val="bg1"/>
                </a:solidFill>
              </a:rPr>
              <a:t>student = {</a:t>
            </a:r>
            <a:br>
              <a:rPr lang="en-US" sz="2000" dirty="0">
                <a:solidFill>
                  <a:schemeClr val="bg1"/>
                </a:solidFill>
              </a:rPr>
            </a:br>
            <a:r>
              <a:rPr lang="en-US" sz="2000" dirty="0">
                <a:solidFill>
                  <a:schemeClr val="bg1"/>
                </a:solidFill>
              </a:rPr>
              <a:t>"name": "Rahul",</a:t>
            </a:r>
            <a:br>
              <a:rPr lang="en-US" sz="2000" dirty="0">
                <a:solidFill>
                  <a:schemeClr val="bg1"/>
                </a:solidFill>
              </a:rPr>
            </a:br>
            <a:r>
              <a:rPr lang="en-US" sz="2000" dirty="0">
                <a:solidFill>
                  <a:schemeClr val="bg1"/>
                </a:solidFill>
              </a:rPr>
              <a:t>"age": 21,</a:t>
            </a:r>
            <a:br>
              <a:rPr lang="en-US" sz="2000" dirty="0">
                <a:solidFill>
                  <a:schemeClr val="bg1"/>
                </a:solidFill>
              </a:rPr>
            </a:br>
            <a:r>
              <a:rPr lang="en-US" sz="2000" dirty="0">
                <a:solidFill>
                  <a:schemeClr val="bg1"/>
                </a:solidFill>
              </a:rPr>
              <a:t>"city": "Delhi"</a:t>
            </a:r>
            <a:br>
              <a:rPr lang="en-US" sz="2000" dirty="0">
                <a:solidFill>
                  <a:schemeClr val="bg1"/>
                </a:solidFill>
              </a:rPr>
            </a:br>
            <a:r>
              <a:rPr lang="en-US" sz="2000" dirty="0">
                <a:solidFill>
                  <a:schemeClr val="bg1"/>
                </a:solidFill>
              </a:rPr>
              <a:t>}</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err="1">
                <a:solidFill>
                  <a:schemeClr val="bg1"/>
                </a:solidFill>
              </a:rPr>
              <a:t>student.pop</a:t>
            </a:r>
            <a:r>
              <a:rPr lang="en-US" sz="2000" dirty="0">
                <a:solidFill>
                  <a:schemeClr val="bg1"/>
                </a:solidFill>
              </a:rPr>
              <a:t>("age")</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print(student)</a:t>
            </a:r>
          </a:p>
          <a:p>
            <a:r>
              <a:rPr lang="en-US" sz="2000" b="1" dirty="0">
                <a:solidFill>
                  <a:schemeClr val="bg1"/>
                </a:solidFill>
              </a:rPr>
              <a:t>Output</a:t>
            </a:r>
            <a:endParaRPr lang="en-US" sz="2000" dirty="0">
              <a:solidFill>
                <a:schemeClr val="bg1"/>
              </a:solidFill>
            </a:endParaRPr>
          </a:p>
          <a:p>
            <a:pPr lvl="1"/>
            <a:r>
              <a:rPr lang="en-US" sz="2000" dirty="0">
                <a:solidFill>
                  <a:schemeClr val="bg1"/>
                </a:solidFill>
              </a:rPr>
              <a:t>{'name': 'Rahul', 'city': 'Delhi'}</a:t>
            </a:r>
          </a:p>
        </p:txBody>
      </p:sp>
    </p:spTree>
    <p:extLst>
      <p:ext uri="{BB962C8B-B14F-4D97-AF65-F5344CB8AC3E}">
        <p14:creationId xmlns:p14="http://schemas.microsoft.com/office/powerpoint/2010/main" val="1720760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522804"/>
            <a:ext cx="10978515" cy="590400"/>
          </a:xfrm>
        </p:spPr>
        <p:txBody>
          <a:bodyPr/>
          <a:lstStyle/>
          <a:p>
            <a:r>
              <a:rPr lang="en-US" dirty="0">
                <a:solidFill>
                  <a:schemeClr val="bg2"/>
                </a:solidFill>
                <a:latin typeface="EYInterstate Light" panose="02000506000000020004"/>
              </a:rPr>
              <a:t>LIST, TUPLE, DICTIONARY, SETS</a:t>
            </a:r>
          </a:p>
        </p:txBody>
      </p:sp>
      <p:pic>
        <p:nvPicPr>
          <p:cNvPr id="3074" name="Picture 2">
            <a:extLst>
              <a:ext uri="{FF2B5EF4-FFF2-40B4-BE49-F238E27FC236}">
                <a16:creationId xmlns="" xmlns:a16="http://schemas.microsoft.com/office/drawing/2014/main" id="{C8A8E7C2-D0E6-8B28-13B1-8482A65AEE21}"/>
              </a:ext>
            </a:extLst>
          </p:cNvPr>
          <p:cNvPicPr>
            <a:picLocks noChangeAspect="1" noChangeArrowheads="1"/>
          </p:cNvPicPr>
          <p:nvPr/>
        </p:nvPicPr>
        <p:blipFill rotWithShape="1">
          <a:blip r:embed="rId2">
            <a:clrChange>
              <a:clrFrom>
                <a:srgbClr val="FBF90E"/>
              </a:clrFrom>
              <a:clrTo>
                <a:srgbClr val="FBF90E">
                  <a:alpha val="0"/>
                </a:srgbClr>
              </a:clrTo>
            </a:clrChange>
            <a:extLst>
              <a:ext uri="{28A0092B-C50C-407E-A947-70E740481C1C}">
                <a14:useLocalDpi xmlns:a14="http://schemas.microsoft.com/office/drawing/2010/main" val="0"/>
              </a:ext>
            </a:extLst>
          </a:blip>
          <a:srcRect l="547" t="1798" r="984" b="1923"/>
          <a:stretch/>
        </p:blipFill>
        <p:spPr bwMode="auto">
          <a:xfrm>
            <a:off x="487535" y="1148080"/>
            <a:ext cx="7666182" cy="42164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 xmlns:a16="http://schemas.microsoft.com/office/drawing/2014/main" id="{6ACE69B1-7B6C-1C7D-4A28-75744E81B22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53717" y="4712194"/>
            <a:ext cx="3868736" cy="1971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522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04C760C2-5B6E-9780-0209-73B01D7CF369}"/>
              </a:ext>
            </a:extLst>
          </p:cNvPr>
          <p:cNvSpPr/>
          <p:nvPr/>
        </p:nvSpPr>
        <p:spPr>
          <a:xfrm>
            <a:off x="1984310" y="2202938"/>
            <a:ext cx="7538720" cy="21336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sp>
        <p:nvSpPr>
          <p:cNvPr id="13" name="Rectangle 12">
            <a:extLst>
              <a:ext uri="{FF2B5EF4-FFF2-40B4-BE49-F238E27FC236}">
                <a16:creationId xmlns="" xmlns:a16="http://schemas.microsoft.com/office/drawing/2014/main" id="{D0532A0D-6E8C-4E9B-5320-9258064608DC}"/>
              </a:ext>
            </a:extLst>
          </p:cNvPr>
          <p:cNvSpPr/>
          <p:nvPr/>
        </p:nvSpPr>
        <p:spPr>
          <a:xfrm>
            <a:off x="267269" y="182881"/>
            <a:ext cx="7538720" cy="21336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sp>
        <p:nvSpPr>
          <p:cNvPr id="11" name="Rectangle 10">
            <a:extLst>
              <a:ext uri="{FF2B5EF4-FFF2-40B4-BE49-F238E27FC236}">
                <a16:creationId xmlns="" xmlns:a16="http://schemas.microsoft.com/office/drawing/2014/main" id="{7B59ABB4-5DAF-6B11-66AF-0513BF93AF69}"/>
              </a:ext>
            </a:extLst>
          </p:cNvPr>
          <p:cNvSpPr/>
          <p:nvPr/>
        </p:nvSpPr>
        <p:spPr>
          <a:xfrm>
            <a:off x="7966040" y="2579455"/>
            <a:ext cx="4229134" cy="4276759"/>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pic>
        <p:nvPicPr>
          <p:cNvPr id="7" name="Picture 6">
            <a:extLst>
              <a:ext uri="{FF2B5EF4-FFF2-40B4-BE49-F238E27FC236}">
                <a16:creationId xmlns="" xmlns:a16="http://schemas.microsoft.com/office/drawing/2014/main" id="{4C0B900F-DC2E-5CC7-203F-9B5EF5E12F7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174" y="0"/>
            <a:ext cx="12192000" cy="6854430"/>
          </a:xfrm>
          <a:prstGeom prst="rect">
            <a:avLst/>
          </a:prstGeom>
        </p:spPr>
      </p:pic>
      <p:sp>
        <p:nvSpPr>
          <p:cNvPr id="10" name="Rectangle 9">
            <a:extLst>
              <a:ext uri="{FF2B5EF4-FFF2-40B4-BE49-F238E27FC236}">
                <a16:creationId xmlns="" xmlns:a16="http://schemas.microsoft.com/office/drawing/2014/main" id="{E5791553-87C2-4EA4-8202-CB0E4B4A56B2}"/>
              </a:ext>
            </a:extLst>
          </p:cNvPr>
          <p:cNvSpPr/>
          <p:nvPr/>
        </p:nvSpPr>
        <p:spPr>
          <a:xfrm>
            <a:off x="1984310" y="2204721"/>
            <a:ext cx="7538720" cy="2133600"/>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dirty="0"/>
          </a:p>
        </p:txBody>
      </p:sp>
      <p:sp>
        <p:nvSpPr>
          <p:cNvPr id="6" name="Title 3">
            <a:extLst>
              <a:ext uri="{FF2B5EF4-FFF2-40B4-BE49-F238E27FC236}">
                <a16:creationId xmlns="" xmlns:a16="http://schemas.microsoft.com/office/drawing/2014/main" id="{9DFF527A-87F0-452E-AD36-6BE281B76E90}"/>
              </a:ext>
            </a:extLst>
          </p:cNvPr>
          <p:cNvSpPr txBox="1">
            <a:spLocks/>
          </p:cNvSpPr>
          <p:nvPr/>
        </p:nvSpPr>
        <p:spPr>
          <a:xfrm>
            <a:off x="1863464" y="2514005"/>
            <a:ext cx="7780413" cy="1041175"/>
          </a:xfrm>
          <a:prstGeom prst="rect">
            <a:avLst/>
          </a:prstGeom>
        </p:spPr>
        <p:txBody>
          <a:bodyPr vert="horz" lIns="91392" tIns="45696" rIns="91392" bIns="45696" rtlCol="0" anchor="b">
            <a:normAutofit lnSpcReduction="1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algn="ctr"/>
            <a:r>
              <a:rPr lang="en-IN" sz="7196">
                <a:solidFill>
                  <a:srgbClr val="FFE600"/>
                </a:solidFill>
                <a:latin typeface="EYInterstate" panose="02000503020000020004"/>
                <a:cs typeface="Arial" panose="020B0604020202020204" pitchFamily="34" charset="0"/>
              </a:rPr>
              <a:t>FUNCTION </a:t>
            </a:r>
            <a:endParaRPr lang="en-IN" sz="7196" dirty="0">
              <a:solidFill>
                <a:srgbClr val="FFE600"/>
              </a:solidFill>
              <a:latin typeface="EYInterstate" panose="02000503020000020004"/>
              <a:cs typeface="Arial" panose="020B0604020202020204" pitchFamily="34" charset="0"/>
            </a:endParaRPr>
          </a:p>
        </p:txBody>
      </p:sp>
      <p:sp>
        <p:nvSpPr>
          <p:cNvPr id="8" name="Text Placeholder 4">
            <a:extLst>
              <a:ext uri="{FF2B5EF4-FFF2-40B4-BE49-F238E27FC236}">
                <a16:creationId xmlns="" xmlns:a16="http://schemas.microsoft.com/office/drawing/2014/main" id="{CA1211D5-1F23-47AD-8F3B-90D1655805C7}"/>
              </a:ext>
            </a:extLst>
          </p:cNvPr>
          <p:cNvSpPr txBox="1">
            <a:spLocks/>
          </p:cNvSpPr>
          <p:nvPr/>
        </p:nvSpPr>
        <p:spPr>
          <a:xfrm>
            <a:off x="2288621" y="3673429"/>
            <a:ext cx="6550783" cy="466183"/>
          </a:xfrm>
          <a:prstGeom prst="rect">
            <a:avLst/>
          </a:prstGeom>
        </p:spPr>
        <p:txBody>
          <a:bodyPr vert="horz" lIns="91392" tIns="45696" rIns="91392" bIns="45696"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399" dirty="0">
                <a:latin typeface="EYInterstate" panose="02000503020000020004"/>
                <a:cs typeface="Arial" panose="020B0604020202020204" pitchFamily="34" charset="0"/>
              </a:rPr>
              <a:t>FUNCTION USING PYTHON</a:t>
            </a:r>
          </a:p>
        </p:txBody>
      </p:sp>
      <p:cxnSp>
        <p:nvCxnSpPr>
          <p:cNvPr id="12" name="Straight Connector 11">
            <a:extLst>
              <a:ext uri="{FF2B5EF4-FFF2-40B4-BE49-F238E27FC236}">
                <a16:creationId xmlns="" xmlns:a16="http://schemas.microsoft.com/office/drawing/2014/main" id="{8532426A-5F5D-4775-AFF8-AA12B3EB8B7D}"/>
              </a:ext>
            </a:extLst>
          </p:cNvPr>
          <p:cNvCxnSpPr>
            <a:cxnSpLocks/>
          </p:cNvCxnSpPr>
          <p:nvPr/>
        </p:nvCxnSpPr>
        <p:spPr>
          <a:xfrm>
            <a:off x="2308941" y="3475904"/>
            <a:ext cx="64216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608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41577"/>
            <a:ext cx="10978515" cy="590400"/>
          </a:xfrm>
        </p:spPr>
        <p:txBody>
          <a:bodyPr/>
          <a:lstStyle/>
          <a:p>
            <a:r>
              <a:rPr lang="en-US" dirty="0">
                <a:solidFill>
                  <a:schemeClr val="bg2"/>
                </a:solidFill>
                <a:latin typeface="EYInterstate Light" panose="02000506000000020004"/>
              </a:rPr>
              <a:t>SYNTAX AND BASICS OF A FUNCTION </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6"/>
            <a:ext cx="10972799" cy="923330"/>
          </a:xfrm>
          <a:prstGeom prst="rect">
            <a:avLst/>
          </a:prstGeom>
          <a:noFill/>
        </p:spPr>
        <p:txBody>
          <a:bodyPr wrap="square">
            <a:spAutoFit/>
          </a:bodyPr>
          <a:lstStyle/>
          <a:p>
            <a:r>
              <a:rPr lang="en-US" dirty="0">
                <a:solidFill>
                  <a:schemeClr val="bg2"/>
                </a:solidFill>
                <a:latin typeface="EYInterstate" panose="02000503020000020004"/>
              </a:rPr>
              <a:t>In Python, a function is a block of code that performs a specific task. Functions are defined using the def keyword, followed by the function name, a set of parentheses, and a colon. The body of the function is indented and contains the code that performs the task.</a:t>
            </a:r>
            <a:endParaRPr lang="en-IN" dirty="0">
              <a:solidFill>
                <a:schemeClr val="bg2"/>
              </a:solidFill>
              <a:latin typeface="EYInterstate" panose="02000503020000020004"/>
            </a:endParaRPr>
          </a:p>
        </p:txBody>
      </p:sp>
      <p:pic>
        <p:nvPicPr>
          <p:cNvPr id="4" name="Picture 3">
            <a:extLst>
              <a:ext uri="{FF2B5EF4-FFF2-40B4-BE49-F238E27FC236}">
                <a16:creationId xmlns="" xmlns:a16="http://schemas.microsoft.com/office/drawing/2014/main" id="{B23BD802-BA18-C87D-CF90-819C7D573180}"/>
              </a:ext>
            </a:extLst>
          </p:cNvPr>
          <p:cNvPicPr>
            <a:picLocks noChangeAspect="1"/>
          </p:cNvPicPr>
          <p:nvPr/>
        </p:nvPicPr>
        <p:blipFill>
          <a:blip r:embed="rId2"/>
          <a:stretch>
            <a:fillRect/>
          </a:stretch>
        </p:blipFill>
        <p:spPr>
          <a:xfrm>
            <a:off x="552055" y="2687718"/>
            <a:ext cx="5547120" cy="3173819"/>
          </a:xfrm>
          <a:prstGeom prst="rect">
            <a:avLst/>
          </a:prstGeom>
        </p:spPr>
      </p:pic>
      <p:pic>
        <p:nvPicPr>
          <p:cNvPr id="5" name="Picture 4">
            <a:extLst>
              <a:ext uri="{FF2B5EF4-FFF2-40B4-BE49-F238E27FC236}">
                <a16:creationId xmlns="" xmlns:a16="http://schemas.microsoft.com/office/drawing/2014/main" id="{C269E09F-110E-2A39-0041-F3063DF4441F}"/>
              </a:ext>
            </a:extLst>
          </p:cNvPr>
          <p:cNvPicPr>
            <a:picLocks noChangeAspect="1"/>
          </p:cNvPicPr>
          <p:nvPr/>
        </p:nvPicPr>
        <p:blipFill rotWithShape="1">
          <a:blip r:embed="rId3"/>
          <a:srcRect r="22207"/>
          <a:stretch/>
        </p:blipFill>
        <p:spPr>
          <a:xfrm>
            <a:off x="6204345" y="2806462"/>
            <a:ext cx="5889484" cy="2293859"/>
          </a:xfrm>
          <a:prstGeom prst="rect">
            <a:avLst/>
          </a:prstGeom>
          <a:ln>
            <a:solidFill>
              <a:schemeClr val="tx1"/>
            </a:solidFill>
          </a:ln>
        </p:spPr>
      </p:pic>
    </p:spTree>
    <p:extLst>
      <p:ext uri="{BB962C8B-B14F-4D97-AF65-F5344CB8AC3E}">
        <p14:creationId xmlns:p14="http://schemas.microsoft.com/office/powerpoint/2010/main" val="3909356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9918" y="471640"/>
            <a:ext cx="10978515" cy="590400"/>
          </a:xfrm>
        </p:spPr>
        <p:txBody>
          <a:bodyPr/>
          <a:lstStyle/>
          <a:p>
            <a:r>
              <a:rPr lang="en-US" dirty="0">
                <a:solidFill>
                  <a:schemeClr val="bg2"/>
                </a:solidFill>
                <a:latin typeface="EYInterstate Light" panose="02000506000000020004"/>
              </a:rPr>
              <a:t>THE LOCAL AND GLOBAL SCOPE OF A VARIABLES</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010197"/>
            <a:ext cx="10972799" cy="646331"/>
          </a:xfrm>
          <a:prstGeom prst="rect">
            <a:avLst/>
          </a:prstGeom>
          <a:noFill/>
        </p:spPr>
        <p:txBody>
          <a:bodyPr wrap="square">
            <a:spAutoFit/>
          </a:bodyPr>
          <a:lstStyle/>
          <a:p>
            <a:r>
              <a:rPr lang="en-US" dirty="0">
                <a:solidFill>
                  <a:schemeClr val="bg2"/>
                </a:solidFill>
                <a:latin typeface="EYInterstate" panose="02000503020000020004"/>
              </a:rPr>
              <a:t>In Python, variables can have either local or global scope. The scope of a variable refers to the parts of the program where that variable can be accessed.</a:t>
            </a:r>
            <a:endParaRPr lang="en-IN" dirty="0">
              <a:solidFill>
                <a:schemeClr val="bg2"/>
              </a:solidFill>
              <a:latin typeface="EYInterstate" panose="02000503020000020004"/>
            </a:endParaRPr>
          </a:p>
        </p:txBody>
      </p:sp>
      <p:sp>
        <p:nvSpPr>
          <p:cNvPr id="6" name="TextBox 5">
            <a:extLst>
              <a:ext uri="{FF2B5EF4-FFF2-40B4-BE49-F238E27FC236}">
                <a16:creationId xmlns="" xmlns:a16="http://schemas.microsoft.com/office/drawing/2014/main" id="{2E945344-7AA7-7DAD-89D3-A96EDC30BD2A}"/>
              </a:ext>
            </a:extLst>
          </p:cNvPr>
          <p:cNvSpPr txBox="1"/>
          <p:nvPr/>
        </p:nvSpPr>
        <p:spPr>
          <a:xfrm>
            <a:off x="612775" y="1944916"/>
            <a:ext cx="10972798" cy="923330"/>
          </a:xfrm>
          <a:prstGeom prst="rect">
            <a:avLst/>
          </a:prstGeom>
          <a:noFill/>
        </p:spPr>
        <p:txBody>
          <a:bodyPr wrap="square">
            <a:spAutoFit/>
          </a:bodyPr>
          <a:lstStyle/>
          <a:p>
            <a:r>
              <a:rPr lang="en-IN" b="1" dirty="0">
                <a:solidFill>
                  <a:schemeClr val="bg2"/>
                </a:solidFill>
              </a:rPr>
              <a:t>Local Variables:</a:t>
            </a:r>
          </a:p>
          <a:p>
            <a:r>
              <a:rPr lang="en-IN" dirty="0">
                <a:solidFill>
                  <a:schemeClr val="bg2"/>
                </a:solidFill>
              </a:rPr>
              <a:t>Local variables are variables that are declared inside a function. They are only accessible within the function in which they are defined. Here is an example:</a:t>
            </a:r>
          </a:p>
        </p:txBody>
      </p:sp>
      <p:pic>
        <p:nvPicPr>
          <p:cNvPr id="7" name="Picture 6">
            <a:extLst>
              <a:ext uri="{FF2B5EF4-FFF2-40B4-BE49-F238E27FC236}">
                <a16:creationId xmlns="" xmlns:a16="http://schemas.microsoft.com/office/drawing/2014/main" id="{0AA72329-FE58-3B16-7BFD-C78BE47C0653}"/>
              </a:ext>
            </a:extLst>
          </p:cNvPr>
          <p:cNvPicPr>
            <a:picLocks noChangeAspect="1"/>
          </p:cNvPicPr>
          <p:nvPr/>
        </p:nvPicPr>
        <p:blipFill>
          <a:blip r:embed="rId2"/>
          <a:stretch>
            <a:fillRect/>
          </a:stretch>
        </p:blipFill>
        <p:spPr>
          <a:xfrm>
            <a:off x="5053965" y="2606040"/>
            <a:ext cx="4919870" cy="1645920"/>
          </a:xfrm>
          <a:prstGeom prst="rect">
            <a:avLst/>
          </a:prstGeom>
          <a:ln>
            <a:solidFill>
              <a:schemeClr val="tx1"/>
            </a:solidFill>
          </a:ln>
        </p:spPr>
      </p:pic>
      <p:sp>
        <p:nvSpPr>
          <p:cNvPr id="9" name="TextBox 8">
            <a:extLst>
              <a:ext uri="{FF2B5EF4-FFF2-40B4-BE49-F238E27FC236}">
                <a16:creationId xmlns="" xmlns:a16="http://schemas.microsoft.com/office/drawing/2014/main" id="{C40A0964-D187-60D1-4339-947E0013681D}"/>
              </a:ext>
            </a:extLst>
          </p:cNvPr>
          <p:cNvSpPr txBox="1"/>
          <p:nvPr/>
        </p:nvSpPr>
        <p:spPr>
          <a:xfrm>
            <a:off x="612776" y="4123620"/>
            <a:ext cx="11236960" cy="923330"/>
          </a:xfrm>
          <a:prstGeom prst="rect">
            <a:avLst/>
          </a:prstGeom>
          <a:noFill/>
        </p:spPr>
        <p:txBody>
          <a:bodyPr wrap="square">
            <a:spAutoFit/>
          </a:bodyPr>
          <a:lstStyle/>
          <a:p>
            <a:r>
              <a:rPr lang="en-IN" b="1" dirty="0">
                <a:solidFill>
                  <a:schemeClr val="bg2"/>
                </a:solidFill>
              </a:rPr>
              <a:t>Global Variables:</a:t>
            </a:r>
            <a:endParaRPr lang="en-IN" dirty="0">
              <a:solidFill>
                <a:schemeClr val="bg2"/>
              </a:solidFill>
            </a:endParaRPr>
          </a:p>
          <a:p>
            <a:r>
              <a:rPr lang="en-IN" dirty="0">
                <a:solidFill>
                  <a:schemeClr val="bg2"/>
                </a:solidFill>
              </a:rPr>
              <a:t>Global variables are variables that are declared outside of any function, and can be accessed from anywhere in the program. Here is an example:</a:t>
            </a:r>
          </a:p>
        </p:txBody>
      </p:sp>
      <p:pic>
        <p:nvPicPr>
          <p:cNvPr id="10" name="Picture 9">
            <a:extLst>
              <a:ext uri="{FF2B5EF4-FFF2-40B4-BE49-F238E27FC236}">
                <a16:creationId xmlns="" xmlns:a16="http://schemas.microsoft.com/office/drawing/2014/main" id="{F9847CE6-656A-2C2C-D5F6-C9B45E8BE3F8}"/>
              </a:ext>
            </a:extLst>
          </p:cNvPr>
          <p:cNvPicPr>
            <a:picLocks noChangeAspect="1"/>
          </p:cNvPicPr>
          <p:nvPr/>
        </p:nvPicPr>
        <p:blipFill>
          <a:blip r:embed="rId3"/>
          <a:stretch>
            <a:fillRect/>
          </a:stretch>
        </p:blipFill>
        <p:spPr>
          <a:xfrm>
            <a:off x="4445000" y="4822268"/>
            <a:ext cx="3714750" cy="1739900"/>
          </a:xfrm>
          <a:prstGeom prst="rect">
            <a:avLst/>
          </a:prstGeom>
          <a:ln>
            <a:solidFill>
              <a:schemeClr val="tx1"/>
            </a:solidFill>
          </a:ln>
        </p:spPr>
      </p:pic>
    </p:spTree>
    <p:extLst>
      <p:ext uri="{BB962C8B-B14F-4D97-AF65-F5344CB8AC3E}">
        <p14:creationId xmlns:p14="http://schemas.microsoft.com/office/powerpoint/2010/main" val="382196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07060" y="532116"/>
            <a:ext cx="10978515" cy="590400"/>
          </a:xfrm>
        </p:spPr>
        <p:txBody>
          <a:bodyPr/>
          <a:lstStyle/>
          <a:p>
            <a:r>
              <a:rPr lang="en-US" b="1" dirty="0">
                <a:solidFill>
                  <a:schemeClr val="bg2"/>
                </a:solidFill>
                <a:latin typeface="EYInterstate Light" panose="02000506000000020004"/>
              </a:rPr>
              <a:t>THE RETURN STATEMENT</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7"/>
            <a:ext cx="10972799" cy="1200329"/>
          </a:xfrm>
          <a:prstGeom prst="rect">
            <a:avLst/>
          </a:prstGeom>
          <a:noFill/>
        </p:spPr>
        <p:txBody>
          <a:bodyPr wrap="square">
            <a:spAutoFit/>
          </a:bodyPr>
          <a:lstStyle/>
          <a:p>
            <a:r>
              <a:rPr lang="en-US" dirty="0">
                <a:solidFill>
                  <a:schemeClr val="bg2"/>
                </a:solidFill>
                <a:latin typeface="EYInterstate" panose="02000503020000020004"/>
              </a:rPr>
              <a:t>In Python, the return statement is used to return a value from a function. When a function is called, it may perform some operations and produce a result. This result can be returned to the caller using the return statement.</a:t>
            </a:r>
          </a:p>
          <a:p>
            <a:endParaRPr lang="en-US" dirty="0">
              <a:solidFill>
                <a:schemeClr val="bg2"/>
              </a:solidFill>
              <a:latin typeface="EYInterstate" panose="02000503020000020004"/>
            </a:endParaRPr>
          </a:p>
          <a:p>
            <a:r>
              <a:rPr lang="en-US" dirty="0">
                <a:solidFill>
                  <a:schemeClr val="bg2"/>
                </a:solidFill>
                <a:latin typeface="EYInterstate" panose="02000503020000020004"/>
              </a:rPr>
              <a:t>Here is an example:</a:t>
            </a:r>
          </a:p>
        </p:txBody>
      </p:sp>
      <p:pic>
        <p:nvPicPr>
          <p:cNvPr id="2" name="Picture 1">
            <a:extLst>
              <a:ext uri="{FF2B5EF4-FFF2-40B4-BE49-F238E27FC236}">
                <a16:creationId xmlns="" xmlns:a16="http://schemas.microsoft.com/office/drawing/2014/main" id="{F5D8E024-A147-A833-8C83-0F332832D167}"/>
              </a:ext>
            </a:extLst>
          </p:cNvPr>
          <p:cNvPicPr>
            <a:picLocks noChangeAspect="1"/>
          </p:cNvPicPr>
          <p:nvPr/>
        </p:nvPicPr>
        <p:blipFill>
          <a:blip r:embed="rId2"/>
          <a:stretch>
            <a:fillRect/>
          </a:stretch>
        </p:blipFill>
        <p:spPr>
          <a:xfrm>
            <a:off x="1560830" y="3237865"/>
            <a:ext cx="8841782" cy="2792819"/>
          </a:xfrm>
          <a:prstGeom prst="rect">
            <a:avLst/>
          </a:prstGeom>
          <a:ln>
            <a:solidFill>
              <a:schemeClr val="tx1"/>
            </a:solidFill>
          </a:ln>
        </p:spPr>
      </p:pic>
    </p:spTree>
    <p:extLst>
      <p:ext uri="{BB962C8B-B14F-4D97-AF65-F5344CB8AC3E}">
        <p14:creationId xmlns:p14="http://schemas.microsoft.com/office/powerpoint/2010/main" val="1057623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b="1" dirty="0">
                <a:solidFill>
                  <a:schemeClr val="bg2"/>
                </a:solidFill>
                <a:latin typeface="EYInterstate Light" panose="02000506000000020004"/>
              </a:rPr>
              <a:t>RECURSIVE FUNCTION</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6"/>
            <a:ext cx="10972799" cy="1477328"/>
          </a:xfrm>
          <a:prstGeom prst="rect">
            <a:avLst/>
          </a:prstGeom>
          <a:noFill/>
        </p:spPr>
        <p:txBody>
          <a:bodyPr wrap="square">
            <a:spAutoFit/>
          </a:bodyPr>
          <a:lstStyle/>
          <a:p>
            <a:r>
              <a:rPr lang="en-US" dirty="0">
                <a:solidFill>
                  <a:schemeClr val="bg2"/>
                </a:solidFill>
                <a:latin typeface="EYInterstate" panose="02000503020000020004"/>
              </a:rPr>
              <a:t>A recursive function in Python is a function that calls itself during its execution. This can be useful when we need to perform the same task repeatedly, with slightly different inputs each time. Recursive functions can be a powerful tool for solving complex problems, but they can also be tricky to implement correctly.</a:t>
            </a:r>
          </a:p>
          <a:p>
            <a:endParaRPr lang="en-US" dirty="0">
              <a:solidFill>
                <a:schemeClr val="bg2"/>
              </a:solidFill>
              <a:latin typeface="EYInterstate" panose="02000503020000020004"/>
            </a:endParaRPr>
          </a:p>
          <a:p>
            <a:r>
              <a:rPr lang="en-US" dirty="0">
                <a:solidFill>
                  <a:schemeClr val="bg2"/>
                </a:solidFill>
                <a:latin typeface="EYInterstate" panose="02000503020000020004"/>
              </a:rPr>
              <a:t>Here's an example of a simple recursive function in Python that calculates the factorial of a number:</a:t>
            </a:r>
          </a:p>
        </p:txBody>
      </p:sp>
      <p:pic>
        <p:nvPicPr>
          <p:cNvPr id="2" name="Picture 1">
            <a:extLst>
              <a:ext uri="{FF2B5EF4-FFF2-40B4-BE49-F238E27FC236}">
                <a16:creationId xmlns="" xmlns:a16="http://schemas.microsoft.com/office/drawing/2014/main" id="{42D294A6-1FA8-A7EF-D03F-8CD9DCD6D3F7}"/>
              </a:ext>
            </a:extLst>
          </p:cNvPr>
          <p:cNvPicPr>
            <a:picLocks noChangeAspect="1"/>
          </p:cNvPicPr>
          <p:nvPr/>
        </p:nvPicPr>
        <p:blipFill>
          <a:blip r:embed="rId2"/>
          <a:stretch>
            <a:fillRect/>
          </a:stretch>
        </p:blipFill>
        <p:spPr>
          <a:xfrm>
            <a:off x="3310255" y="3038475"/>
            <a:ext cx="5328920" cy="3355711"/>
          </a:xfrm>
          <a:prstGeom prst="rect">
            <a:avLst/>
          </a:prstGeom>
          <a:ln>
            <a:solidFill>
              <a:schemeClr val="tx1"/>
            </a:solidFill>
          </a:ln>
        </p:spPr>
      </p:pic>
    </p:spTree>
    <p:extLst>
      <p:ext uri="{BB962C8B-B14F-4D97-AF65-F5344CB8AC3E}">
        <p14:creationId xmlns:p14="http://schemas.microsoft.com/office/powerpoint/2010/main" val="3804903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dirty="0">
                <a:solidFill>
                  <a:schemeClr val="bg2"/>
                </a:solidFill>
                <a:latin typeface="EYInterstate Light" panose="02000506000000020004"/>
              </a:rPr>
              <a:t>RECURSIVE FUNCTION</a:t>
            </a: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6"/>
            <a:ext cx="10972799" cy="1477328"/>
          </a:xfrm>
          <a:prstGeom prst="rect">
            <a:avLst/>
          </a:prstGeom>
          <a:noFill/>
        </p:spPr>
        <p:txBody>
          <a:bodyPr wrap="square">
            <a:spAutoFit/>
          </a:bodyPr>
          <a:lstStyle/>
          <a:p>
            <a:r>
              <a:rPr lang="en-US" dirty="0">
                <a:solidFill>
                  <a:schemeClr val="bg2"/>
                </a:solidFill>
                <a:latin typeface="EYInterstate" panose="02000503020000020004"/>
              </a:rPr>
              <a:t>A recursive function in Python is a function that calls itself during its execution. This can be useful when we need to perform the same task repeatedly, with slightly different inputs each time. Recursive functions can be a powerful tool for solving complex problems, but they can also be tricky to implement correctly.</a:t>
            </a:r>
          </a:p>
          <a:p>
            <a:endParaRPr lang="en-US" dirty="0">
              <a:solidFill>
                <a:schemeClr val="bg2"/>
              </a:solidFill>
              <a:latin typeface="EYInterstate" panose="02000503020000020004"/>
            </a:endParaRPr>
          </a:p>
          <a:p>
            <a:r>
              <a:rPr lang="en-US" dirty="0">
                <a:solidFill>
                  <a:schemeClr val="bg2"/>
                </a:solidFill>
                <a:latin typeface="EYInterstate" panose="02000503020000020004"/>
              </a:rPr>
              <a:t>Here's an example of a simple recursive function in Python that calculates the factorial of a number:</a:t>
            </a:r>
          </a:p>
        </p:txBody>
      </p:sp>
      <p:pic>
        <p:nvPicPr>
          <p:cNvPr id="2" name="Picture 1">
            <a:extLst>
              <a:ext uri="{FF2B5EF4-FFF2-40B4-BE49-F238E27FC236}">
                <a16:creationId xmlns="" xmlns:a16="http://schemas.microsoft.com/office/drawing/2014/main" id="{42D294A6-1FA8-A7EF-D03F-8CD9DCD6D3F7}"/>
              </a:ext>
            </a:extLst>
          </p:cNvPr>
          <p:cNvPicPr>
            <a:picLocks noChangeAspect="1"/>
          </p:cNvPicPr>
          <p:nvPr/>
        </p:nvPicPr>
        <p:blipFill>
          <a:blip r:embed="rId2"/>
          <a:stretch>
            <a:fillRect/>
          </a:stretch>
        </p:blipFill>
        <p:spPr>
          <a:xfrm>
            <a:off x="3310255" y="3038475"/>
            <a:ext cx="5328920" cy="3355711"/>
          </a:xfrm>
          <a:prstGeom prst="rect">
            <a:avLst/>
          </a:prstGeom>
          <a:ln>
            <a:solidFill>
              <a:schemeClr val="tx1"/>
            </a:solidFill>
          </a:ln>
        </p:spPr>
      </p:pic>
    </p:spTree>
    <p:extLst>
      <p:ext uri="{BB962C8B-B14F-4D97-AF65-F5344CB8AC3E}">
        <p14:creationId xmlns:p14="http://schemas.microsoft.com/office/powerpoint/2010/main" val="2234280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b="1" dirty="0"/>
              <a:t>Modules in Python</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6"/>
            <a:ext cx="10972799" cy="5324535"/>
          </a:xfrm>
          <a:prstGeom prst="rect">
            <a:avLst/>
          </a:prstGeom>
          <a:noFill/>
        </p:spPr>
        <p:txBody>
          <a:bodyPr wrap="square">
            <a:spAutoFit/>
          </a:bodyPr>
          <a:lstStyle/>
          <a:p>
            <a:r>
              <a:rPr lang="en-US" sz="2000" b="1" dirty="0">
                <a:solidFill>
                  <a:schemeClr val="bg1"/>
                </a:solidFill>
              </a:rPr>
              <a:t>What is a Module?</a:t>
            </a:r>
          </a:p>
          <a:p>
            <a:pPr marL="285750" indent="-285750">
              <a:buFont typeface="Arial" pitchFamily="34" charset="0"/>
              <a:buChar char="•"/>
            </a:pPr>
            <a:r>
              <a:rPr lang="en-US" sz="2000" dirty="0">
                <a:solidFill>
                  <a:schemeClr val="bg1"/>
                </a:solidFill>
              </a:rPr>
              <a:t>A </a:t>
            </a:r>
            <a:r>
              <a:rPr lang="en-US" sz="2000" b="1" dirty="0">
                <a:solidFill>
                  <a:schemeClr val="bg1"/>
                </a:solidFill>
              </a:rPr>
              <a:t>module</a:t>
            </a:r>
            <a:r>
              <a:rPr lang="en-US" sz="2000" dirty="0">
                <a:solidFill>
                  <a:schemeClr val="bg1"/>
                </a:solidFill>
              </a:rPr>
              <a:t> is a Python file that contains code such as:</a:t>
            </a:r>
          </a:p>
          <a:p>
            <a:pPr marL="742950" lvl="1" indent="-285750">
              <a:buFont typeface="Arial" pitchFamily="34" charset="0"/>
              <a:buChar char="•"/>
            </a:pPr>
            <a:r>
              <a:rPr lang="en-US" sz="2000" dirty="0">
                <a:solidFill>
                  <a:schemeClr val="bg1"/>
                </a:solidFill>
              </a:rPr>
              <a:t>functions</a:t>
            </a:r>
          </a:p>
          <a:p>
            <a:pPr marL="742950" lvl="1" indent="-285750">
              <a:buFont typeface="Arial" pitchFamily="34" charset="0"/>
              <a:buChar char="•"/>
            </a:pPr>
            <a:r>
              <a:rPr lang="en-US" sz="2000" dirty="0">
                <a:solidFill>
                  <a:schemeClr val="bg1"/>
                </a:solidFill>
              </a:rPr>
              <a:t>variables</a:t>
            </a:r>
          </a:p>
          <a:p>
            <a:pPr marL="742950" lvl="1" indent="-285750">
              <a:buFont typeface="Arial" pitchFamily="34" charset="0"/>
              <a:buChar char="•"/>
            </a:pPr>
            <a:r>
              <a:rPr lang="en-US" sz="2000" dirty="0">
                <a:solidFill>
                  <a:schemeClr val="bg1"/>
                </a:solidFill>
              </a:rPr>
              <a:t>classes</a:t>
            </a:r>
          </a:p>
          <a:p>
            <a:pPr marL="285750" indent="-285750">
              <a:buFont typeface="Arial" pitchFamily="34" charset="0"/>
              <a:buChar char="•"/>
            </a:pPr>
            <a:r>
              <a:rPr lang="en-US" sz="2000" dirty="0">
                <a:solidFill>
                  <a:schemeClr val="bg1"/>
                </a:solidFill>
              </a:rPr>
              <a:t>It helps us </a:t>
            </a:r>
            <a:r>
              <a:rPr lang="en-US" sz="2000" b="1" dirty="0">
                <a:solidFill>
                  <a:schemeClr val="bg1"/>
                </a:solidFill>
              </a:rPr>
              <a:t>reuse code in multiple programs</a:t>
            </a:r>
            <a:r>
              <a:rPr lang="en-US" sz="2000" dirty="0" smtClean="0">
                <a:solidFill>
                  <a:schemeClr val="bg1"/>
                </a:solidFill>
              </a:rPr>
              <a:t>.</a:t>
            </a:r>
          </a:p>
          <a:p>
            <a:pPr marL="285750" indent="-285750">
              <a:buFont typeface="Arial" pitchFamily="34" charset="0"/>
              <a:buChar char="•"/>
            </a:pPr>
            <a:endParaRPr lang="en-US" sz="2000" dirty="0">
              <a:solidFill>
                <a:schemeClr val="bg1"/>
              </a:solidFill>
            </a:endParaRPr>
          </a:p>
          <a:p>
            <a:r>
              <a:rPr lang="en-US" sz="2000" b="1" dirty="0">
                <a:solidFill>
                  <a:schemeClr val="bg1"/>
                </a:solidFill>
              </a:rPr>
              <a:t>Why Use Modules?</a:t>
            </a:r>
          </a:p>
          <a:p>
            <a:pPr marL="742950" lvl="1" indent="-285750">
              <a:buFont typeface="Arial" pitchFamily="34" charset="0"/>
              <a:buChar char="•"/>
            </a:pPr>
            <a:r>
              <a:rPr lang="en-US" sz="2000" dirty="0">
                <a:solidFill>
                  <a:schemeClr val="bg1"/>
                </a:solidFill>
              </a:rPr>
              <a:t>Organize large programs</a:t>
            </a:r>
          </a:p>
          <a:p>
            <a:pPr marL="742950" lvl="1" indent="-285750">
              <a:buFont typeface="Arial" pitchFamily="34" charset="0"/>
              <a:buChar char="•"/>
            </a:pPr>
            <a:r>
              <a:rPr lang="en-US" sz="2000" dirty="0">
                <a:solidFill>
                  <a:schemeClr val="bg1"/>
                </a:solidFill>
              </a:rPr>
              <a:t>Avoid writing the same code again</a:t>
            </a:r>
          </a:p>
          <a:p>
            <a:pPr marL="742950" lvl="1" indent="-285750">
              <a:buFont typeface="Arial" pitchFamily="34" charset="0"/>
              <a:buChar char="•"/>
            </a:pPr>
            <a:r>
              <a:rPr lang="en-US" sz="2000" dirty="0">
                <a:solidFill>
                  <a:schemeClr val="bg1"/>
                </a:solidFill>
              </a:rPr>
              <a:t>Make programs easier to </a:t>
            </a:r>
            <a:r>
              <a:rPr lang="en-US" sz="2000" dirty="0" smtClean="0">
                <a:solidFill>
                  <a:schemeClr val="bg1"/>
                </a:solidFill>
              </a:rPr>
              <a:t>manage</a:t>
            </a:r>
          </a:p>
          <a:p>
            <a:r>
              <a:rPr lang="en-US" sz="2000" b="1" dirty="0">
                <a:solidFill>
                  <a:schemeClr val="bg1"/>
                </a:solidFill>
              </a:rPr>
              <a:t>Example</a:t>
            </a:r>
          </a:p>
          <a:p>
            <a:pPr lvl="1"/>
            <a:r>
              <a:rPr lang="en-US" sz="2000" dirty="0">
                <a:solidFill>
                  <a:schemeClr val="bg1"/>
                </a:solidFill>
              </a:rPr>
              <a:t>import math</a:t>
            </a:r>
            <a:br>
              <a:rPr lang="en-US" sz="2000" dirty="0">
                <a:solidFill>
                  <a:schemeClr val="bg1"/>
                </a:solidFill>
              </a:rPr>
            </a:br>
            <a:r>
              <a:rPr lang="en-US" sz="2000" dirty="0">
                <a:solidFill>
                  <a:schemeClr val="bg1"/>
                </a:solidFill>
              </a:rPr>
              <a:t>print(</a:t>
            </a:r>
            <a:r>
              <a:rPr lang="en-US" sz="2000" dirty="0" err="1">
                <a:solidFill>
                  <a:schemeClr val="bg1"/>
                </a:solidFill>
              </a:rPr>
              <a:t>math.sqrt</a:t>
            </a:r>
            <a:r>
              <a:rPr lang="en-US" sz="2000" dirty="0">
                <a:solidFill>
                  <a:schemeClr val="bg1"/>
                </a:solidFill>
              </a:rPr>
              <a:t>(16))</a:t>
            </a:r>
          </a:p>
          <a:p>
            <a:r>
              <a:rPr lang="en-US" sz="2000" b="1" dirty="0">
                <a:solidFill>
                  <a:schemeClr val="bg1"/>
                </a:solidFill>
              </a:rPr>
              <a:t>Output</a:t>
            </a:r>
            <a:endParaRPr lang="en-US" sz="2000" dirty="0">
              <a:solidFill>
                <a:schemeClr val="bg1"/>
              </a:solidFill>
            </a:endParaRPr>
          </a:p>
          <a:p>
            <a:pPr lvl="1"/>
            <a:r>
              <a:rPr lang="en-US" sz="2000" dirty="0">
                <a:solidFill>
                  <a:schemeClr val="bg1"/>
                </a:solidFill>
              </a:rPr>
              <a:t>4.0</a:t>
            </a:r>
          </a:p>
          <a:p>
            <a:endParaRPr lang="en-US" sz="2000" dirty="0">
              <a:solidFill>
                <a:schemeClr val="bg1"/>
              </a:solidFill>
            </a:endParaRPr>
          </a:p>
        </p:txBody>
      </p:sp>
    </p:spTree>
    <p:extLst>
      <p:ext uri="{BB962C8B-B14F-4D97-AF65-F5344CB8AC3E}">
        <p14:creationId xmlns:p14="http://schemas.microsoft.com/office/powerpoint/2010/main" val="32836552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b="1" dirty="0" smtClean="0"/>
              <a:t>Ways to Import Modules</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325156"/>
            <a:ext cx="10972799" cy="4708981"/>
          </a:xfrm>
          <a:prstGeom prst="rect">
            <a:avLst/>
          </a:prstGeom>
          <a:noFill/>
        </p:spPr>
        <p:txBody>
          <a:bodyPr wrap="square">
            <a:spAutoFit/>
          </a:bodyPr>
          <a:lstStyle/>
          <a:p>
            <a:r>
              <a:rPr lang="en-US" sz="2000" b="1" dirty="0">
                <a:solidFill>
                  <a:schemeClr val="bg1"/>
                </a:solidFill>
              </a:rPr>
              <a:t>1. Import Entire Module</a:t>
            </a:r>
          </a:p>
          <a:p>
            <a:pPr lvl="1"/>
            <a:r>
              <a:rPr lang="en-US" sz="2000" dirty="0">
                <a:solidFill>
                  <a:schemeClr val="bg1"/>
                </a:solidFill>
              </a:rPr>
              <a:t>import math</a:t>
            </a:r>
            <a:br>
              <a:rPr lang="en-US" sz="2000" dirty="0">
                <a:solidFill>
                  <a:schemeClr val="bg1"/>
                </a:solidFill>
              </a:rPr>
            </a:br>
            <a:r>
              <a:rPr lang="en-US" sz="2000" dirty="0">
                <a:solidFill>
                  <a:schemeClr val="bg1"/>
                </a:solidFill>
              </a:rPr>
              <a:t>print(</a:t>
            </a:r>
            <a:r>
              <a:rPr lang="en-US" sz="2000" dirty="0" err="1">
                <a:solidFill>
                  <a:schemeClr val="bg1"/>
                </a:solidFill>
              </a:rPr>
              <a:t>math.sqrt</a:t>
            </a:r>
            <a:r>
              <a:rPr lang="en-US" sz="2000" dirty="0">
                <a:solidFill>
                  <a:schemeClr val="bg1"/>
                </a:solidFill>
              </a:rPr>
              <a:t>(25</a:t>
            </a:r>
            <a:r>
              <a:rPr lang="en-US" sz="2000" dirty="0" smtClean="0">
                <a:solidFill>
                  <a:schemeClr val="bg1"/>
                </a:solidFill>
              </a:rPr>
              <a:t>))</a:t>
            </a:r>
          </a:p>
          <a:p>
            <a:pPr lvl="1"/>
            <a:endParaRPr lang="en-US" sz="2000" dirty="0">
              <a:solidFill>
                <a:schemeClr val="bg1"/>
              </a:solidFill>
            </a:endParaRPr>
          </a:p>
          <a:p>
            <a:r>
              <a:rPr lang="en-US" sz="2000" b="1" dirty="0">
                <a:solidFill>
                  <a:schemeClr val="bg1"/>
                </a:solidFill>
              </a:rPr>
              <a:t>2. Import Specific Function</a:t>
            </a:r>
          </a:p>
          <a:p>
            <a:pPr lvl="1"/>
            <a:r>
              <a:rPr lang="en-US" sz="2000" dirty="0">
                <a:solidFill>
                  <a:schemeClr val="bg1"/>
                </a:solidFill>
              </a:rPr>
              <a:t>from math import </a:t>
            </a:r>
            <a:r>
              <a:rPr lang="en-US" sz="2000" dirty="0" err="1">
                <a:solidFill>
                  <a:schemeClr val="bg1"/>
                </a:solidFill>
              </a:rPr>
              <a:t>sqrt</a:t>
            </a:r>
            <a:r>
              <a:rPr lang="en-US" sz="2000" dirty="0">
                <a:solidFill>
                  <a:schemeClr val="bg1"/>
                </a:solidFill>
              </a:rPr>
              <a:t/>
            </a:r>
            <a:br>
              <a:rPr lang="en-US" sz="2000" dirty="0">
                <a:solidFill>
                  <a:schemeClr val="bg1"/>
                </a:solidFill>
              </a:rPr>
            </a:br>
            <a:r>
              <a:rPr lang="en-US" sz="2000" dirty="0">
                <a:solidFill>
                  <a:schemeClr val="bg1"/>
                </a:solidFill>
              </a:rPr>
              <a:t>print(</a:t>
            </a:r>
            <a:r>
              <a:rPr lang="en-US" sz="2000" dirty="0" err="1">
                <a:solidFill>
                  <a:schemeClr val="bg1"/>
                </a:solidFill>
              </a:rPr>
              <a:t>sqrt</a:t>
            </a:r>
            <a:r>
              <a:rPr lang="en-US" sz="2000" dirty="0">
                <a:solidFill>
                  <a:schemeClr val="bg1"/>
                </a:solidFill>
              </a:rPr>
              <a:t>(25</a:t>
            </a:r>
            <a:r>
              <a:rPr lang="en-US" sz="2000" dirty="0" smtClean="0">
                <a:solidFill>
                  <a:schemeClr val="bg1"/>
                </a:solidFill>
              </a:rPr>
              <a:t>))</a:t>
            </a:r>
          </a:p>
          <a:p>
            <a:pPr lvl="1"/>
            <a:endParaRPr lang="en-US" sz="2000" dirty="0">
              <a:solidFill>
                <a:schemeClr val="bg1"/>
              </a:solidFill>
            </a:endParaRPr>
          </a:p>
          <a:p>
            <a:r>
              <a:rPr lang="en-US" sz="2000" b="1" dirty="0">
                <a:solidFill>
                  <a:schemeClr val="bg1"/>
                </a:solidFill>
              </a:rPr>
              <a:t>3. Import with Alias</a:t>
            </a:r>
          </a:p>
          <a:p>
            <a:pPr lvl="1"/>
            <a:r>
              <a:rPr lang="en-US" sz="2000" dirty="0">
                <a:solidFill>
                  <a:schemeClr val="bg1"/>
                </a:solidFill>
              </a:rPr>
              <a:t>import math as m</a:t>
            </a:r>
            <a:br>
              <a:rPr lang="en-US" sz="2000" dirty="0">
                <a:solidFill>
                  <a:schemeClr val="bg1"/>
                </a:solidFill>
              </a:rPr>
            </a:br>
            <a:r>
              <a:rPr lang="en-US" sz="2000" dirty="0">
                <a:solidFill>
                  <a:schemeClr val="bg1"/>
                </a:solidFill>
              </a:rPr>
              <a:t>print(</a:t>
            </a:r>
            <a:r>
              <a:rPr lang="en-US" sz="2000" dirty="0" err="1">
                <a:solidFill>
                  <a:schemeClr val="bg1"/>
                </a:solidFill>
              </a:rPr>
              <a:t>m.sqrt</a:t>
            </a:r>
            <a:r>
              <a:rPr lang="en-US" sz="2000" dirty="0">
                <a:solidFill>
                  <a:schemeClr val="bg1"/>
                </a:solidFill>
              </a:rPr>
              <a:t>(36</a:t>
            </a:r>
            <a:r>
              <a:rPr lang="en-US" sz="2000" dirty="0" smtClean="0">
                <a:solidFill>
                  <a:schemeClr val="bg1"/>
                </a:solidFill>
              </a:rPr>
              <a:t>))</a:t>
            </a:r>
          </a:p>
          <a:p>
            <a:pPr lvl="1"/>
            <a:endParaRPr lang="en-US" sz="2000" dirty="0">
              <a:solidFill>
                <a:schemeClr val="bg1"/>
              </a:solidFill>
            </a:endParaRPr>
          </a:p>
          <a:p>
            <a:r>
              <a:rPr lang="en-US" sz="2000" b="1" dirty="0">
                <a:solidFill>
                  <a:schemeClr val="bg1"/>
                </a:solidFill>
              </a:rPr>
              <a:t>Why Alias?</a:t>
            </a:r>
            <a:endParaRPr lang="en-US" sz="2000" dirty="0">
              <a:solidFill>
                <a:schemeClr val="bg1"/>
              </a:solidFill>
            </a:endParaRPr>
          </a:p>
          <a:p>
            <a:pPr marL="800100" lvl="1" indent="-342900">
              <a:buFont typeface="Arial" pitchFamily="34" charset="0"/>
              <a:buChar char="•"/>
            </a:pPr>
            <a:r>
              <a:rPr lang="en-US" sz="2000" dirty="0">
                <a:solidFill>
                  <a:schemeClr val="bg1"/>
                </a:solidFill>
              </a:rPr>
              <a:t>Shorter names</a:t>
            </a:r>
          </a:p>
          <a:p>
            <a:pPr marL="800100" lvl="1" indent="-342900">
              <a:buFont typeface="Arial" pitchFamily="34" charset="0"/>
              <a:buChar char="•"/>
            </a:pPr>
            <a:r>
              <a:rPr lang="en-US" sz="2000" dirty="0">
                <a:solidFill>
                  <a:schemeClr val="bg1"/>
                </a:solidFill>
              </a:rPr>
              <a:t>Easier to write code</a:t>
            </a:r>
          </a:p>
        </p:txBody>
      </p:sp>
    </p:spTree>
    <p:extLst>
      <p:ext uri="{BB962C8B-B14F-4D97-AF65-F5344CB8AC3E}">
        <p14:creationId xmlns:p14="http://schemas.microsoft.com/office/powerpoint/2010/main" val="5568569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b="1" dirty="0"/>
              <a:t>Creating Your Own Module</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205886"/>
            <a:ext cx="10972799" cy="5324535"/>
          </a:xfrm>
          <a:prstGeom prst="rect">
            <a:avLst/>
          </a:prstGeom>
          <a:noFill/>
        </p:spPr>
        <p:txBody>
          <a:bodyPr wrap="square">
            <a:spAutoFit/>
          </a:bodyPr>
          <a:lstStyle/>
          <a:p>
            <a:r>
              <a:rPr lang="en-US" sz="2000" b="1" dirty="0">
                <a:solidFill>
                  <a:schemeClr val="bg1"/>
                </a:solidFill>
              </a:rPr>
              <a:t>A module is simply a Python file</a:t>
            </a:r>
          </a:p>
          <a:p>
            <a:r>
              <a:rPr lang="en-US" sz="2000" b="1" dirty="0">
                <a:solidFill>
                  <a:schemeClr val="bg1"/>
                </a:solidFill>
              </a:rPr>
              <a:t>Example file:</a:t>
            </a:r>
          </a:p>
          <a:p>
            <a:pPr lvl="1"/>
            <a:r>
              <a:rPr lang="en-US" sz="2000" dirty="0" smtClean="0">
                <a:solidFill>
                  <a:schemeClr val="bg1"/>
                </a:solidFill>
              </a:rPr>
              <a:t>calculator.py</a:t>
            </a:r>
          </a:p>
          <a:p>
            <a:pPr lvl="1"/>
            <a:endParaRPr lang="en-US" sz="2000" dirty="0">
              <a:solidFill>
                <a:schemeClr val="bg1"/>
              </a:solidFill>
            </a:endParaRPr>
          </a:p>
          <a:p>
            <a:r>
              <a:rPr lang="en-US" sz="2000" b="1" dirty="0">
                <a:solidFill>
                  <a:schemeClr val="bg1"/>
                </a:solidFill>
              </a:rPr>
              <a:t>calculator.py</a:t>
            </a:r>
          </a:p>
          <a:p>
            <a:pPr lvl="1"/>
            <a:r>
              <a:rPr lang="en-US" sz="2000" dirty="0" err="1">
                <a:solidFill>
                  <a:schemeClr val="bg1"/>
                </a:solidFill>
              </a:rPr>
              <a:t>def</a:t>
            </a:r>
            <a:r>
              <a:rPr lang="en-US" sz="2000" dirty="0">
                <a:solidFill>
                  <a:schemeClr val="bg1"/>
                </a:solidFill>
              </a:rPr>
              <a:t> add(a, b):</a:t>
            </a:r>
            <a:br>
              <a:rPr lang="en-US" sz="2000" dirty="0">
                <a:solidFill>
                  <a:schemeClr val="bg1"/>
                </a:solidFill>
              </a:rPr>
            </a:br>
            <a:r>
              <a:rPr lang="en-US" sz="2000" dirty="0" smtClean="0">
                <a:solidFill>
                  <a:schemeClr val="bg1"/>
                </a:solidFill>
              </a:rPr>
              <a:t>	return a + b</a:t>
            </a:r>
            <a:br>
              <a:rPr lang="en-US" sz="2000" dirty="0" smtClean="0">
                <a:solidFill>
                  <a:schemeClr val="bg1"/>
                </a:solidFill>
              </a:rPr>
            </a:br>
            <a:r>
              <a:rPr lang="en-US" sz="2000" dirty="0">
                <a:solidFill>
                  <a:schemeClr val="bg1"/>
                </a:solidFill>
              </a:rPr>
              <a:t/>
            </a:r>
            <a:br>
              <a:rPr lang="en-US" sz="2000" dirty="0">
                <a:solidFill>
                  <a:schemeClr val="bg1"/>
                </a:solidFill>
              </a:rPr>
            </a:br>
            <a:r>
              <a:rPr lang="en-US" sz="2000" dirty="0" err="1">
                <a:solidFill>
                  <a:schemeClr val="bg1"/>
                </a:solidFill>
              </a:rPr>
              <a:t>def</a:t>
            </a:r>
            <a:r>
              <a:rPr lang="en-US" sz="2000" dirty="0">
                <a:solidFill>
                  <a:schemeClr val="bg1"/>
                </a:solidFill>
              </a:rPr>
              <a:t> subtract(a, b):</a:t>
            </a:r>
            <a:br>
              <a:rPr lang="en-US" sz="2000" dirty="0">
                <a:solidFill>
                  <a:schemeClr val="bg1"/>
                </a:solidFill>
              </a:rPr>
            </a:br>
            <a:r>
              <a:rPr lang="en-US" sz="2000" dirty="0" smtClean="0">
                <a:solidFill>
                  <a:schemeClr val="bg1"/>
                </a:solidFill>
              </a:rPr>
              <a:t>	return </a:t>
            </a:r>
            <a:r>
              <a:rPr lang="en-US" sz="2000" dirty="0">
                <a:solidFill>
                  <a:schemeClr val="bg1"/>
                </a:solidFill>
              </a:rPr>
              <a:t>a </a:t>
            </a:r>
            <a:r>
              <a:rPr lang="en-US" sz="2000" dirty="0" smtClean="0">
                <a:solidFill>
                  <a:schemeClr val="bg1"/>
                </a:solidFill>
              </a:rPr>
              <a:t>– b</a:t>
            </a:r>
          </a:p>
          <a:p>
            <a:pPr lvl="1"/>
            <a:endParaRPr lang="en-US" sz="2000" dirty="0">
              <a:solidFill>
                <a:schemeClr val="bg1"/>
              </a:solidFill>
            </a:endParaRPr>
          </a:p>
          <a:p>
            <a:r>
              <a:rPr lang="en-US" sz="2000" b="1" dirty="0">
                <a:solidFill>
                  <a:schemeClr val="bg1"/>
                </a:solidFill>
              </a:rPr>
              <a:t>Using the Module</a:t>
            </a:r>
          </a:p>
          <a:p>
            <a:pPr lvl="1"/>
            <a:r>
              <a:rPr lang="en-US" sz="2000" dirty="0">
                <a:solidFill>
                  <a:schemeClr val="bg1"/>
                </a:solidFill>
              </a:rPr>
              <a:t>import calculator</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print(</a:t>
            </a:r>
            <a:r>
              <a:rPr lang="en-US" sz="2000" dirty="0" err="1">
                <a:solidFill>
                  <a:schemeClr val="bg1"/>
                </a:solidFill>
              </a:rPr>
              <a:t>calculator.add</a:t>
            </a:r>
            <a:r>
              <a:rPr lang="en-US" sz="2000" dirty="0">
                <a:solidFill>
                  <a:schemeClr val="bg1"/>
                </a:solidFill>
              </a:rPr>
              <a:t>(5,3))</a:t>
            </a:r>
          </a:p>
          <a:p>
            <a:r>
              <a:rPr lang="en-US" sz="2000" b="1" dirty="0">
                <a:solidFill>
                  <a:schemeClr val="bg1"/>
                </a:solidFill>
              </a:rPr>
              <a:t>Output</a:t>
            </a:r>
            <a:endParaRPr lang="en-US" sz="2000" dirty="0">
              <a:solidFill>
                <a:schemeClr val="bg1"/>
              </a:solidFill>
            </a:endParaRPr>
          </a:p>
          <a:p>
            <a:r>
              <a:rPr lang="en-US" sz="2000" dirty="0">
                <a:solidFill>
                  <a:schemeClr val="bg1"/>
                </a:solidFill>
              </a:rPr>
              <a:t>8</a:t>
            </a:r>
          </a:p>
        </p:txBody>
      </p:sp>
    </p:spTree>
    <p:extLst>
      <p:ext uri="{BB962C8B-B14F-4D97-AF65-F5344CB8AC3E}">
        <p14:creationId xmlns:p14="http://schemas.microsoft.com/office/powerpoint/2010/main" val="19513321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b="1" dirty="0"/>
              <a:t>What is a Package?</a:t>
            </a:r>
            <a:endParaRPr lang="en-US" b="1" dirty="0">
              <a:solidFill>
                <a:schemeClr val="bg2"/>
              </a:solidFill>
              <a:latin typeface="EYInterstate Light" panose="02000506000000020004"/>
            </a:endParaRPr>
          </a:p>
        </p:txBody>
      </p:sp>
      <p:sp>
        <p:nvSpPr>
          <p:cNvPr id="3" name="TextBox 2">
            <a:extLst>
              <a:ext uri="{FF2B5EF4-FFF2-40B4-BE49-F238E27FC236}">
                <a16:creationId xmlns="" xmlns:a16="http://schemas.microsoft.com/office/drawing/2014/main" id="{DC0A2FFD-9B2C-819F-31EE-1A6A08FEF8A9}"/>
              </a:ext>
            </a:extLst>
          </p:cNvPr>
          <p:cNvSpPr txBox="1"/>
          <p:nvPr/>
        </p:nvSpPr>
        <p:spPr>
          <a:xfrm>
            <a:off x="612776" y="1205886"/>
            <a:ext cx="10972799" cy="4708981"/>
          </a:xfrm>
          <a:prstGeom prst="rect">
            <a:avLst/>
          </a:prstGeom>
          <a:noFill/>
        </p:spPr>
        <p:txBody>
          <a:bodyPr wrap="square">
            <a:spAutoFit/>
          </a:bodyPr>
          <a:lstStyle/>
          <a:p>
            <a:r>
              <a:rPr lang="en-US" sz="2000" dirty="0">
                <a:solidFill>
                  <a:schemeClr val="bg1"/>
                </a:solidFill>
              </a:rPr>
              <a:t>A </a:t>
            </a:r>
            <a:r>
              <a:rPr lang="en-US" sz="2000" b="1" dirty="0">
                <a:solidFill>
                  <a:schemeClr val="bg1"/>
                </a:solidFill>
              </a:rPr>
              <a:t>package</a:t>
            </a:r>
            <a:r>
              <a:rPr lang="en-US" sz="2000" dirty="0">
                <a:solidFill>
                  <a:schemeClr val="bg1"/>
                </a:solidFill>
              </a:rPr>
              <a:t> is a folder that contains multiple Python modules.</a:t>
            </a:r>
          </a:p>
          <a:p>
            <a:r>
              <a:rPr lang="en-US" sz="2000" dirty="0">
                <a:solidFill>
                  <a:schemeClr val="bg1"/>
                </a:solidFill>
              </a:rPr>
              <a:t>Packages help organize </a:t>
            </a:r>
            <a:r>
              <a:rPr lang="en-US" sz="2000" b="1" dirty="0">
                <a:solidFill>
                  <a:schemeClr val="bg1"/>
                </a:solidFill>
              </a:rPr>
              <a:t>large Python projects</a:t>
            </a:r>
            <a:r>
              <a:rPr lang="en-US" sz="2000" dirty="0">
                <a:solidFill>
                  <a:schemeClr val="bg1"/>
                </a:solidFill>
              </a:rPr>
              <a:t>.</a:t>
            </a:r>
          </a:p>
          <a:p>
            <a:r>
              <a:rPr lang="en-US" sz="2000" b="1" dirty="0">
                <a:solidFill>
                  <a:schemeClr val="bg1"/>
                </a:solidFill>
              </a:rPr>
              <a:t>Example Package Structure</a:t>
            </a:r>
          </a:p>
          <a:p>
            <a:pPr lvl="1"/>
            <a:r>
              <a:rPr lang="en-US" sz="2000" dirty="0" err="1">
                <a:solidFill>
                  <a:schemeClr val="bg1"/>
                </a:solidFill>
              </a:rPr>
              <a:t>myproject</a:t>
            </a:r>
            <a:r>
              <a:rPr lang="en-US" sz="2000" dirty="0">
                <a:solidFill>
                  <a:schemeClr val="bg1"/>
                </a:solidFill>
              </a:rPr>
              <a:t/>
            </a:r>
            <a:br>
              <a:rPr lang="en-US" sz="2000" dirty="0">
                <a:solidFill>
                  <a:schemeClr val="bg1"/>
                </a:solidFill>
              </a:rPr>
            </a:br>
            <a:r>
              <a:rPr lang="en-US" sz="2000" dirty="0">
                <a:solidFill>
                  <a:schemeClr val="bg1"/>
                </a:solidFill>
              </a:rPr>
              <a:t>│</a:t>
            </a:r>
            <a:br>
              <a:rPr lang="en-US" sz="2000" dirty="0">
                <a:solidFill>
                  <a:schemeClr val="bg1"/>
                </a:solidFill>
              </a:rPr>
            </a:br>
            <a:r>
              <a:rPr lang="en-US" sz="2000" dirty="0">
                <a:solidFill>
                  <a:schemeClr val="bg1"/>
                </a:solidFill>
              </a:rPr>
              <a:t>├── main.py</a:t>
            </a:r>
            <a:br>
              <a:rPr lang="en-US" sz="2000" dirty="0">
                <a:solidFill>
                  <a:schemeClr val="bg1"/>
                </a:solidFill>
              </a:rPr>
            </a:br>
            <a:r>
              <a:rPr lang="en-US" sz="2000" dirty="0">
                <a:solidFill>
                  <a:schemeClr val="bg1"/>
                </a:solidFill>
              </a:rPr>
              <a:t>│</a:t>
            </a:r>
            <a:br>
              <a:rPr lang="en-US" sz="2000" dirty="0">
                <a:solidFill>
                  <a:schemeClr val="bg1"/>
                </a:solidFill>
              </a:rPr>
            </a:br>
            <a:r>
              <a:rPr lang="en-US" sz="2000" dirty="0">
                <a:solidFill>
                  <a:schemeClr val="bg1"/>
                </a:solidFill>
              </a:rPr>
              <a:t>└── </a:t>
            </a:r>
            <a:r>
              <a:rPr lang="en-US" sz="2000" dirty="0" err="1">
                <a:solidFill>
                  <a:schemeClr val="bg1"/>
                </a:solidFill>
              </a:rPr>
              <a:t>math_operations</a:t>
            </a:r>
            <a:r>
              <a:rPr lang="en-US" sz="2000" dirty="0">
                <a:solidFill>
                  <a:schemeClr val="bg1"/>
                </a:solidFill>
              </a:rPr>
              <a:t/>
            </a:r>
            <a:br>
              <a:rPr lang="en-US" sz="2000" dirty="0">
                <a:solidFill>
                  <a:schemeClr val="bg1"/>
                </a:solidFill>
              </a:rPr>
            </a:br>
            <a:r>
              <a:rPr lang="en-US" sz="2000" dirty="0">
                <a:solidFill>
                  <a:schemeClr val="bg1"/>
                </a:solidFill>
              </a:rPr>
              <a:t>├── __init__.py</a:t>
            </a:r>
            <a:br>
              <a:rPr lang="en-US" sz="2000" dirty="0">
                <a:solidFill>
                  <a:schemeClr val="bg1"/>
                </a:solidFill>
              </a:rPr>
            </a:br>
            <a:r>
              <a:rPr lang="en-US" sz="2000" dirty="0">
                <a:solidFill>
                  <a:schemeClr val="bg1"/>
                </a:solidFill>
              </a:rPr>
              <a:t>├── addition.py</a:t>
            </a:r>
            <a:br>
              <a:rPr lang="en-US" sz="2000" dirty="0">
                <a:solidFill>
                  <a:schemeClr val="bg1"/>
                </a:solidFill>
              </a:rPr>
            </a:br>
            <a:r>
              <a:rPr lang="en-US" sz="2000" dirty="0">
                <a:solidFill>
                  <a:schemeClr val="bg1"/>
                </a:solidFill>
              </a:rPr>
              <a:t>└── </a:t>
            </a:r>
            <a:r>
              <a:rPr lang="en-US" sz="2000" dirty="0" smtClean="0">
                <a:solidFill>
                  <a:schemeClr val="bg1"/>
                </a:solidFill>
              </a:rPr>
              <a:t>subtraction.py</a:t>
            </a:r>
          </a:p>
          <a:p>
            <a:pPr lvl="1"/>
            <a:endParaRPr lang="en-US" sz="2000" dirty="0">
              <a:solidFill>
                <a:schemeClr val="bg1"/>
              </a:solidFill>
            </a:endParaRPr>
          </a:p>
          <a:p>
            <a:r>
              <a:rPr lang="en-US" sz="2000" b="1" dirty="0">
                <a:solidFill>
                  <a:schemeClr val="bg1"/>
                </a:solidFill>
              </a:rPr>
              <a:t>Important File</a:t>
            </a:r>
          </a:p>
          <a:p>
            <a:r>
              <a:rPr lang="en-US" sz="2000" dirty="0">
                <a:solidFill>
                  <a:schemeClr val="bg1"/>
                </a:solidFill>
              </a:rPr>
              <a:t>__init__.py</a:t>
            </a:r>
          </a:p>
          <a:p>
            <a:pPr marL="800100" lvl="1" indent="-342900">
              <a:buFont typeface="Arial" pitchFamily="34" charset="0"/>
              <a:buChar char="•"/>
            </a:pPr>
            <a:r>
              <a:rPr lang="en-US" sz="2000" dirty="0">
                <a:solidFill>
                  <a:schemeClr val="bg1"/>
                </a:solidFill>
              </a:rPr>
              <a:t>tells Python that the folder is a </a:t>
            </a:r>
            <a:r>
              <a:rPr lang="en-US" sz="2000" b="1" dirty="0">
                <a:solidFill>
                  <a:schemeClr val="bg1"/>
                </a:solidFill>
              </a:rPr>
              <a:t>package</a:t>
            </a:r>
            <a:endParaRPr lang="en-US" sz="2000" dirty="0">
              <a:solidFill>
                <a:schemeClr val="bg1"/>
              </a:solidFill>
            </a:endParaRPr>
          </a:p>
        </p:txBody>
      </p:sp>
    </p:spTree>
    <p:extLst>
      <p:ext uri="{BB962C8B-B14F-4D97-AF65-F5344CB8AC3E}">
        <p14:creationId xmlns:p14="http://schemas.microsoft.com/office/powerpoint/2010/main" val="2983961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 xmlns:a16="http://schemas.microsoft.com/office/drawing/2014/main" id="{0123DE44-8837-468F-B24F-46E5BFAF0EA8}"/>
              </a:ext>
            </a:extLst>
          </p:cNvPr>
          <p:cNvSpPr>
            <a:spLocks noGrp="1"/>
          </p:cNvSpPr>
          <p:nvPr>
            <p:ph type="title"/>
          </p:nvPr>
        </p:nvSpPr>
        <p:spPr>
          <a:xfrm>
            <a:off x="612776" y="490147"/>
            <a:ext cx="10978515" cy="590400"/>
          </a:xfrm>
        </p:spPr>
        <p:txBody>
          <a:bodyPr/>
          <a:lstStyle/>
          <a:p>
            <a:r>
              <a:rPr lang="en-US" b="1" dirty="0"/>
              <a:t>Module </a:t>
            </a:r>
            <a:r>
              <a:rPr lang="en-US" b="1" dirty="0" err="1"/>
              <a:t>vs</a:t>
            </a:r>
            <a:r>
              <a:rPr lang="en-US" b="1" dirty="0"/>
              <a:t> Package</a:t>
            </a:r>
            <a:endParaRPr lang="en-US" b="1" dirty="0">
              <a:solidFill>
                <a:schemeClr val="bg2"/>
              </a:solidFill>
              <a:latin typeface="EYInterstate Light" panose="02000506000000020004"/>
            </a:endParaRPr>
          </a:p>
        </p:txBody>
      </p:sp>
      <p:graphicFrame>
        <p:nvGraphicFramePr>
          <p:cNvPr id="5" name="Table 4"/>
          <p:cNvGraphicFramePr>
            <a:graphicFrameLocks noGrp="1"/>
          </p:cNvGraphicFramePr>
          <p:nvPr>
            <p:extLst>
              <p:ext uri="{D42A27DB-BD31-4B8C-83A1-F6EECF244321}">
                <p14:modId xmlns:p14="http://schemas.microsoft.com/office/powerpoint/2010/main" val="3119819087"/>
              </p:ext>
            </p:extLst>
          </p:nvPr>
        </p:nvGraphicFramePr>
        <p:xfrm>
          <a:off x="609600" y="1548993"/>
          <a:ext cx="10979151" cy="1463040"/>
        </p:xfrm>
        <a:graphic>
          <a:graphicData uri="http://schemas.openxmlformats.org/drawingml/2006/table">
            <a:tbl>
              <a:tblPr>
                <a:tableStyleId>{BDBED569-4797-4DF1-A0F4-6AAB3CD982D8}</a:tableStyleId>
              </a:tblPr>
              <a:tblGrid>
                <a:gridCol w="3659717"/>
                <a:gridCol w="3659717"/>
                <a:gridCol w="3659717"/>
              </a:tblGrid>
              <a:tr h="365760">
                <a:tc>
                  <a:txBody>
                    <a:bodyPr/>
                    <a:lstStyle/>
                    <a:p>
                      <a:r>
                        <a:rPr lang="en-US" sz="1800" b="1" dirty="0">
                          <a:solidFill>
                            <a:schemeClr val="bg1"/>
                          </a:solidFill>
                        </a:rPr>
                        <a:t>Feature</a:t>
                      </a:r>
                    </a:p>
                  </a:txBody>
                  <a:tcPr anchor="ctr"/>
                </a:tc>
                <a:tc>
                  <a:txBody>
                    <a:bodyPr/>
                    <a:lstStyle/>
                    <a:p>
                      <a:r>
                        <a:rPr lang="en-US" sz="1800" b="1">
                          <a:solidFill>
                            <a:schemeClr val="bg1"/>
                          </a:solidFill>
                        </a:rPr>
                        <a:t>Module</a:t>
                      </a:r>
                    </a:p>
                  </a:txBody>
                  <a:tcPr anchor="ctr"/>
                </a:tc>
                <a:tc>
                  <a:txBody>
                    <a:bodyPr/>
                    <a:lstStyle/>
                    <a:p>
                      <a:r>
                        <a:rPr lang="en-US" sz="1800" b="1" dirty="0">
                          <a:solidFill>
                            <a:schemeClr val="bg1"/>
                          </a:solidFill>
                        </a:rPr>
                        <a:t>Package</a:t>
                      </a:r>
                    </a:p>
                  </a:txBody>
                  <a:tcPr anchor="ctr"/>
                </a:tc>
              </a:tr>
              <a:tr h="365760">
                <a:tc>
                  <a:txBody>
                    <a:bodyPr/>
                    <a:lstStyle/>
                    <a:p>
                      <a:r>
                        <a:rPr lang="en-US" sz="1800">
                          <a:solidFill>
                            <a:schemeClr val="bg1"/>
                          </a:solidFill>
                        </a:rPr>
                        <a:t>Definition</a:t>
                      </a:r>
                    </a:p>
                  </a:txBody>
                  <a:tcPr anchor="ctr"/>
                </a:tc>
                <a:tc>
                  <a:txBody>
                    <a:bodyPr/>
                    <a:lstStyle/>
                    <a:p>
                      <a:r>
                        <a:rPr lang="en-US" sz="1800">
                          <a:solidFill>
                            <a:schemeClr val="bg1"/>
                          </a:solidFill>
                        </a:rPr>
                        <a:t>Python file</a:t>
                      </a:r>
                    </a:p>
                  </a:txBody>
                  <a:tcPr anchor="ctr"/>
                </a:tc>
                <a:tc>
                  <a:txBody>
                    <a:bodyPr/>
                    <a:lstStyle/>
                    <a:p>
                      <a:r>
                        <a:rPr lang="en-US" sz="1800" dirty="0">
                          <a:solidFill>
                            <a:schemeClr val="bg1"/>
                          </a:solidFill>
                        </a:rPr>
                        <a:t>Folder of modules</a:t>
                      </a:r>
                    </a:p>
                  </a:txBody>
                  <a:tcPr anchor="ctr"/>
                </a:tc>
              </a:tr>
              <a:tr h="365760">
                <a:tc>
                  <a:txBody>
                    <a:bodyPr/>
                    <a:lstStyle/>
                    <a:p>
                      <a:r>
                        <a:rPr lang="en-US" sz="1800">
                          <a:solidFill>
                            <a:schemeClr val="bg1"/>
                          </a:solidFill>
                        </a:rPr>
                        <a:t>Extension</a:t>
                      </a:r>
                    </a:p>
                  </a:txBody>
                  <a:tcPr anchor="ctr"/>
                </a:tc>
                <a:tc>
                  <a:txBody>
                    <a:bodyPr/>
                    <a:lstStyle/>
                    <a:p>
                      <a:r>
                        <a:rPr lang="en-US" sz="1800">
                          <a:solidFill>
                            <a:schemeClr val="bg1"/>
                          </a:solidFill>
                        </a:rPr>
                        <a:t>.py</a:t>
                      </a:r>
                    </a:p>
                  </a:txBody>
                  <a:tcPr anchor="ctr"/>
                </a:tc>
                <a:tc>
                  <a:txBody>
                    <a:bodyPr/>
                    <a:lstStyle/>
                    <a:p>
                      <a:r>
                        <a:rPr lang="en-US" sz="1800">
                          <a:solidFill>
                            <a:schemeClr val="bg1"/>
                          </a:solidFill>
                        </a:rPr>
                        <a:t>Folder</a:t>
                      </a:r>
                    </a:p>
                  </a:txBody>
                  <a:tcPr anchor="ctr"/>
                </a:tc>
              </a:tr>
              <a:tr h="365760">
                <a:tc>
                  <a:txBody>
                    <a:bodyPr/>
                    <a:lstStyle/>
                    <a:p>
                      <a:r>
                        <a:rPr lang="en-US" sz="1800" dirty="0">
                          <a:solidFill>
                            <a:schemeClr val="bg1"/>
                          </a:solidFill>
                        </a:rPr>
                        <a:t>Purpose</a:t>
                      </a:r>
                    </a:p>
                  </a:txBody>
                  <a:tcPr anchor="ctr"/>
                </a:tc>
                <a:tc>
                  <a:txBody>
                    <a:bodyPr/>
                    <a:lstStyle/>
                    <a:p>
                      <a:r>
                        <a:rPr lang="en-US" sz="1800">
                          <a:solidFill>
                            <a:schemeClr val="bg1"/>
                          </a:solidFill>
                        </a:rPr>
                        <a:t>Store functions/classes</a:t>
                      </a:r>
                    </a:p>
                  </a:txBody>
                  <a:tcPr anchor="ctr"/>
                </a:tc>
                <a:tc>
                  <a:txBody>
                    <a:bodyPr/>
                    <a:lstStyle/>
                    <a:p>
                      <a:r>
                        <a:rPr lang="en-US" sz="1800" dirty="0">
                          <a:solidFill>
                            <a:schemeClr val="bg1"/>
                          </a:solidFill>
                        </a:rPr>
                        <a:t>Organize modules</a:t>
                      </a:r>
                    </a:p>
                  </a:txBody>
                  <a:tcPr anchor="ctr"/>
                </a:tc>
              </a:tr>
            </a:tbl>
          </a:graphicData>
        </a:graphic>
      </p:graphicFrame>
      <p:sp>
        <p:nvSpPr>
          <p:cNvPr id="8" name="Rectangle 3"/>
          <p:cNvSpPr>
            <a:spLocks noChangeArrowheads="1"/>
          </p:cNvSpPr>
          <p:nvPr/>
        </p:nvSpPr>
        <p:spPr bwMode="auto">
          <a:xfrm>
            <a:off x="288235" y="3990418"/>
            <a:ext cx="107143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1800" b="1" i="0" u="none" strike="noStrike" cap="none" normalizeH="0" baseline="0" dirty="0" smtClean="0">
                <a:ln>
                  <a:noFill/>
                </a:ln>
                <a:solidFill>
                  <a:schemeClr val="bg1"/>
                </a:solidFill>
                <a:effectLst/>
                <a:latin typeface="Arial" pitchFamily="34" charset="0"/>
                <a:cs typeface="Arial" pitchFamily="34" charset="0"/>
              </a:rPr>
              <a:t>Module → Python File</a:t>
            </a:r>
            <a:endParaRPr kumimoji="0" lang="en-US" sz="1800" b="0" i="0" u="none" strike="noStrike" cap="none" normalizeH="0" baseline="0" dirty="0" smtClean="0">
              <a:ln>
                <a:noFill/>
              </a:ln>
              <a:solidFill>
                <a:schemeClr val="bg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800" b="1" i="0" u="none" strike="noStrike" cap="none" normalizeH="0" baseline="0" dirty="0" smtClean="0">
                <a:ln>
                  <a:noFill/>
                </a:ln>
                <a:solidFill>
                  <a:schemeClr val="bg1"/>
                </a:solidFill>
                <a:effectLst/>
                <a:latin typeface="Arial" pitchFamily="34" charset="0"/>
                <a:cs typeface="Arial" pitchFamily="34" charset="0"/>
              </a:rPr>
              <a:t>Package → Folder containing modules</a:t>
            </a:r>
            <a:endParaRPr kumimoji="0" lang="en-US" sz="1800" b="0" i="0" u="none" strike="noStrike" cap="none" normalizeH="0" baseline="0" dirty="0" smtClean="0">
              <a:ln>
                <a:noFill/>
              </a:ln>
              <a:solidFill>
                <a:schemeClr val="bg1"/>
              </a:solidFill>
              <a:effectLst/>
              <a:latin typeface="Arial" pitchFamily="34" charset="0"/>
              <a:cs typeface="Arial" pitchFamily="34" charset="0"/>
            </a:endParaRPr>
          </a:p>
        </p:txBody>
      </p:sp>
    </p:spTree>
    <p:extLst>
      <p:ext uri="{BB962C8B-B14F-4D97-AF65-F5344CB8AC3E}">
        <p14:creationId xmlns:p14="http://schemas.microsoft.com/office/powerpoint/2010/main" val="193668653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E0SWMek.6CvoIsf5L.TXkw"/>
</p:tagLst>
</file>

<file path=ppt/theme/theme1.xml><?xml version="1.0" encoding="utf-8"?>
<a:theme xmlns:a="http://schemas.openxmlformats.org/drawingml/2006/main" name="EY dark background">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44">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2.xml><?xml version="1.0" encoding="utf-8"?>
<a:theme xmlns:a="http://schemas.openxmlformats.org/drawingml/2006/main" name="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6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D485D0B0AF2A4E8B87D460086112CE" ma:contentTypeVersion="12" ma:contentTypeDescription="Create a new document." ma:contentTypeScope="" ma:versionID="4657689db636dd83d9b8dc68d4c86d56">
  <xsd:schema xmlns:xsd="http://www.w3.org/2001/XMLSchema" xmlns:xs="http://www.w3.org/2001/XMLSchema" xmlns:p="http://schemas.microsoft.com/office/2006/metadata/properties" xmlns:ns3="43f5990b-f157-4533-bdff-16f648a08998" xmlns:ns4="f2f1f46c-a3e9-4033-9a70-252d8c2c09de" targetNamespace="http://schemas.microsoft.com/office/2006/metadata/properties" ma:root="true" ma:fieldsID="ee35e047f4845edca2f22e401b6820ac" ns3:_="" ns4:_="">
    <xsd:import namespace="43f5990b-f157-4533-bdff-16f648a08998"/>
    <xsd:import namespace="f2f1f46c-a3e9-4033-9a70-252d8c2c09de"/>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f5990b-f157-4533-bdff-16f648a089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f1f46c-a3e9-4033-9a70-252d8c2c09d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95A8C0-76E2-4E8D-A592-E981F9E710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f5990b-f157-4533-bdff-16f648a08998"/>
    <ds:schemaRef ds:uri="f2f1f46c-a3e9-4033-9a70-252d8c2c09d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7E03EE-C1D6-4BD3-9535-9EA8E19A76F2}">
  <ds:schemaRefs>
    <ds:schemaRef ds:uri="http://schemas.microsoft.com/sharepoint/v3/contenttype/forms"/>
  </ds:schemaRefs>
</ds:datastoreItem>
</file>

<file path=customXml/itemProps3.xml><?xml version="1.0" encoding="utf-8"?>
<ds:datastoreItem xmlns:ds="http://schemas.openxmlformats.org/officeDocument/2006/customXml" ds:itemID="{C982D92E-19FA-48B0-BC3B-F3BFA30E875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f2f1f46c-a3e9-4033-9a70-252d8c2c09de"/>
    <ds:schemaRef ds:uri="43f5990b-f157-4533-bdff-16f648a08998"/>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1101</TotalTime>
  <Words>1103</Words>
  <Application>Microsoft Office PowerPoint</Application>
  <PresentationFormat>Custom</PresentationFormat>
  <Paragraphs>177</Paragraphs>
  <Slides>27</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27</vt:i4>
      </vt:variant>
    </vt:vector>
  </HeadingPairs>
  <TitlesOfParts>
    <vt:vector size="31" baseType="lpstr">
      <vt:lpstr>EY dark background</vt:lpstr>
      <vt:lpstr>EY light background</vt:lpstr>
      <vt:lpstr>6_EY light background</vt:lpstr>
      <vt:lpstr>think-cell Slide</vt:lpstr>
      <vt:lpstr>PowerPoint Presentation</vt:lpstr>
      <vt:lpstr>DETAIL OF WHILE LOOP:</vt:lpstr>
      <vt:lpstr>THE RANGE () FUNCTION</vt:lpstr>
      <vt:lpstr>THE FOR LOOP </vt:lpstr>
      <vt:lpstr>THE BREAK STATEMENT </vt:lpstr>
      <vt:lpstr>THE CONTINUE STATEMENT </vt:lpstr>
      <vt:lpstr>What are Data Structures?</vt:lpstr>
      <vt:lpstr>Lists in Python – Introduction &amp; Creating Lists</vt:lpstr>
      <vt:lpstr>List Indexing, Slicing &amp; Methods</vt:lpstr>
      <vt:lpstr>Dictionary in Python</vt:lpstr>
      <vt:lpstr>Key Features of Dictionary</vt:lpstr>
      <vt:lpstr>Accessing Dictionary Values</vt:lpstr>
      <vt:lpstr>Adding and Updating Values</vt:lpstr>
      <vt:lpstr>Removing Items from Dictionary</vt:lpstr>
      <vt:lpstr>Removing Items from Dictionary</vt:lpstr>
      <vt:lpstr>LIST, TUPLE, DICTIONARY, SETS</vt:lpstr>
      <vt:lpstr>PowerPoint Presentation</vt:lpstr>
      <vt:lpstr>SYNTAX AND BASICS OF A FUNCTION </vt:lpstr>
      <vt:lpstr>THE LOCAL AND GLOBAL SCOPE OF A VARIABLES</vt:lpstr>
      <vt:lpstr>THE RETURN STATEMENT</vt:lpstr>
      <vt:lpstr>RECURSIVE FUNCTION</vt:lpstr>
      <vt:lpstr>RECURSIVE FUNCTION</vt:lpstr>
      <vt:lpstr>Modules in Python</vt:lpstr>
      <vt:lpstr>Ways to Import Modules</vt:lpstr>
      <vt:lpstr>Creating Your Own Module</vt:lpstr>
      <vt:lpstr>What is a Package?</vt:lpstr>
      <vt:lpstr>Module vs Package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 Learning Solutions</dc:title>
  <dc:creator>Ashish Rana</dc:creator>
  <cp:keywords/>
  <cp:lastModifiedBy>Dell</cp:lastModifiedBy>
  <cp:revision>86</cp:revision>
  <dcterms:created xsi:type="dcterms:W3CDTF">2016-03-16T05:57:48Z</dcterms:created>
  <dcterms:modified xsi:type="dcterms:W3CDTF">2026-03-10T15:28:44Z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0x01010048D485D0B0AF2A4E8B87D460086112CE</vt:lpwstr>
  </property>
</Properties>
</file>